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 id="2147483701" r:id="rId2"/>
    <p:sldMasterId id="2147483703" r:id="rId3"/>
  </p:sldMasterIdLst>
  <p:notesMasterIdLst>
    <p:notesMasterId r:id="rId36"/>
  </p:notesMasterIdLst>
  <p:sldIdLst>
    <p:sldId id="256" r:id="rId4"/>
    <p:sldId id="257" r:id="rId5"/>
    <p:sldId id="283" r:id="rId31"/>
    <p:sldId id="284" r:id="rId32"/>
    <p:sldId id="258" r:id="rId6"/>
    <p:sldId id="259" r:id="rId7"/>
    <p:sldId id="260" r:id="rId8"/>
    <p:sldId id="285" r:id="rId33"/>
    <p:sldId id="261" r:id="rId9"/>
    <p:sldId id="262" r:id="rId10"/>
    <p:sldId id="287" r:id="rId35"/>
    <p:sldId id="286" r:id="rId34"/>
    <p:sldId id="263" r:id="rId11"/>
    <p:sldId id="264" r:id="rId12"/>
    <p:sldId id="265" r:id="rId13"/>
    <p:sldId id="293" r:id="rId84"/>
    <p:sldId id="266" r:id="rId14"/>
    <p:sldId id="267" r:id="rId15"/>
    <p:sldId id="268" r:id="rId16"/>
    <p:sldId id="269" r:id="rId17"/>
    <p:sldId id="288" r:id="rId21"/>
    <p:sldId id="270" r:id="rId18"/>
    <p:sldId id="271" r:id="rId19"/>
    <p:sldId id="272" r:id="rId20"/>
    <p:sldId id="274" r:id="rId22"/>
    <p:sldId id="275" r:id="rId23"/>
    <p:sldId id="290" r:id="rId81"/>
    <p:sldId id="276" r:id="rId24"/>
    <p:sldId id="289" r:id="rId80"/>
    <p:sldId id="277" r:id="rId25"/>
    <p:sldId id="278" r:id="rId26"/>
    <p:sldId id="292" r:id="rId83"/>
    <p:sldId id="279" r:id="rId27"/>
    <p:sldId id="280" r:id="rId28"/>
    <p:sldId id="281" r:id="rId29"/>
    <p:sldId id="282" r:id="rId30"/>
    <p:sldId id="291" r:id="rId82"/>
  </p:sldIdLst>
  <p:sldSz cx="9144000" cy="5143500" type="screen16x9"/>
  <p:notesSz cx="6858000" cy="9144000"/>
  <p:embeddedFontLst>
    <p:embeddedFont>
      <p:font typeface="Cambria" panose="02040503050406030204" pitchFamily="18" charset="0"/>
      <p:regular r:id="rId37"/>
      <p:bold r:id="rId38"/>
      <p:italic r:id="rId39"/>
      <p:boldItalic r:id="rId40"/>
    </p:embeddedFont>
    <p:embeddedFont>
      <p:font typeface="Crimson Text" panose="020B0604020202020204" charset="0"/>
      <p:regular r:id="rId41"/>
      <p:bold r:id="rId42"/>
      <p:italic r:id="rId43"/>
      <p:boldItalic r:id="rId44"/>
    </p:embeddedFont>
    <p:embeddedFont>
      <p:font typeface="Josefin Sans" pitchFamily="2" charset="0"/>
      <p:regular r:id="rId45"/>
      <p:bold r:id="rId46"/>
    </p:embeddedFont>
    <p:embeddedFont>
      <p:font typeface="Lato" panose="020F0502020204030203" pitchFamily="34" charset="0"/>
      <p:regular r:id="rId47"/>
      <p:bold r:id="rId48"/>
      <p:italic r:id="rId49"/>
      <p:boldItalic r:id="rId50"/>
    </p:embeddedFont>
    <p:embeddedFont>
      <p:font typeface="Mako" panose="020B0604020202020204" charset="0"/>
      <p:regular r:id="rId51"/>
    </p:embeddedFont>
    <p:embeddedFont>
      <p:font typeface="Merriweather Light" panose="00000400000000000000" pitchFamily="2" charset="0"/>
      <p:regular r:id="rId52"/>
      <p:bold r:id="rId53"/>
      <p:italic r:id="rId54"/>
      <p:boldItalic r:id="rId55"/>
    </p:embeddedFont>
    <p:embeddedFont>
      <p:font typeface="Montserrat" pitchFamily="2" charset="0"/>
      <p:regular r:id="rId56"/>
      <p:bold r:id="rId57"/>
      <p:italic r:id="rId58"/>
      <p:boldItalic r:id="rId59"/>
    </p:embeddedFont>
    <p:embeddedFont>
      <p:font typeface="Open Sans" panose="020B0606030504020204" pitchFamily="34" charset="0"/>
      <p:regular r:id="rId60"/>
      <p:bold r:id="rId61"/>
      <p:italic r:id="rId62"/>
      <p:boldItalic r:id="rId63"/>
    </p:embeddedFont>
    <p:embeddedFont>
      <p:font typeface="Open Sans SemiBold" panose="020B0706030804020204" pitchFamily="34" charset="0"/>
      <p:regular r:id="rId64"/>
      <p:bold r:id="rId65"/>
      <p:italic r:id="rId66"/>
      <p:boldItalic r:id="rId67"/>
    </p:embeddedFont>
    <p:embeddedFont>
      <p:font typeface="Proxima Nova" panose="020B0604020202020204" charset="0"/>
      <p:regular r:id="rId68"/>
      <p:bold r:id="rId69"/>
      <p:italic r:id="rId70"/>
      <p:boldItalic r:id="rId71"/>
    </p:embeddedFont>
    <p:embeddedFont>
      <p:font typeface="Proxima Nova Semibold" panose="020B0604020202020204" charset="0"/>
      <p:regular r:id="rId72"/>
      <p:bold r:id="rId73"/>
      <p:boldItalic r:id="rId74"/>
    </p:embeddedFont>
    <p:embeddedFont>
      <p:font typeface="Russo One" panose="020B0604020202020204" charset="0"/>
      <p:regular r:id="rId75"/>
    </p:embeddedFont>
  </p:embeddedFontLst>
  <p:defaultTextStyle>
    <a:defPPr>
      <a:defRPr lang="vi-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155CEBBF-E36C-47C7-97E4-14B1259D86E9}">
  <a:tblStyle styleId="{155CEBBF-E36C-47C7-97E4-14B1259D86E9}"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36" d="100"/>
          <a:sy n="136" d="100"/>
        </p:scale>
        <p:origin x="894" y="16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Master" Target="slideMasters/slideMaster3.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4.xml"/><Relationship Id="rId15" Type="http://schemas.openxmlformats.org/officeDocument/2006/relationships/slide" Target="slides/slide15.xml"/><Relationship Id="rId16" Type="http://schemas.openxmlformats.org/officeDocument/2006/relationships/slide" Target="slides/slide16.xml"/><Relationship Id="rId17" Type="http://schemas.openxmlformats.org/officeDocument/2006/relationships/slide" Target="slides/slide17.xml"/><Relationship Id="rId18" Type="http://schemas.openxmlformats.org/officeDocument/2006/relationships/slide" Target="slides/slide18.xml"/><Relationship Id="rId19" Type="http://schemas.openxmlformats.org/officeDocument/2006/relationships/slide" Target="slides/slide19.xml"/><Relationship Id="rId20" Type="http://schemas.openxmlformats.org/officeDocument/2006/relationships/slide" Target="slides/slide20.xml"/><Relationship Id="rId21" Type="http://schemas.openxmlformats.org/officeDocument/2006/relationships/slide" Target="slides/slide35.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5.xml"/><Relationship Id="rId26" Type="http://schemas.openxmlformats.org/officeDocument/2006/relationships/slide" Target="slides/slide26.xml"/><Relationship Id="rId27" Type="http://schemas.openxmlformats.org/officeDocument/2006/relationships/slide" Target="slides/slide27.xml"/><Relationship Id="rId28" Type="http://schemas.openxmlformats.org/officeDocument/2006/relationships/slide" Target="slides/slide28.xml"/><Relationship Id="rId29" Type="http://schemas.openxmlformats.org/officeDocument/2006/relationships/slide" Target="slides/slide29.xml"/><Relationship Id="rId30" Type="http://schemas.openxmlformats.org/officeDocument/2006/relationships/slide" Target="slides/slide30.xml"/><Relationship Id="rId31" Type="http://schemas.openxmlformats.org/officeDocument/2006/relationships/slide" Target="slides/slide32.xml"/><Relationship Id="rId32" Type="http://schemas.openxmlformats.org/officeDocument/2006/relationships/slide" Target="slides/slide3.xml"/><Relationship Id="rId33" Type="http://schemas.openxmlformats.org/officeDocument/2006/relationships/slide" Target="slides/slide33.xml"/><Relationship Id="rId34" Type="http://schemas.openxmlformats.org/officeDocument/2006/relationships/slide" Target="slides/slide9.xml"/><Relationship Id="rId35" Type="http://schemas.openxmlformats.org/officeDocument/2006/relationships/slide" Target="slides/slide34.xml"/><Relationship Id="rId36" Type="http://schemas.openxmlformats.org/officeDocument/2006/relationships/notesMaster" Target="notesMasters/notesMaster1.xml"/><Relationship Id="rId37" Type="http://schemas.openxmlformats.org/officeDocument/2006/relationships/font" Target="fonts/font1.fntdata"/><Relationship Id="rId38" Type="http://schemas.openxmlformats.org/officeDocument/2006/relationships/font" Target="fonts/font2.fntdata"/><Relationship Id="rId39" Type="http://schemas.openxmlformats.org/officeDocument/2006/relationships/font" Target="fonts/font3.fntdata"/><Relationship Id="rId40" Type="http://schemas.openxmlformats.org/officeDocument/2006/relationships/font" Target="fonts/font4.fntdata"/><Relationship Id="rId41" Type="http://schemas.openxmlformats.org/officeDocument/2006/relationships/font" Target="fonts/font5.fntdata"/><Relationship Id="rId42" Type="http://schemas.openxmlformats.org/officeDocument/2006/relationships/font" Target="fonts/font6.fntdata"/><Relationship Id="rId43" Type="http://schemas.openxmlformats.org/officeDocument/2006/relationships/font" Target="fonts/font7.fntdata"/><Relationship Id="rId44" Type="http://schemas.openxmlformats.org/officeDocument/2006/relationships/font" Target="fonts/font8.fntdata"/><Relationship Id="rId45" Type="http://schemas.openxmlformats.org/officeDocument/2006/relationships/font" Target="fonts/font9.fntdata"/><Relationship Id="rId46" Type="http://schemas.openxmlformats.org/officeDocument/2006/relationships/font" Target="fonts/font10.fntdata"/><Relationship Id="rId47" Type="http://schemas.openxmlformats.org/officeDocument/2006/relationships/font" Target="fonts/font11.fntdata"/><Relationship Id="rId48" Type="http://schemas.openxmlformats.org/officeDocument/2006/relationships/font" Target="fonts/font12.fntdata"/><Relationship Id="rId49" Type="http://schemas.openxmlformats.org/officeDocument/2006/relationships/font" Target="fonts/font13.fntdata"/><Relationship Id="rId50" Type="http://schemas.openxmlformats.org/officeDocument/2006/relationships/font" Target="fonts/font14.fntdata"/><Relationship Id="rId51" Type="http://schemas.openxmlformats.org/officeDocument/2006/relationships/font" Target="fonts/font15.fntdata"/><Relationship Id="rId52" Type="http://schemas.openxmlformats.org/officeDocument/2006/relationships/font" Target="fonts/font16.fntdata"/><Relationship Id="rId53" Type="http://schemas.openxmlformats.org/officeDocument/2006/relationships/font" Target="fonts/font17.fntdata"/><Relationship Id="rId54" Type="http://schemas.openxmlformats.org/officeDocument/2006/relationships/font" Target="fonts/font18.fntdata"/><Relationship Id="rId55" Type="http://schemas.openxmlformats.org/officeDocument/2006/relationships/font" Target="fonts/font19.fntdata"/><Relationship Id="rId56" Type="http://schemas.openxmlformats.org/officeDocument/2006/relationships/font" Target="fonts/font20.fntdata"/><Relationship Id="rId57" Type="http://schemas.openxmlformats.org/officeDocument/2006/relationships/font" Target="fonts/font21.fntdata"/><Relationship Id="rId58" Type="http://schemas.openxmlformats.org/officeDocument/2006/relationships/font" Target="fonts/font22.fntdata"/><Relationship Id="rId59" Type="http://schemas.openxmlformats.org/officeDocument/2006/relationships/font" Target="fonts/font23.fntdata"/><Relationship Id="rId60" Type="http://schemas.openxmlformats.org/officeDocument/2006/relationships/font" Target="fonts/font24.fntdata"/><Relationship Id="rId61" Type="http://schemas.openxmlformats.org/officeDocument/2006/relationships/font" Target="fonts/font25.fntdata"/><Relationship Id="rId62" Type="http://schemas.openxmlformats.org/officeDocument/2006/relationships/font" Target="fonts/font26.fntdata"/><Relationship Id="rId63" Type="http://schemas.openxmlformats.org/officeDocument/2006/relationships/font" Target="fonts/font27.fntdata"/><Relationship Id="rId64" Type="http://schemas.openxmlformats.org/officeDocument/2006/relationships/font" Target="fonts/font28.fntdata"/><Relationship Id="rId65" Type="http://schemas.openxmlformats.org/officeDocument/2006/relationships/font" Target="fonts/font29.fntdata"/><Relationship Id="rId66" Type="http://schemas.openxmlformats.org/officeDocument/2006/relationships/font" Target="fonts/font30.fntdata"/><Relationship Id="rId67" Type="http://schemas.openxmlformats.org/officeDocument/2006/relationships/font" Target="fonts/font31.fntdata"/><Relationship Id="rId68" Type="http://schemas.openxmlformats.org/officeDocument/2006/relationships/font" Target="fonts/font32.fntdata"/><Relationship Id="rId69" Type="http://schemas.openxmlformats.org/officeDocument/2006/relationships/font" Target="fonts/font33.fntdata"/><Relationship Id="rId70" Type="http://schemas.openxmlformats.org/officeDocument/2006/relationships/font" Target="fonts/font34.fntdata"/><Relationship Id="rId71" Type="http://schemas.openxmlformats.org/officeDocument/2006/relationships/font" Target="fonts/font35.fntdata"/><Relationship Id="rId72" Type="http://schemas.openxmlformats.org/officeDocument/2006/relationships/font" Target="fonts/font36.fntdata"/><Relationship Id="rId73" Type="http://schemas.openxmlformats.org/officeDocument/2006/relationships/font" Target="fonts/font37.fntdata"/><Relationship Id="rId74" Type="http://schemas.openxmlformats.org/officeDocument/2006/relationships/font" Target="fonts/font38.fntdata"/><Relationship Id="rId75" Type="http://schemas.openxmlformats.org/officeDocument/2006/relationships/font" Target="fonts/font39.fntdata"/><Relationship Id="rId76" Type="http://schemas.openxmlformats.org/officeDocument/2006/relationships/presProps" Target="presProps.xml"/><Relationship Id="rId77" Type="http://schemas.openxmlformats.org/officeDocument/2006/relationships/viewProps" Target="viewProps.xml"/><Relationship Id="rId78" Type="http://schemas.openxmlformats.org/officeDocument/2006/relationships/theme" Target="theme/theme1.xml"/><Relationship Id="rId79" Type="http://schemas.openxmlformats.org/officeDocument/2006/relationships/tableStyles" Target="tableStyles.xml"/><Relationship Id="rId80" Type="http://schemas.openxmlformats.org/officeDocument/2006/relationships/slide" Target="slides/slide24.xml"/><Relationship Id="rId81" Type="http://schemas.openxmlformats.org/officeDocument/2006/relationships/slide" Target="slides/slide36.xml"/><Relationship Id="rId82" Type="http://schemas.openxmlformats.org/officeDocument/2006/relationships/slide" Target="slides/slide31.xml"/><Relationship Id="rId83" Type="http://schemas.openxmlformats.org/officeDocument/2006/relationships/slide" Target="slides/slide37.xml"/><Relationship Id="rId84" Type="http://schemas.openxmlformats.org/officeDocument/2006/relationships/slide" Target="slides/slide13.xml"/><Relationship Id="rId85" Type="http://schemas.openxmlformats.org/officeDocument/2006/relationships/slide" Target="slides/slide38.xml"/><Relationship Id="rId86" Type="http://schemas.openxmlformats.org/officeDocument/2006/relationships/slide" Target="slides/slide39.xml"/><Relationship Id="rId87" Type="http://schemas.openxmlformats.org/officeDocument/2006/relationships/slide" Target="slides/slide40.xml"/><Relationship Id="rId88" Type="http://schemas.openxmlformats.org/officeDocument/2006/relationships/slide" Target="slides/slide41.xml"/><Relationship Id="rId89" Type="http://schemas.openxmlformats.org/officeDocument/2006/relationships/slide" Target="slides/slide42.xml"/><Relationship Id="rId90" Type="http://schemas.openxmlformats.org/officeDocument/2006/relationships/slide" Target="slides/slide4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dk2" tx2="lt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[00:00 - 00:30] SLIDE 1: GIỚI THIỆU ĐỀ TÀI</a:t>
            </a:r>
          </a:p>
          <a:p/>
          <a:p>
            <a:r>
              <a:t>Lời nói:</a:t>
            </a:r>
          </a:p>
          <a:p>
            <a:r>
              <a:t>"Kính thưa quý Thầy Cô trong Hội đồng. Em tên là Lê Minh Duy, sinh viên thực hiện khóa luận tốt nghiệp: 'Xây dựng hệ thống phỏng vấn và luyện tập phỏng vấn tích hợp Trí tuệ Nhân tạo - InterV', dưới sự hướng dẫn của Thầy ThS. Đặng Văn Lực.</a:t>
            </a:r>
          </a:p>
          <a:p>
            <a:r>
              <a:t>InterV là nền tảng phỏng vấn giọng nói hai chế độ: Luyện tập cá nhân và Tuyển dụng thực tế, kết hợp mô hình DeepSeek, cơ sở dữ liệu vector Qdrant RAG, và mô hình phân tích âm thanh đa phương thức SenseVoice."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[00:30 - 00:50] SLIDE 2: LỘ TRÌNH BÀI TRÌNH BÀY</a:t>
            </a:r>
          </a:p>
          <a:p/>
          <a:p>
            <a:r>
              <a:t>Lời nói:</a:t>
            </a:r>
          </a:p>
          <a:p>
            <a:r>
              <a:t>"Nội dung trình bày gồm 6 phần chính: 01 Bài toán, 02 Phương pháp, 03 Thiết kế, 04 Sản phẩm, 05 Bằng chứng, và 06 Kết luận. Để làm nổi bật chiều sâu kỹ thuật, em xin phép dành 10 phút trọng tâm cho Pipeline Cốt lõi của hệ thống, và 5 phút cho bối cảnh, ranh giới và hiện vật triển khai."</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[00:55 - 01:15] SLIDE 4: BÀI TOÁN &amp; THỰC TRẠNG</a:t>
            </a:r>
          </a:p>
          <a:p/>
          <a:p>
            <a:r>
              <a:t>Lời nói:</a:t>
            </a:r>
          </a:p>
          <a:p>
            <a:r>
              <a:t>"Các hệ thống phỏng vấn AI hiện nay thường mắc phải 3 lỗi lớn:</a:t>
            </a:r>
          </a:p>
          <a:p>
            <a:r>
              <a:t>1. LLM thiếu căn cứ (Hallucination): Câu hỏi và nhận xét lệch JD.</a:t>
            </a:r>
          </a:p>
          <a:p>
            <a:r>
              <a:t>2. Thiếu nhất quán: Tiêu chí thay đổi giữa các ứng viên.</a:t>
            </a:r>
          </a:p>
          <a:p>
            <a:r>
              <a:t>3. Suy diễn quá mức: Biến tín hiệu giọng nói thành kết luận tâm lý thiếu cơ sở.</a:t>
            </a:r>
          </a:p>
          <a:p>
            <a:r>
              <a:t>Mục tiêu của InterV: Mọi câu hỏi và đánh giá đều phải có căn cứ (Grounded), nhất quán và AI không thay thế con người ra quyết định."</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[01:15 - 01:30] SLIDE 5: BA NHÓM NGƯỜI DÙNG &amp; RANH GIỚI TRÁCH NHIỆM</a:t>
            </a:r>
          </a:p>
          <a:p/>
          <a:p>
            <a:r>
              <a:t>Lời nói:</a:t>
            </a:r>
          </a:p>
          <a:p>
            <a:r>
              <a:t>"Hệ thống phân định 3 ranh giới trách nhiệm tuyệt đối:</a:t>
            </a:r>
          </a:p>
          <a:p>
            <a:r>
              <a:t>• Ứng viên: Sở hữu dữ liệu cá nhân, luyện tập hoặc tham gia theo lời mời.</a:t>
            </a:r>
          </a:p>
          <a:p>
            <a:r>
              <a:t>• Recruiter: Sở hữu quyết định tuyển dụng (thiết lập JD, xem bằng chứng và đánh giá cuối).</a:t>
            </a:r>
          </a:p>
          <a:p>
            <a:r>
              <a:t>• Admin: Vận hành hạ tầng và tài chính; không can thiệp kết quả tuyển dụng."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[01:30 - 01:45] SLIDE 6: MỤC TIÊU NGHIÊN CỨU</a:t>
            </a:r>
          </a:p>
          <a:p/>
          <a:p>
            <a:r>
              <a:t>Lời nói:</a:t>
            </a:r>
          </a:p>
          <a:p>
            <a:r>
              <a:t>"Sáu mục tiêu thiết kế: Tách 2 chế độ, Grounded LLM, Speech an toàn dạng Coaching, Quản trị Provenance, Xác minh kỹ thuật toàn diện, và Không auto-hire/auto-reject."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[01:45 - 02:00] SLIDE 7: BỐN NGUYÊN TẮC KHÓA PHẠM VI</a:t>
            </a:r>
          </a:p>
          <a:p/>
          <a:p>
            <a:r>
              <a:t>Lời nói:</a:t>
            </a:r>
          </a:p>
          <a:p>
            <a:r>
              <a:t>"Phạm vi đề tài được khóa bằng 4 nguyên tắc: Evidence-first (output nối về JD/Rule), Human-in-the-loop, Observation only (chỉ quan sát tín hiệu), và Đúng mức bằng chứng."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[02:00 - 02:05] PHẦN 02: PHƯƠNG PHÁP NGHIÊN CỨU</a:t>
            </a:r>
          </a:p>
          <a:p/>
          <a:p>
            <a:r>
              <a:t>Lời nói:</a:t>
            </a:r>
          </a:p>
          <a:p>
            <a:r>
              <a:t>"Tiếp theo là Phần 2: Phương pháp nghiên cứu và cách thức chuyển hóa các khung lý thuyết chuẩn thành mã nguồn."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[02:20 - 02:35] SLIDE 10: ÁNH XẠ LÝ THUYẾT VÀO HỆ THỐNG</a:t>
            </a:r>
          </a:p>
          <a:p/>
          <a:p>
            <a:r>
              <a:t>Lời nói:</a:t>
            </a:r>
          </a:p>
          <a:p>
            <a:r>
              <a:t>"Các khung lý thuyết chuẩn được chuyển hóa thành mã nguồn: Structured Interview thành Schema, STAR/BARS thành Rule Catalog 86 files, và Responsible AI thành Grounding Tri-gate."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[02:35 - 02:40] PHẦN 03: THIẾT KẾ KIẾN TRÚC &amp; PIPELINE</a:t>
            </a:r>
          </a:p>
          <a:p/>
          <a:p>
            <a:r>
              <a:t>Lời nói:</a:t>
            </a:r>
          </a:p>
          <a:p>
            <a:r>
              <a:t>"Sau đây là Phần 3 - Trọng tâm bài thuyết trình: Thiết kế Kiến trúc và Pipeline Cốt lõi của InterV."</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[02:40 - 03:05] SLIDE 12: KIẾN TRÚC TỔNG THỂ 2 TẦNG</a:t>
            </a:r>
          </a:p>
          <a:p/>
          <a:p>
            <a:r>
              <a:t>Lời nói:</a:t>
            </a:r>
          </a:p>
          <a:p>
            <a:r>
              <a:t>"Kiến trúc phân tầng rạch ròi:</a:t>
            </a:r>
          </a:p>
          <a:p>
            <a:r>
              <a:t>• Web/BFF (Next.js App Router): Quản lý session, auth, WebSocket audio, Mongo replica set.</a:t>
            </a:r>
          </a:p>
          <a:p>
            <a:r>
              <a:t>• AI Backend (Python): DeepSeek, Qdrant RAG, SenseVoice, TTS.</a:t>
            </a:r>
          </a:p>
          <a:p>
            <a:r>
              <a:t>Giao tiếp qua hợp đồng gRPC typed 16 RPCs có xác thực nội bộ. Không có mock data trong runtime."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[03:20 - 03:35] SLIDE 14: USE CASE THEO QUYỀN SỞ HỮU</a:t>
            </a:r>
          </a:p>
          <a:p/>
          <a:p>
            <a:r>
              <a:t>Lời nói:</a:t>
            </a:r>
          </a:p>
          <a:p>
            <a:r>
              <a:t>"Các use case bảo đảm AI nằm ngoài biên quyết định tuyển dụng; recruiter nắm giữ quyền duyệt cuối."</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[03:35 - 05:30] SLIDE 15: LOOKAHEAD ADAPTIVE QUESTION ENGINE (TRỌNG TÂM)</a:t>
            </a:r>
          </a:p>
          <a:p/>
          <a:p>
            <a:r>
              <a:t>Lời nói:</a:t>
            </a:r>
          </a:p>
          <a:p>
            <a:r>
              <a:t>"★ ĐIỂM SÁNG KIẾN TRÚC - XỬ LÝ ĐỘ TRỄ 0MS:</a:t>
            </a:r>
          </a:p>
          <a:p>
            <a:r>
              <a:t>1. Preparation: Backend sinh sẵn bộ câu hỏi baseline + warm TTS. Trả ngay câu 1.</a:t>
            </a:r>
          </a:p>
          <a:p>
            <a:r>
              <a:t>2. Instant Return: Ứng viên nộp câu Q_i -&gt; Trả ngay Q_(i+1) có sẵn trong bộ nhớ đệm (0ms latency, không phải chờ LLM).</a:t>
            </a:r>
          </a:p>
          <a:p>
            <a:r>
              <a:t>3. Background Lookahead: Next.js after() gọi bất đồng bộ SubmitAnswer qua gRPC -&gt; DeepSeek + RAG phân tích câu trả lời Q_i để bắt bài (probe gap) và sinh câu hỏi thích ứng Q_(i+2), đồng thời warm TTS trong nền.</a:t>
            </a:r>
          </a:p>
          <a:p>
            <a:r>
              <a:t>4. Ghi đè thông minh: Q_(i+2) ghi đè vào slot kế tiếp; nếu mạng chậm thì câu baseline làm fallback an toàn. Trải nghiệm phỏng vấn luôn mượt mà và thông minh!"</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[05:30 - 07:00] SLIDE 16: GROUNDED GENERATION &amp; CƠ CHẾ KIỂM SOÁT</a:t>
            </a:r>
          </a:p>
          <a:p/>
          <a:p>
            <a:r>
              <a:t>Lời nói:</a:t>
            </a:r>
          </a:p>
          <a:p>
            <a:r>
              <a:t>"★ CƠ CHẾ GROUNDING 3 CỔNG CHỐNG ẢO GIÁC:</a:t>
            </a:r>
          </a:p>
          <a:p>
            <a:r>
              <a:t>1. Chuẩn hóa Context &amp; Cấp phát Evidence IDs.</a:t>
            </a:r>
          </a:p>
          <a:p>
            <a:r>
              <a:t>2. DeepSeek Structured JSON Output với ràng buộc trích dẫn Evidence ID.</a:t>
            </a:r>
          </a:p>
          <a:p>
            <a:r>
              <a:t>3. Citation Gate: Backend kiểm tra đối chiếu allow-list. Nếu DeepSeek bịa ra ID lạ -&gt; Chặn ngay lập tức và kích hoạt 1 lượt Repair Request tự sửa sai. Bất biến: 100% câu hỏi và đánh giá đều truy nguyên được nguồn gốc!"</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[07:00 - 08:00] SLIDE 17: VÒNG ĐỜI TÀI LIỆU RAG &amp; HYBRID RETRIEVAL</a:t>
            </a:r>
          </a:p>
          <a:p/>
          <a:p>
            <a:r>
              <a:t>Lời nói:</a:t>
            </a:r>
          </a:p>
          <a:p>
            <a:r>
              <a:t>"Kho tri thức 86 Rule Markdown (15 ngành, 60 profile STAR/BARS).</a:t>
            </a:r>
          </a:p>
          <a:p>
            <a:r>
              <a:t>Qdrant kết hợp song song:</a:t>
            </a:r>
          </a:p>
          <a:p>
            <a:r>
              <a:t>• Dense Embeddings: FastEmbed Multilingual MPNet.</a:t>
            </a:r>
          </a:p>
          <a:p>
            <a:r>
              <a:t>• Sparse Lexical: Thuật toán BM25 bắt từ khóa kỹ thuật.</a:t>
            </a:r>
          </a:p>
          <a:p>
            <a:r>
              <a:t>Hợp nhất bằng Reciprocal Rank Fusion (RRF), đảm bảo truy hồi tài liệu vừa chuẩn ngữ nghĩa vừa chính xác từ khóa."</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[08:00 - 09:30] SLIDE 18: PIPELINE TIẾNG NÓI ĐA TẦNG (REALTIME &amp; HẬU KỲ)</a:t>
            </a:r>
          </a:p>
          <a:p/>
          <a:p>
            <a:r>
              <a:t>Lời nói:</a:t>
            </a:r>
          </a:p>
          <a:p>
            <a:r>
              <a:t>"Kính thưa Thầy Cô, pipeline tiếng nói của InterV được thiết kế chuyên biệt theo 2 pha rõ rệt:</a:t>
            </a:r>
          </a:p>
          <a:p/>
          <a:p>
            <a:r>
              <a:t>1. PHA 1: LUỒNG REALTIME TRONG PHỎNG VẤN (TƯƠNG TÁC MƯỢT MÀ, KHÔNG RỜI RẠC)</a:t>
            </a:r>
          </a:p>
          <a:p>
            <a:r>
              <a:t>• Luồng âm thanh từ microphone được AudioWorklet thu và truyền trực tiếp qua WebSocket tới AssemblyAI để thực hiện STT theo thời gian thực.</a:t>
            </a:r>
          </a:p>
          <a:p>
            <a:r>
              <a:t>• Cơ chế Fallback cục bộ: Khi gặp sự cố mạng hoặc lỗi API, hệ thống tự động fallback về model Faster-Whisper chạy trực tiếp trên Python backend.</a:t>
            </a:r>
          </a:p>
          <a:p>
            <a:r>
              <a:t>• Mục đích: Luôn bảo đảm có dữ liệu transcript tức thời cho AI Provider (DeepSeek) tiếp tục hiểu ngữ cảnh, nói tiếp qua TTS và sinh các câu hỏi thích ứng (Lookahead Engine) liền mạch, không làm câu hỏi bị rời rạc hay ngắt quãng phiên phỏng vấn.</a:t>
            </a:r>
          </a:p>
          <a:p/>
          <a:p>
            <a:r>
              <a:t>2. PHA 2: LUỒNG XỬ LÝ HẬU KỲ SAU PHỎNG VẤN (ĐÁNH GIÁ CHUYÊN SÂU &amp; COACHING)</a:t>
            </a:r>
          </a:p>
          <a:p>
            <a:r>
              <a:t>• Sau khi phỏng vấn xong, toàn bộ các đoạn audio gốc đã lưu sẽ được xử lý tuần tự (sequential batch) bằng Faster-Whisper để tái tạo STT chính xác cao nhất.</a:t>
            </a:r>
          </a:p>
          <a:p>
            <a:r>
              <a:t>• Hệ thống áp dụng các thuật toán xử lý tín hiệu âm thanh để đo lường khách quan nhịp độ, tốc độ nói (WPM), và các khoảng trống/khoảng lặng (pause duration) trong câu nói.</a:t>
            </a:r>
          </a:p>
          <a:p>
            <a:r>
              <a:t>• Tiếp theo, audio được đưa qua mô hình SenseVoice theo nguyên tắc 'Observation only' để bóc tách: LID (ngôn ngữ), SER (cảm xúc giọng nói), và AED (sự kiện âm thanh: tiếng cười, tiếng ho, thở dài, từ đệm/filler words).</a:t>
            </a:r>
          </a:p>
          <a:p>
            <a:r>
              <a:t>• Dữ liệu này được tổng hợp để đánh giá khách quan mức độ tự tin, tính lưu loát, và phong thái diễn đạt nhằm hỗ trợ coaching cho ứng viên mà không suy diễn tâm lý tùy tiện."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[09:30 - 10:15] SLIDE 19: AN TOÀN, QUAN SÁT &amp; KHẢ NĂNG PHỤC HỒI</a:t>
            </a:r>
          </a:p>
          <a:p/>
          <a:p>
            <a:r>
              <a:t>Lời nói:</a:t>
            </a:r>
          </a:p>
          <a:p>
            <a:r>
              <a:t>"5 lớp bảo vệ: Auth/RBAC, Schema validation Zod/Pydantic, Timeout/Retry circuit breaker, Audit log/Usage tracking, Graceful fallback ở mọi khâu."</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[10:15 - 10:45] SLIDE 20: HỢP ĐỒNG TYPED gRPC</a:t>
            </a:r>
          </a:p>
          <a:p/>
          <a:p>
            <a:r>
              <a:t>Lời nói:</a:t>
            </a:r>
          </a:p>
          <a:p>
            <a:r>
              <a:t>"Typed RPC 16 phương thức ràng buộc giữa TypeScript BFF và Python Backend. Dữ liệu chỉ được lưu trữ hoặc hiển thị sau khi vượt qua schema validation."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[10:45 - 10:50] PHẦN 04: SẢN PHẨM &amp; TRẢI NGHIỆM</a:t>
            </a:r>
          </a:p>
          <a:p/>
          <a:p>
            <a:r>
              <a:t>Lời nói:</a:t>
            </a:r>
          </a:p>
          <a:p>
            <a:r>
              <a:t>"Tiếp theo là Phần 4: Sản phẩm và các luồng trải nghiệm thực tế trên hệ thống InterV."</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[10:50 - 11:10] SLIDE 22: MA TRẬN PHÂN QUYỀN RBAC</a:t>
            </a:r>
          </a:p>
          <a:p/>
          <a:p>
            <a:r>
              <a:t>Lời nói:</a:t>
            </a:r>
          </a:p>
          <a:p>
            <a:r>
              <a:t>"Candidate, Recruiter, Admin. Ba vai trò phân quyền độc lập, AI tuyệt đối không có quyền tự động ra quyết định tuyển dụng hay loại bỏ ứng viên."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[11:10 - 11:30] SLIDE 23: STATE MACHINE PHIÊN LUYỆN TẬP</a:t>
            </a:r>
          </a:p>
          <a:p/>
          <a:p>
            <a:r>
              <a:t>Lời nói:</a:t>
            </a:r>
          </a:p>
          <a:p>
            <a:r>
              <a:t>"Vòng đời nghiêm ngặt: Draft -&gt; Ready -&gt; Recording -&gt; Processing -&gt; Reviewed -&gt; Completed. Có cơ chế resume an toàn khi gặp sự cố mạng."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[11:45 - 12:00] SLIDE 25: CƠ CHẾ FALLBACK TOÀN DIỆN</a:t>
            </a:r>
          </a:p>
          <a:p/>
          <a:p>
            <a:r>
              <a:t>Lời nói:</a:t>
            </a:r>
          </a:p>
          <a:p>
            <a:r>
              <a:t>"Minh họa đường đi chính (Primary) và đường dự phòng (Fallback) tại mọi điểm trọng yếu: RAG fallback baseline, STT fallback Faster-Whisper, Audio fallback text-only."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[12:00 - 12:20] SLIDE 26: STACK CÔNG NGHỆ</a:t>
            </a:r>
          </a:p>
          <a:p/>
          <a:p>
            <a:r>
              <a:t>Lời nói:</a:t>
            </a:r>
          </a:p>
          <a:p>
            <a:r>
              <a:t>"Next.js 15, TypeScript, Tailwind v4, MongoDB ReplicaSet, Python gRPC (16 RPCs), DeepSeek, Qdrant RAG, AssemblyAI, Faster-Whisper, SenseVoice, Edge/Vbee TTS."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[12:20 - 12:25] PHẦN 05: BẰNG CHỨNG &amp; XÁC MINH</a:t>
            </a:r>
          </a:p>
          <a:p/>
          <a:p>
            <a:r>
              <a:t>Lời nói:</a:t>
            </a:r>
          </a:p>
          <a:p>
            <a:r>
              <a:t>"Tiếp theo là Phần 5: Các bằng chứng kỹ thuật, quy mô hiện vật và kết quả kiểm thử toàn diện."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[12:25 - 13:10] SLIDE 28: QUY MÔ HIỆN VẬT TRIỂN KHAI</a:t>
            </a:r>
          </a:p>
          <a:p/>
          <a:p>
            <a:r>
              <a:t>Lời nói:</a:t>
            </a:r>
          </a:p>
          <a:p>
            <a:r>
              <a:t>"Con số thực tế từ repository:</a:t>
            </a:r>
          </a:p>
          <a:p>
            <a:r>
              <a:t>• Hơn 72.000 dòng mã nguồn logic.</a:t>
            </a:r>
          </a:p>
          <a:p>
            <a:r>
              <a:t>• 61 route files, 74 HTTP methods, 38 trang frontend.</a:t>
            </a:r>
          </a:p>
          <a:p>
            <a:r>
              <a:t>• 19 Mongoose models, 16 gRPC RPCs, 86 Rule files (15 ngành, 60 profile STAR/BARS)."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[13:10 - 13:40] SLIDE 29: XÁC MINH KỸ THUẬT ĐẠT 100%</a:t>
            </a:r>
          </a:p>
          <a:p/>
          <a:p>
            <a:r>
              <a:t>Lời nói:</a:t>
            </a:r>
          </a:p>
          <a:p>
            <a:r>
              <a:t>"Toàn bộ 51/51 Backend tests đạt 100% trong 3.28 giây, 16/16 RPC contract tests pass, Next.js build đạt production-ready, zero-mock runtime."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[13:40 - 13:55] SLIDE 30: BA ĐIỂM KIỂM SOÁT DEEPSEEK</a:t>
            </a:r>
          </a:p>
          <a:p/>
          <a:p>
            <a:r>
              <a:t>Lời nói:</a:t>
            </a:r>
          </a:p>
          <a:p>
            <a:r>
              <a:t>"Kiểm soát Trước - Trong - Sau khi sinh: Pre-generation Context Grounding, In-generation JSON Schema, Post-generation Citation Gate &amp; 1-shot Repair."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[14:15 - 14:20] PHẦN 06: KẾT LUẬN &amp; ĐÓNG GÓP</a:t>
            </a:r>
          </a:p>
          <a:p/>
          <a:p>
            <a:r>
              <a:t>Lời nói:</a:t>
            </a:r>
          </a:p>
          <a:p>
            <a:r>
              <a:t>"Cuối cùng là Phần 6: Đóng góp chính, giới hạn nghiên cứu và lộ trình kiểm soát của InterV."</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[00:50 - 00:55] PHẦN 01: BÀI TOÁN &amp; MỤC TIÊU</a:t>
            </a:r>
          </a:p>
          <a:p/>
          <a:p>
            <a:r>
              <a:t>Lời nói:</a:t>
            </a:r>
          </a:p>
          <a:p>
            <a:r>
              <a:t>"Sau đây, em xin phép bắt đầu với Phần 1: Bài toán thực tế, ba nhóm người dùng và các ranh giới thiết kế cốt lõi của InterV."</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[14:20 - 14:35] SLIDE 33: BỐN ĐÓNG GÓP CHÍNH</a:t>
            </a:r>
          </a:p>
          <a:p/>
          <a:p>
            <a:r>
              <a:t>Lời nói:</a:t>
            </a:r>
          </a:p>
          <a:p>
            <a:r>
              <a:t>"1. Kiến trúc Lookahead thời gian thực 0ms latency.</a:t>
            </a:r>
          </a:p>
          <a:p>
            <a:r>
              <a:t>2. Grounded Generation 3 cổng loại bỏ hoàn toàn ảo giác.</a:t>
            </a:r>
          </a:p>
          <a:p>
            <a:r>
              <a:t>3. Multimodal Speech Pipeline 2 pha an toàn, có fallback.</a:t>
            </a:r>
          </a:p>
          <a:p>
            <a:r>
              <a:t>4. Hệ thống Provenance &amp; Rule Catalog 86 files chuẩn hóa theo STAR/BARS."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[02:05 - 02:20] SLIDE 9: PHƯƠNG PHÁP NGHIÊN CỨU</a:t>
            </a:r>
          </a:p>
          <a:p/>
          <a:p>
            <a:r>
              <a:t>Lời nói:</a:t>
            </a:r>
          </a:p>
          <a:p>
            <a:r>
              <a:t>"Phương pháp tách rõ hai tầng: Xác minh kỹ thuật (chạy đúng, type-safe, contract test) và Đánh giá hiệu lực nghiệp vụ."</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[14:35 - 14:50] SLIDE 34: GIỚI HẠN NGHIÊN CỨU</a:t>
            </a:r>
          </a:p>
          <a:p/>
          <a:p>
            <a:r>
              <a:t>Lời nói:</a:t>
            </a:r>
          </a:p>
          <a:p>
            <a:r>
              <a:t>"Đề tài trung thực xác nhận: Đạt tính nhất quán và vững chắc kỹ thuật, nhưng cần đánh giá Validity/Fairness thực nghiệm trên tập mẫu lớn trước khi triển khai tuyển dụng diện rộng."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
        <p:cNvGrpSpPr/>
        <p:nvPr/>
      </p:nvGrpSpPr>
      <p:grpSpPr>
        <a:xfrm>
          <a:off x="0" y="0"/>
          <a:ext cx="0" cy="0"/>
          <a:chOff x="0" y="0"/>
          <a:chExt cx="0" cy="0"/>
        </a:xfrm>
      </p:grpSpPr>
      <p:sp>
        <p:nvSpPr>
          <p:cNvPr id="9" name="Google Shape;9;p2">
            <a:extLst>
              <a:ext uri="{FF2B5EF4-FFF2-40B4-BE49-F238E27FC236}">
                <a16:creationId xmlns:a16="http://schemas.microsoft.com/office/drawing/2014/main" id="{4E6A828A-B4F6-40CE-A49F-E495D23909BB}"/>
              </a:ext>
            </a:extLst>
          </p:cNvPr>
          <p:cNvSpPr>
            <a:spLocks noGrp="1"/>
          </p:cNvSpPr>
          <p:nvPr>
            <p:ph type="ctrTitle"/>
          </p:nvPr>
        </p:nvSpPr>
        <p:spPr>
          <a:xfrm>
            <a:off x="1039975" y="1248300"/>
            <a:ext cx="7064100" cy="2052600"/>
          </a:xfrm>
          <a:prstGeom prst="rect">
            <a:avLst/>
          </a:prstGeom>
        </p:spPr>
        <p:txBody>
          <a:bodyPr spcFirstLastPara="1" wrap="square" lIns="91425" tIns="91425" rIns="91425" bIns="91425" anchor="t">
            <a:noAutofit/>
          </a:bodyPr>
          <a:lstStyle>
            <a:lvl1pPr algn="ctr">
              <a:spcBef>
                <a:spcPts val="0"/>
              </a:spcBef>
              <a:spcAft>
                <a:spcPts val="0"/>
              </a:spcAft>
              <a:buSzPts val="5200"/>
              <a:buNone/>
              <a:defRPr sz="6500"/>
            </a:lvl1pPr>
            <a:lvl2pPr algn="ctr">
              <a:spcBef>
                <a:spcPts val="0"/>
              </a:spcBef>
              <a:spcAft>
                <a:spcPts val="0"/>
              </a:spcAft>
              <a:buSzPts val="5200"/>
              <a:buNone/>
              <a:defRPr sz="5200"/>
            </a:lvl2pPr>
            <a:lvl3pPr algn="ctr">
              <a:spcBef>
                <a:spcPts val="0"/>
              </a:spcBef>
              <a:spcAft>
                <a:spcPts val="0"/>
              </a:spcAft>
              <a:buSzPts val="5200"/>
              <a:buNone/>
              <a:defRPr sz="5200"/>
            </a:lvl3pPr>
            <a:lvl4pPr algn="ctr">
              <a:spcBef>
                <a:spcPts val="0"/>
              </a:spcBef>
              <a:spcAft>
                <a:spcPts val="0"/>
              </a:spcAft>
              <a:buSzPts val="5200"/>
              <a:buNone/>
              <a:defRPr sz="5200"/>
            </a:lvl4pPr>
            <a:lvl5pPr algn="ctr">
              <a:spcBef>
                <a:spcPts val="0"/>
              </a:spcBef>
              <a:spcAft>
                <a:spcPts val="0"/>
              </a:spcAft>
              <a:buSzPts val="5200"/>
              <a:buNone/>
              <a:defRPr sz="5200"/>
            </a:lvl5pPr>
            <a:lvl6pPr algn="ctr">
              <a:spcBef>
                <a:spcPts val="0"/>
              </a:spcBef>
              <a:spcAft>
                <a:spcPts val="0"/>
              </a:spcAft>
              <a:buSzPts val="5200"/>
              <a:buNone/>
              <a:defRPr sz="5200"/>
            </a:lvl6pPr>
            <a:lvl7pPr algn="ctr">
              <a:spcBef>
                <a:spcPts val="0"/>
              </a:spcBef>
              <a:spcAft>
                <a:spcPts val="0"/>
              </a:spcAft>
              <a:buSzPts val="5200"/>
              <a:buNone/>
              <a:defRPr sz="5200"/>
            </a:lvl7pPr>
            <a:lvl8pPr algn="ctr">
              <a:spcBef>
                <a:spcPts val="0"/>
              </a:spcBef>
              <a:spcAft>
                <a:spcPts val="0"/>
              </a:spcAft>
              <a:buSzPts val="5200"/>
              <a:buNone/>
              <a:defRPr sz="5200"/>
            </a:lvl8pPr>
            <a:lvl9pPr algn="ctr">
              <a:spcBef>
                <a:spcPts val="0"/>
              </a:spcBef>
              <a:spcAft>
                <a:spcPts val="0"/>
              </a:spcAft>
              <a:buSzPts val="5200"/>
              <a:buNone/>
              <a:defRPr sz="5200"/>
            </a:lvl9pPr>
          </a:lstStyle>
          <a:p>
            <a:endParaRPr/>
          </a:p>
        </p:txBody>
      </p:sp>
      <p:sp>
        <p:nvSpPr>
          <p:cNvPr id="10" name="Google Shape;10;p2">
            <a:extLst>
              <a:ext uri="{FF2B5EF4-FFF2-40B4-BE49-F238E27FC236}">
                <a16:creationId xmlns:a16="http://schemas.microsoft.com/office/drawing/2014/main" id="{CFBF0638-58C4-4ED7-B8DE-D3F020006ED3}"/>
              </a:ext>
            </a:extLst>
          </p:cNvPr>
          <p:cNvSpPr>
            <a:spLocks noGrp="1"/>
          </p:cNvSpPr>
          <p:nvPr>
            <p:ph type="subTitle" idx="1"/>
          </p:nvPr>
        </p:nvSpPr>
        <p:spPr>
          <a:xfrm>
            <a:off x="1040000" y="3300900"/>
            <a:ext cx="7064100" cy="4419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2800"/>
              <a:buNone/>
              <a:defRPr sz="1600"/>
            </a:lvl1pPr>
            <a:lvl2pPr algn="ctr">
              <a:lnSpc>
                <a:spcPct val="100000"/>
              </a:lnSpc>
              <a:spcBef>
                <a:spcPts val="0"/>
              </a:spcBef>
              <a:spcAft>
                <a:spcPts val="0"/>
              </a:spcAft>
              <a:buSzPts val="2800"/>
              <a:buNone/>
              <a:defRPr sz="2800"/>
            </a:lvl2pPr>
            <a:lvl3pPr algn="ctr">
              <a:lnSpc>
                <a:spcPct val="100000"/>
              </a:lnSpc>
              <a:spcBef>
                <a:spcPts val="0"/>
              </a:spcBef>
              <a:spcAft>
                <a:spcPts val="0"/>
              </a:spcAft>
              <a:buSzPts val="2800"/>
              <a:buNone/>
              <a:defRPr sz="2800"/>
            </a:lvl3pPr>
            <a:lvl4pPr algn="ctr">
              <a:lnSpc>
                <a:spcPct val="100000"/>
              </a:lnSpc>
              <a:spcBef>
                <a:spcPts val="0"/>
              </a:spcBef>
              <a:spcAft>
                <a:spcPts val="0"/>
              </a:spcAft>
              <a:buSzPts val="2800"/>
              <a:buNone/>
              <a:defRPr sz="2800"/>
            </a:lvl4pPr>
            <a:lvl5pPr algn="ctr">
              <a:lnSpc>
                <a:spcPct val="100000"/>
              </a:lnSpc>
              <a:spcBef>
                <a:spcPts val="0"/>
              </a:spcBef>
              <a:spcAft>
                <a:spcPts val="0"/>
              </a:spcAft>
              <a:buSzPts val="2800"/>
              <a:buNone/>
              <a:defRPr sz="2800"/>
            </a:lvl5pPr>
            <a:lvl6pPr algn="ctr">
              <a:lnSpc>
                <a:spcPct val="100000"/>
              </a:lnSpc>
              <a:spcBef>
                <a:spcPts val="0"/>
              </a:spcBef>
              <a:spcAft>
                <a:spcPts val="0"/>
              </a:spcAft>
              <a:buSzPts val="2800"/>
              <a:buNone/>
              <a:defRPr sz="2800"/>
            </a:lvl6pPr>
            <a:lvl7pPr algn="ctr">
              <a:lnSpc>
                <a:spcPct val="100000"/>
              </a:lnSpc>
              <a:spcBef>
                <a:spcPts val="0"/>
              </a:spcBef>
              <a:spcAft>
                <a:spcPts val="0"/>
              </a:spcAft>
              <a:buSzPts val="2800"/>
              <a:buNone/>
              <a:defRPr sz="2800"/>
            </a:lvl7pPr>
            <a:lvl8pPr algn="ctr">
              <a:lnSpc>
                <a:spcPct val="100000"/>
              </a:lnSpc>
              <a:spcBef>
                <a:spcPts val="0"/>
              </a:spcBef>
              <a:spcAft>
                <a:spcPts val="0"/>
              </a:spcAft>
              <a:buSzPts val="2800"/>
              <a:buNone/>
              <a:defRPr sz="2800"/>
            </a:lvl8pPr>
            <a:lvl9pPr algn="ctr">
              <a:lnSpc>
                <a:spcPct val="100000"/>
              </a:lnSpc>
              <a:spcBef>
                <a:spcPts val="0"/>
              </a:spcBef>
              <a:spcAft>
                <a:spcPts val="0"/>
              </a:spcAft>
              <a:buSzPts val="2800"/>
              <a:buNone/>
              <a:defRPr sz="2800"/>
            </a:lvl9pPr>
          </a:lstStyle>
          <a:p>
            <a:endParaRPr/>
          </a:p>
        </p:txBody>
      </p:sp>
      <p:cxnSp>
        <p:nvCxnSpPr>
          <p:cNvPr id="119" name="Google Shape;11;p2"/>
          <p:cNvCxnSpPr/>
          <p:nvPr/>
        </p:nvCxnSpPr>
        <p:spPr>
          <a:xfrm>
            <a:off x="-72550" y="274100"/>
            <a:ext cx="9287400" cy="0"/>
          </a:xfrm>
          <a:prstGeom prst="straightConnector1">
            <a:avLst/>
          </a:prstGeom>
          <a:ln w="28575" cap="flat">
            <a:solidFill>
              <a:schemeClr val="accent1"/>
            </a:solidFill>
            <a:prstDash val="solid"/>
            <a:round/>
            <a:headEnd type="none" w="med" len="med"/>
            <a:tailEnd type="none" w="med" len="med"/>
          </a:ln>
        </p:spPr>
      </p:cxnSp>
      <p:cxnSp>
        <p:nvCxnSpPr>
          <p:cNvPr id="120" name="Google Shape;12;p2"/>
          <p:cNvCxnSpPr/>
          <p:nvPr/>
        </p:nvCxnSpPr>
        <p:spPr>
          <a:xfrm flipH="1">
            <a:off x="-257975" y="-72550"/>
            <a:ext cx="3047400" cy="1346400"/>
          </a:xfrm>
          <a:prstGeom prst="curvedConnector3">
            <a:avLst>
              <a:gd name="adj1" fmla="val 50000"/>
            </a:avLst>
          </a:prstGeom>
          <a:ln w="28575" cap="flat">
            <a:solidFill>
              <a:schemeClr val="accent2"/>
            </a:solidFill>
            <a:prstDash val="solid"/>
            <a:round/>
            <a:headEnd type="none" w="med" len="med"/>
            <a:tailEnd type="none" w="med" len="med"/>
          </a:ln>
        </p:spPr>
      </p:cxnSp>
      <p:cxnSp>
        <p:nvCxnSpPr>
          <p:cNvPr id="121" name="Google Shape;13;p2"/>
          <p:cNvCxnSpPr/>
          <p:nvPr/>
        </p:nvCxnSpPr>
        <p:spPr>
          <a:xfrm>
            <a:off x="-72550" y="4877450"/>
            <a:ext cx="9287400" cy="0"/>
          </a:xfrm>
          <a:prstGeom prst="straightConnector1">
            <a:avLst/>
          </a:prstGeom>
          <a:ln w="28575" cap="flat">
            <a:solidFill>
              <a:schemeClr val="accent1"/>
            </a:solidFill>
            <a:prstDash val="solid"/>
            <a:round/>
            <a:headEnd type="none" w="med" len="med"/>
            <a:tailEnd type="none" w="med" len="med"/>
          </a:ln>
        </p:spPr>
      </p:cxnSp>
      <p:cxnSp>
        <p:nvCxnSpPr>
          <p:cNvPr id="122" name="Google Shape;14;p2"/>
          <p:cNvCxnSpPr/>
          <p:nvPr/>
        </p:nvCxnSpPr>
        <p:spPr>
          <a:xfrm flipH="1">
            <a:off x="6467450" y="3935375"/>
            <a:ext cx="3047400" cy="1346400"/>
          </a:xfrm>
          <a:prstGeom prst="curvedConnector3">
            <a:avLst>
              <a:gd name="adj1" fmla="val 50000"/>
            </a:avLst>
          </a:prstGeom>
          <a:ln w="28575" cap="flat">
            <a:solidFill>
              <a:schemeClr val="accent2"/>
            </a:solidFill>
            <a:prstDash val="solid"/>
            <a:round/>
            <a:headEnd type="none" w="med" len="med"/>
            <a:tailEnd type="none" w="med" len="med"/>
          </a:ln>
        </p:spPr>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
        <p:cNvGrpSpPr/>
        <p:nvPr/>
      </p:nvGrpSpPr>
      <p:grpSpPr>
        <a:xfrm>
          <a:off x="0" y="0"/>
          <a:ext cx="0" cy="0"/>
          <a:chOff x="0" y="0"/>
          <a:chExt cx="0" cy="0"/>
        </a:xfrm>
      </p:grpSpPr>
      <p:sp>
        <p:nvSpPr>
          <p:cNvPr id="16" name="Google Shape;16;p3">
            <a:extLst>
              <a:ext uri="{FF2B5EF4-FFF2-40B4-BE49-F238E27FC236}">
                <a16:creationId xmlns:a16="http://schemas.microsoft.com/office/drawing/2014/main" id="{0B7FB922-AF7D-432B-AFB1-766BB08E3D4E}"/>
              </a:ext>
            </a:extLst>
          </p:cNvPr>
          <p:cNvSpPr>
            <a:spLocks noGrp="1"/>
          </p:cNvSpPr>
          <p:nvPr>
            <p:ph type="title"/>
          </p:nvPr>
        </p:nvSpPr>
        <p:spPr>
          <a:xfrm>
            <a:off x="2714550" y="2366272"/>
            <a:ext cx="3714900" cy="818400"/>
          </a:xfrm>
          <a:prstGeom prst="rect">
            <a:avLst/>
          </a:prstGeom>
          <a:noFill/>
        </p:spPr>
        <p:txBody>
          <a:bodyPr spcFirstLastPara="1" wrap="square" lIns="91425" tIns="91425" rIns="91425" bIns="91425" anchor="t">
            <a:noAutofit/>
          </a:bodyPr>
          <a:lstStyle>
            <a:lvl1pPr>
              <a:spcBef>
                <a:spcPts val="0"/>
              </a:spcBef>
              <a:spcAft>
                <a:spcPts val="0"/>
              </a:spcAft>
              <a:buClr>
                <a:schemeClr val="accent4"/>
              </a:buClr>
              <a:buSzPts val="3600"/>
              <a:buNone/>
              <a:defRPr sz="5000"/>
            </a:lvl1pPr>
            <a:lvl2pPr algn="ctr">
              <a:spcBef>
                <a:spcPts val="0"/>
              </a:spcBef>
              <a:spcAft>
                <a:spcPts val="0"/>
              </a:spcAft>
              <a:buSzPts val="3600"/>
              <a:buNone/>
              <a:defRPr sz="3600"/>
            </a:lvl2pPr>
            <a:lvl3pPr algn="ctr">
              <a:spcBef>
                <a:spcPts val="0"/>
              </a:spcBef>
              <a:spcAft>
                <a:spcPts val="0"/>
              </a:spcAft>
              <a:buSzPts val="3600"/>
              <a:buNone/>
              <a:defRPr sz="3600"/>
            </a:lvl3pPr>
            <a:lvl4pPr algn="ctr">
              <a:spcBef>
                <a:spcPts val="0"/>
              </a:spcBef>
              <a:spcAft>
                <a:spcPts val="0"/>
              </a:spcAft>
              <a:buSzPts val="3600"/>
              <a:buNone/>
              <a:defRPr sz="3600"/>
            </a:lvl4pPr>
            <a:lvl5pPr algn="ctr">
              <a:spcBef>
                <a:spcPts val="0"/>
              </a:spcBef>
              <a:spcAft>
                <a:spcPts val="0"/>
              </a:spcAft>
              <a:buSzPts val="3600"/>
              <a:buNone/>
              <a:defRPr sz="3600"/>
            </a:lvl5pPr>
            <a:lvl6pPr algn="ctr">
              <a:spcBef>
                <a:spcPts val="0"/>
              </a:spcBef>
              <a:spcAft>
                <a:spcPts val="0"/>
              </a:spcAft>
              <a:buSzPts val="3600"/>
              <a:buNone/>
              <a:defRPr sz="3600"/>
            </a:lvl6pPr>
            <a:lvl7pPr algn="ctr">
              <a:spcBef>
                <a:spcPts val="0"/>
              </a:spcBef>
              <a:spcAft>
                <a:spcPts val="0"/>
              </a:spcAft>
              <a:buSzPts val="3600"/>
              <a:buNone/>
              <a:defRPr sz="3600"/>
            </a:lvl7pPr>
            <a:lvl8pPr algn="ctr">
              <a:spcBef>
                <a:spcPts val="0"/>
              </a:spcBef>
              <a:spcAft>
                <a:spcPts val="0"/>
              </a:spcAft>
              <a:buSzPts val="3600"/>
              <a:buNone/>
              <a:defRPr sz="3600"/>
            </a:lvl8pPr>
            <a:lvl9pPr algn="ctr">
              <a:spcBef>
                <a:spcPts val="0"/>
              </a:spcBef>
              <a:spcAft>
                <a:spcPts val="0"/>
              </a:spcAft>
              <a:buSzPts val="3600"/>
              <a:buNone/>
              <a:defRPr sz="3600"/>
            </a:lvl9pPr>
          </a:lstStyle>
          <a:p>
            <a:endParaRPr/>
          </a:p>
        </p:txBody>
      </p:sp>
      <p:sp>
        <p:nvSpPr>
          <p:cNvPr id="17" name="Google Shape;17;p3">
            <a:extLst>
              <a:ext uri="{FF2B5EF4-FFF2-40B4-BE49-F238E27FC236}">
                <a16:creationId xmlns:a16="http://schemas.microsoft.com/office/drawing/2014/main" id="{FF2A239D-E547-426F-A934-E18F40C9E74A}"/>
              </a:ext>
            </a:extLst>
          </p:cNvPr>
          <p:cNvSpPr>
            <a:spLocks noGrp="1"/>
          </p:cNvSpPr>
          <p:nvPr>
            <p:ph type="title" idx="2" hasCustomPrompt="1"/>
          </p:nvPr>
        </p:nvSpPr>
        <p:spPr>
          <a:xfrm>
            <a:off x="3746550" y="1339163"/>
            <a:ext cx="1650900" cy="978300"/>
          </a:xfrm>
          <a:prstGeom prst="rect">
            <a:avLst/>
          </a:prstGeom>
        </p:spPr>
        <p:txBody>
          <a:bodyPr spcFirstLastPara="1" wrap="square" lIns="91425" tIns="91425" rIns="91425" bIns="91425" anchor="t">
            <a:noAutofit/>
          </a:bodyPr>
          <a:lstStyle>
            <a:lvl1pPr>
              <a:spcBef>
                <a:spcPts val="0"/>
              </a:spcBef>
              <a:spcAft>
                <a:spcPts val="0"/>
              </a:spcAft>
              <a:buSzPts val="6000"/>
              <a:buNone/>
              <a:defRPr sz="7000">
                <a:solidFill>
                  <a:schemeClr val="accent1"/>
                </a:solidFill>
              </a:defRPr>
            </a:lvl1pPr>
            <a:lvl2pPr algn="ctr">
              <a:spcBef>
                <a:spcPts val="0"/>
              </a:spcBef>
              <a:spcAft>
                <a:spcPts val="0"/>
              </a:spcAft>
              <a:buSzPts val="6000"/>
              <a:buNone/>
              <a:defRPr sz="6000" b="1"/>
            </a:lvl2pPr>
            <a:lvl3pPr algn="ctr">
              <a:spcBef>
                <a:spcPts val="0"/>
              </a:spcBef>
              <a:spcAft>
                <a:spcPts val="0"/>
              </a:spcAft>
              <a:buSzPts val="6000"/>
              <a:buNone/>
              <a:defRPr sz="6000" b="1"/>
            </a:lvl3pPr>
            <a:lvl4pPr algn="ctr">
              <a:spcBef>
                <a:spcPts val="0"/>
              </a:spcBef>
              <a:spcAft>
                <a:spcPts val="0"/>
              </a:spcAft>
              <a:buSzPts val="6000"/>
              <a:buNone/>
              <a:defRPr sz="6000" b="1"/>
            </a:lvl4pPr>
            <a:lvl5pPr algn="ctr">
              <a:spcBef>
                <a:spcPts val="0"/>
              </a:spcBef>
              <a:spcAft>
                <a:spcPts val="0"/>
              </a:spcAft>
              <a:buSzPts val="6000"/>
              <a:buNone/>
              <a:defRPr sz="6000" b="1"/>
            </a:lvl5pPr>
            <a:lvl6pPr algn="ctr">
              <a:spcBef>
                <a:spcPts val="0"/>
              </a:spcBef>
              <a:spcAft>
                <a:spcPts val="0"/>
              </a:spcAft>
              <a:buSzPts val="6000"/>
              <a:buNone/>
              <a:defRPr sz="6000" b="1"/>
            </a:lvl6pPr>
            <a:lvl7pPr algn="ctr">
              <a:spcBef>
                <a:spcPts val="0"/>
              </a:spcBef>
              <a:spcAft>
                <a:spcPts val="0"/>
              </a:spcAft>
              <a:buSzPts val="6000"/>
              <a:buNone/>
              <a:defRPr sz="6000" b="1"/>
            </a:lvl7pPr>
            <a:lvl8pPr algn="ctr">
              <a:spcBef>
                <a:spcPts val="0"/>
              </a:spcBef>
              <a:spcAft>
                <a:spcPts val="0"/>
              </a:spcAft>
              <a:buSzPts val="6000"/>
              <a:buNone/>
              <a:defRPr sz="6000" b="1"/>
            </a:lvl8pPr>
            <a:lvl9pPr algn="ctr">
              <a:spcBef>
                <a:spcPts val="0"/>
              </a:spcBef>
              <a:spcAft>
                <a:spcPts val="0"/>
              </a:spcAft>
              <a:buSzPts val="6000"/>
              <a:buNone/>
              <a:defRPr sz="6000" b="1"/>
            </a:lvl9pPr>
          </a:lstStyle>
          <a:p>
            <a:r>
              <a:t>xx%</a:t>
            </a:r>
          </a:p>
        </p:txBody>
      </p:sp>
      <p:sp>
        <p:nvSpPr>
          <p:cNvPr id="18" name="Google Shape;18;p3">
            <a:extLst>
              <a:ext uri="{FF2B5EF4-FFF2-40B4-BE49-F238E27FC236}">
                <a16:creationId xmlns:a16="http://schemas.microsoft.com/office/drawing/2014/main" id="{DD24F91D-F123-493D-B3EF-E815973DBE00}"/>
              </a:ext>
            </a:extLst>
          </p:cNvPr>
          <p:cNvSpPr>
            <a:spLocks noGrp="1"/>
          </p:cNvSpPr>
          <p:nvPr>
            <p:ph type="subTitle" idx="1"/>
          </p:nvPr>
        </p:nvSpPr>
        <p:spPr>
          <a:xfrm>
            <a:off x="2291400" y="3076675"/>
            <a:ext cx="4561200" cy="393000"/>
          </a:xfrm>
          <a:prstGeom prst="rect">
            <a:avLst/>
          </a:prstGeom>
        </p:spPr>
        <p:txBody>
          <a:bodyPr spcFirstLastPara="1" wrap="square" lIns="91425" tIns="91425" rIns="91425" bIns="91425" anchor="t">
            <a:noAutofit/>
          </a:bodyPr>
          <a:lstStyle>
            <a:lvl1pPr>
              <a:lnSpc>
                <a:spcPct val="100000"/>
              </a:lnSpc>
              <a:spcBef>
                <a:spcPts val="0"/>
              </a:spcBef>
              <a:spcAft>
                <a:spcPts val="0"/>
              </a:spcAft>
              <a:buSzPts val="1800"/>
              <a:buNone/>
              <a:defRPr sz="1400"/>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cxnSp>
        <p:nvCxnSpPr>
          <p:cNvPr id="145" name="Google Shape;19;p3"/>
          <p:cNvCxnSpPr/>
          <p:nvPr/>
        </p:nvCxnSpPr>
        <p:spPr>
          <a:xfrm>
            <a:off x="-72550" y="274100"/>
            <a:ext cx="9287400" cy="0"/>
          </a:xfrm>
          <a:prstGeom prst="straightConnector1">
            <a:avLst/>
          </a:prstGeom>
          <a:ln w="28575" cap="flat">
            <a:solidFill>
              <a:schemeClr val="accent1"/>
            </a:solidFill>
            <a:prstDash val="solid"/>
            <a:round/>
            <a:headEnd type="none" w="med" len="med"/>
            <a:tailEnd type="none" w="med" len="med"/>
          </a:ln>
        </p:spPr>
      </p:cxnSp>
      <p:cxnSp>
        <p:nvCxnSpPr>
          <p:cNvPr id="146" name="Google Shape;20;p3"/>
          <p:cNvCxnSpPr/>
          <p:nvPr/>
        </p:nvCxnSpPr>
        <p:spPr>
          <a:xfrm>
            <a:off x="-72550" y="4877450"/>
            <a:ext cx="9287400" cy="0"/>
          </a:xfrm>
          <a:prstGeom prst="straightConnector1">
            <a:avLst/>
          </a:prstGeom>
          <a:ln w="28575" cap="flat">
            <a:solidFill>
              <a:schemeClr val="accent1"/>
            </a:solidFill>
            <a:prstDash val="solid"/>
            <a:round/>
            <a:headEnd type="none" w="med" len="med"/>
            <a:tailEnd type="none" w="med" len="med"/>
          </a:ln>
        </p:spPr>
      </p:cxnSp>
      <p:cxnSp>
        <p:nvCxnSpPr>
          <p:cNvPr id="147" name="Google Shape;21;p3"/>
          <p:cNvCxnSpPr/>
          <p:nvPr/>
        </p:nvCxnSpPr>
        <p:spPr>
          <a:xfrm flipH="1">
            <a:off x="7948925" y="3979775"/>
            <a:ext cx="1378500" cy="1236300"/>
          </a:xfrm>
          <a:prstGeom prst="curvedConnector3">
            <a:avLst>
              <a:gd name="adj1" fmla="val 50000"/>
            </a:avLst>
          </a:prstGeom>
          <a:ln w="28575" cap="flat">
            <a:solidFill>
              <a:schemeClr val="accent2"/>
            </a:solidFill>
            <a:prstDash val="solid"/>
            <a:round/>
            <a:headEnd type="none" w="med" len="med"/>
            <a:tailEnd type="none" w="med" len="med"/>
          </a:ln>
        </p:spPr>
      </p:cxnSp>
      <p:cxnSp>
        <p:nvCxnSpPr>
          <p:cNvPr id="148" name="Google Shape;22;p3"/>
          <p:cNvCxnSpPr/>
          <p:nvPr/>
        </p:nvCxnSpPr>
        <p:spPr>
          <a:xfrm flipH="1">
            <a:off x="-112875" y="-88700"/>
            <a:ext cx="1418700" cy="1064400"/>
          </a:xfrm>
          <a:prstGeom prst="curvedConnector3">
            <a:avLst>
              <a:gd name="adj1" fmla="val 50000"/>
            </a:avLst>
          </a:prstGeom>
          <a:ln w="28575" cap="flat">
            <a:solidFill>
              <a:schemeClr val="accent2"/>
            </a:solidFill>
            <a:prstDash val="solid"/>
            <a:round/>
            <a:headEnd type="none" w="med" len="med"/>
            <a:tailEnd type="none" w="med" len="med"/>
          </a:ln>
        </p:spPr>
      </p:cxn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p:cSld name="TITLE_AND_BODY">
    <p:spTree>
      <p:nvGrpSpPr>
        <p:cNvPr id="1" name=""/>
        <p:cNvGrpSpPr/>
        <p:nvPr/>
      </p:nvGrpSpPr>
      <p:grpSpPr>
        <a:xfrm>
          <a:off x="0" y="0"/>
          <a:ext cx="0" cy="0"/>
          <a:chOff x="0" y="0"/>
          <a:chExt cx="0" cy="0"/>
        </a:xfrm>
      </p:grpSpPr>
      <p:sp>
        <p:nvSpPr>
          <p:cNvPr id="24" name="Google Shape;24;p4">
            <a:extLst>
              <a:ext uri="{FF2B5EF4-FFF2-40B4-BE49-F238E27FC236}">
                <a16:creationId xmlns:a16="http://schemas.microsoft.com/office/drawing/2014/main" id="{72EB0842-0321-4AED-A78A-578C20D37E06}"/>
              </a:ext>
            </a:extLst>
          </p:cNvPr>
          <p:cNvSpPr>
            <a:spLocks noGrp="1"/>
          </p:cNvSpPr>
          <p:nvPr>
            <p:ph type="title"/>
          </p:nvPr>
        </p:nvSpPr>
        <p:spPr>
          <a:xfrm>
            <a:off x="713225" y="445025"/>
            <a:ext cx="4711500" cy="572700"/>
          </a:xfrm>
          <a:prstGeom prst="rect">
            <a:avLst/>
          </a:prstGeom>
        </p:spPr>
        <p:txBody>
          <a:bodyPr spcFirstLastPara="1" wrap="square" lIns="91425" tIns="91425" rIns="91425" bIns="91425" anchor="t">
            <a:noAutofit/>
          </a:bodyPr>
          <a:lstStyle>
            <a:lvl1pPr>
              <a:spcBef>
                <a:spcPts val="0"/>
              </a:spcBef>
              <a:spcAft>
                <a:spcPts val="0"/>
              </a:spcAft>
              <a:buSzPts val="3000"/>
              <a:buNone/>
              <a:defRPr/>
            </a:lvl1pPr>
            <a:lvl2pPr>
              <a:spcBef>
                <a:spcPts val="0"/>
              </a:spcBef>
              <a:spcAft>
                <a:spcPts val="0"/>
              </a:spcAft>
              <a:buSzPts val="3000"/>
              <a:buNone/>
              <a:defRPr/>
            </a:lvl2pPr>
            <a:lvl3pPr>
              <a:spcBef>
                <a:spcPts val="0"/>
              </a:spcBef>
              <a:spcAft>
                <a:spcPts val="0"/>
              </a:spcAft>
              <a:buSzPts val="3000"/>
              <a:buNone/>
              <a:defRPr/>
            </a:lvl3pPr>
            <a:lvl4pPr>
              <a:spcBef>
                <a:spcPts val="0"/>
              </a:spcBef>
              <a:spcAft>
                <a:spcPts val="0"/>
              </a:spcAft>
              <a:buSzPts val="3000"/>
              <a:buNone/>
              <a:defRPr/>
            </a:lvl4pPr>
            <a:lvl5pPr>
              <a:spcBef>
                <a:spcPts val="0"/>
              </a:spcBef>
              <a:spcAft>
                <a:spcPts val="0"/>
              </a:spcAft>
              <a:buSzPts val="3000"/>
              <a:buNone/>
              <a:defRPr/>
            </a:lvl5pPr>
            <a:lvl6pPr>
              <a:spcBef>
                <a:spcPts val="0"/>
              </a:spcBef>
              <a:spcAft>
                <a:spcPts val="0"/>
              </a:spcAft>
              <a:buSzPts val="3000"/>
              <a:buNone/>
              <a:defRPr/>
            </a:lvl6pPr>
            <a:lvl7pPr>
              <a:spcBef>
                <a:spcPts val="0"/>
              </a:spcBef>
              <a:spcAft>
                <a:spcPts val="0"/>
              </a:spcAft>
              <a:buSzPts val="3000"/>
              <a:buNone/>
              <a:defRPr/>
            </a:lvl7pPr>
            <a:lvl8pPr>
              <a:spcBef>
                <a:spcPts val="0"/>
              </a:spcBef>
              <a:spcAft>
                <a:spcPts val="0"/>
              </a:spcAft>
              <a:buSzPts val="3000"/>
              <a:buNone/>
              <a:defRPr/>
            </a:lvl8pPr>
            <a:lvl9pPr>
              <a:spcBef>
                <a:spcPts val="0"/>
              </a:spcBef>
              <a:spcAft>
                <a:spcPts val="0"/>
              </a:spcAft>
              <a:buSzPts val="3000"/>
              <a:buNone/>
              <a:defRPr/>
            </a:lvl9pPr>
          </a:lstStyle>
          <a:p>
            <a:endParaRPr/>
          </a:p>
        </p:txBody>
      </p:sp>
      <p:sp>
        <p:nvSpPr>
          <p:cNvPr id="25" name="Google Shape;25;p4">
            <a:extLst>
              <a:ext uri="{FF2B5EF4-FFF2-40B4-BE49-F238E27FC236}">
                <a16:creationId xmlns:a16="http://schemas.microsoft.com/office/drawing/2014/main" id="{DCD04D2F-3192-48E2-8AD6-B15701B220A9}"/>
              </a:ext>
            </a:extLst>
          </p:cNvPr>
          <p:cNvSpPr>
            <a:spLocks noGrp="1"/>
          </p:cNvSpPr>
          <p:nvPr>
            <p:ph type="body" idx="1"/>
          </p:nvPr>
        </p:nvSpPr>
        <p:spPr>
          <a:xfrm>
            <a:off x="713250" y="1272925"/>
            <a:ext cx="7717500" cy="3295800"/>
          </a:xfrm>
          <a:prstGeom prst="rect">
            <a:avLst/>
          </a:prstGeom>
        </p:spPr>
        <p:txBody>
          <a:bodyPr spcFirstLastPara="1" wrap="square" lIns="91425" tIns="91425" rIns="91425" bIns="91425" anchor="t">
            <a:noAutofit/>
          </a:bodyPr>
          <a:lstStyle>
            <a:lvl1pPr marL="457200" indent="-342900">
              <a:lnSpc>
                <a:spcPct val="100000"/>
              </a:lnSpc>
              <a:spcBef>
                <a:spcPts val="0"/>
              </a:spcBef>
              <a:spcAft>
                <a:spcPts val="0"/>
              </a:spcAft>
              <a:buClr>
                <a:schemeClr val="dk1"/>
              </a:buClr>
              <a:buSzPts val="1800"/>
              <a:buFont typeface="Lato"/>
              <a:buChar char="●"/>
              <a:defRPr sz="1100"/>
            </a:lvl1pPr>
            <a:lvl2pPr marL="914400" indent="-317500">
              <a:spcBef>
                <a:spcPts val="0"/>
              </a:spcBef>
              <a:spcAft>
                <a:spcPts val="0"/>
              </a:spcAft>
              <a:buClr>
                <a:schemeClr val="dk1"/>
              </a:buClr>
              <a:buSzPts val="1400"/>
              <a:buFont typeface="Lato"/>
              <a:buChar char="○"/>
              <a:defRPr/>
            </a:lvl2pPr>
            <a:lvl3pPr marL="1371600" indent="-317500">
              <a:spcBef>
                <a:spcPts val="0"/>
              </a:spcBef>
              <a:spcAft>
                <a:spcPts val="0"/>
              </a:spcAft>
              <a:buClr>
                <a:schemeClr val="dk1"/>
              </a:buClr>
              <a:buSzPts val="1400"/>
              <a:buFont typeface="Lato"/>
              <a:buChar char="■"/>
              <a:defRPr/>
            </a:lvl3pPr>
            <a:lvl4pPr marL="1828800" indent="-317500">
              <a:spcBef>
                <a:spcPts val="0"/>
              </a:spcBef>
              <a:spcAft>
                <a:spcPts val="0"/>
              </a:spcAft>
              <a:buClr>
                <a:schemeClr val="dk1"/>
              </a:buClr>
              <a:buSzPts val="1400"/>
              <a:buFont typeface="Lato"/>
              <a:buChar char="●"/>
              <a:defRPr/>
            </a:lvl4pPr>
            <a:lvl5pPr marL="2286000" indent="-317500">
              <a:spcBef>
                <a:spcPts val="0"/>
              </a:spcBef>
              <a:spcAft>
                <a:spcPts val="0"/>
              </a:spcAft>
              <a:buClr>
                <a:schemeClr val="dk1"/>
              </a:buClr>
              <a:buSzPts val="1400"/>
              <a:buFont typeface="Lato"/>
              <a:buChar char="○"/>
              <a:defRPr/>
            </a:lvl5pPr>
            <a:lvl6pPr marL="2743200" indent="-317500">
              <a:spcBef>
                <a:spcPts val="0"/>
              </a:spcBef>
              <a:spcAft>
                <a:spcPts val="0"/>
              </a:spcAft>
              <a:buClr>
                <a:schemeClr val="dk1"/>
              </a:buClr>
              <a:buSzPts val="1400"/>
              <a:buFont typeface="Lato"/>
              <a:buChar char="■"/>
              <a:defRPr/>
            </a:lvl6pPr>
            <a:lvl7pPr marL="3200400" indent="-317500">
              <a:spcBef>
                <a:spcPts val="0"/>
              </a:spcBef>
              <a:spcAft>
                <a:spcPts val="0"/>
              </a:spcAft>
              <a:buClr>
                <a:schemeClr val="dk1"/>
              </a:buClr>
              <a:buSzPts val="1400"/>
              <a:buFont typeface="Lato"/>
              <a:buChar char="●"/>
              <a:defRPr/>
            </a:lvl7pPr>
            <a:lvl8pPr marL="3657600" indent="-317500">
              <a:spcBef>
                <a:spcPts val="0"/>
              </a:spcBef>
              <a:spcAft>
                <a:spcPts val="0"/>
              </a:spcAft>
              <a:buClr>
                <a:schemeClr val="dk1"/>
              </a:buClr>
              <a:buSzPts val="1400"/>
              <a:buFont typeface="Lato"/>
              <a:buChar char="○"/>
              <a:defRPr/>
            </a:lvl8pPr>
            <a:lvl9pPr marL="4114800" indent="-317500">
              <a:spcBef>
                <a:spcPts val="0"/>
              </a:spcBef>
              <a:spcAft>
                <a:spcPts val="0"/>
              </a:spcAft>
              <a:buClr>
                <a:schemeClr val="dk1"/>
              </a:buClr>
              <a:buSzPts val="1400"/>
              <a:buFont typeface="Lato"/>
              <a:buChar char="■"/>
              <a:defRPr/>
            </a:lvl9pPr>
          </a:lstStyle>
          <a:p>
            <a:endParaRPr/>
          </a:p>
        </p:txBody>
      </p:sp>
      <p:cxnSp>
        <p:nvCxnSpPr>
          <p:cNvPr id="116" name="Google Shape;26;p4"/>
          <p:cNvCxnSpPr/>
          <p:nvPr/>
        </p:nvCxnSpPr>
        <p:spPr>
          <a:xfrm>
            <a:off x="-72550" y="274100"/>
            <a:ext cx="9287400" cy="0"/>
          </a:xfrm>
          <a:prstGeom prst="straightConnector1">
            <a:avLst/>
          </a:prstGeom>
          <a:ln w="28575" cap="flat">
            <a:solidFill>
              <a:schemeClr val="accent1"/>
            </a:solidFill>
            <a:prstDash val="solid"/>
            <a:round/>
            <a:headEnd type="none" w="med" len="med"/>
            <a:tailEnd type="none" w="med" len="med"/>
          </a:ln>
        </p:spPr>
      </p:cxnSp>
      <p:cxnSp>
        <p:nvCxnSpPr>
          <p:cNvPr id="117" name="Google Shape;27;p4"/>
          <p:cNvCxnSpPr/>
          <p:nvPr/>
        </p:nvCxnSpPr>
        <p:spPr>
          <a:xfrm>
            <a:off x="-72550" y="4877450"/>
            <a:ext cx="9287400" cy="0"/>
          </a:xfrm>
          <a:prstGeom prst="straightConnector1">
            <a:avLst/>
          </a:prstGeom>
          <a:ln w="28575" cap="flat">
            <a:solidFill>
              <a:schemeClr val="accent1"/>
            </a:solidFill>
            <a:prstDash val="solid"/>
            <a:round/>
            <a:headEnd type="none" w="med" len="med"/>
            <a:tailEnd type="none" w="med" len="med"/>
          </a:ln>
        </p:spPr>
      </p:cxnSp>
      <p:cxnSp>
        <p:nvCxnSpPr>
          <p:cNvPr id="118" name="Google Shape;28;p4"/>
          <p:cNvCxnSpPr/>
          <p:nvPr/>
        </p:nvCxnSpPr>
        <p:spPr>
          <a:xfrm>
            <a:off x="6884900" y="-113600"/>
            <a:ext cx="2565600" cy="1306200"/>
          </a:xfrm>
          <a:prstGeom prst="curvedConnector3">
            <a:avLst>
              <a:gd name="adj1" fmla="val 50000"/>
            </a:avLst>
          </a:prstGeom>
          <a:ln w="28575" cap="flat">
            <a:solidFill>
              <a:schemeClr val="accent2"/>
            </a:solidFill>
            <a:prstDash val="solid"/>
            <a:round/>
            <a:headEnd type="none" w="med" len="med"/>
            <a:tailEnd type="none" w="med" len="med"/>
          </a:ln>
        </p:spPr>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p:cSld name="TITLE_AND_TWO_COLUMNS">
    <p:spTree>
      <p:nvGrpSpPr>
        <p:cNvPr id="1" name=""/>
        <p:cNvGrpSpPr/>
        <p:nvPr/>
      </p:nvGrpSpPr>
      <p:grpSpPr>
        <a:xfrm>
          <a:off x="0" y="0"/>
          <a:ext cx="0" cy="0"/>
          <a:chOff x="0" y="0"/>
          <a:chExt cx="0" cy="0"/>
        </a:xfrm>
      </p:grpSpPr>
      <p:sp>
        <p:nvSpPr>
          <p:cNvPr id="30" name="Google Shape;30;p5">
            <a:extLst>
              <a:ext uri="{FF2B5EF4-FFF2-40B4-BE49-F238E27FC236}">
                <a16:creationId xmlns:a16="http://schemas.microsoft.com/office/drawing/2014/main" id="{08D1F09F-2E27-420C-BB60-E9C3EE65FD3F}"/>
              </a:ext>
            </a:extLst>
          </p:cNvPr>
          <p:cNvSpPr>
            <a:spLocks noGrp="1"/>
          </p:cNvSpPr>
          <p:nvPr>
            <p:ph type="title"/>
          </p:nvPr>
        </p:nvSpPr>
        <p:spPr>
          <a:xfrm>
            <a:off x="713225" y="445025"/>
            <a:ext cx="5681100" cy="572700"/>
          </a:xfrm>
          <a:prstGeom prst="rect">
            <a:avLst/>
          </a:prstGeom>
        </p:spPr>
        <p:txBody>
          <a:bodyPr spcFirstLastPara="1" wrap="square" lIns="91425" tIns="91425" rIns="91425" bIns="91425" anchor="t">
            <a:noAutofit/>
          </a:bodyPr>
          <a:lstStyle>
            <a:lvl1pPr>
              <a:spcBef>
                <a:spcPts val="0"/>
              </a:spcBef>
              <a:spcAft>
                <a:spcPts val="0"/>
              </a:spcAft>
              <a:buSzPts val="3000"/>
              <a:buNone/>
              <a:defRPr/>
            </a:lvl1pPr>
            <a:lvl2pPr>
              <a:spcBef>
                <a:spcPts val="0"/>
              </a:spcBef>
              <a:spcAft>
                <a:spcPts val="0"/>
              </a:spcAft>
              <a:buSzPts val="3000"/>
              <a:buNone/>
              <a:defRPr/>
            </a:lvl2pPr>
            <a:lvl3pPr>
              <a:spcBef>
                <a:spcPts val="0"/>
              </a:spcBef>
              <a:spcAft>
                <a:spcPts val="0"/>
              </a:spcAft>
              <a:buSzPts val="3000"/>
              <a:buNone/>
              <a:defRPr/>
            </a:lvl3pPr>
            <a:lvl4pPr>
              <a:spcBef>
                <a:spcPts val="0"/>
              </a:spcBef>
              <a:spcAft>
                <a:spcPts val="0"/>
              </a:spcAft>
              <a:buSzPts val="3000"/>
              <a:buNone/>
              <a:defRPr/>
            </a:lvl4pPr>
            <a:lvl5pPr>
              <a:spcBef>
                <a:spcPts val="0"/>
              </a:spcBef>
              <a:spcAft>
                <a:spcPts val="0"/>
              </a:spcAft>
              <a:buSzPts val="3000"/>
              <a:buNone/>
              <a:defRPr/>
            </a:lvl5pPr>
            <a:lvl6pPr>
              <a:spcBef>
                <a:spcPts val="0"/>
              </a:spcBef>
              <a:spcAft>
                <a:spcPts val="0"/>
              </a:spcAft>
              <a:buSzPts val="3000"/>
              <a:buNone/>
              <a:defRPr/>
            </a:lvl6pPr>
            <a:lvl7pPr>
              <a:spcBef>
                <a:spcPts val="0"/>
              </a:spcBef>
              <a:spcAft>
                <a:spcPts val="0"/>
              </a:spcAft>
              <a:buSzPts val="3000"/>
              <a:buNone/>
              <a:defRPr/>
            </a:lvl7pPr>
            <a:lvl8pPr>
              <a:spcBef>
                <a:spcPts val="0"/>
              </a:spcBef>
              <a:spcAft>
                <a:spcPts val="0"/>
              </a:spcAft>
              <a:buSzPts val="3000"/>
              <a:buNone/>
              <a:defRPr/>
            </a:lvl8pPr>
            <a:lvl9pPr>
              <a:spcBef>
                <a:spcPts val="0"/>
              </a:spcBef>
              <a:spcAft>
                <a:spcPts val="0"/>
              </a:spcAft>
              <a:buSzPts val="3000"/>
              <a:buNone/>
              <a:defRPr/>
            </a:lvl9pPr>
          </a:lstStyle>
          <a:p>
            <a:endParaRPr/>
          </a:p>
        </p:txBody>
      </p:sp>
      <p:sp>
        <p:nvSpPr>
          <p:cNvPr id="31" name="Google Shape;31;p5">
            <a:extLst>
              <a:ext uri="{FF2B5EF4-FFF2-40B4-BE49-F238E27FC236}">
                <a16:creationId xmlns:a16="http://schemas.microsoft.com/office/drawing/2014/main" id="{A22BEED7-A59A-4FE9-93DD-178282F644C6}"/>
              </a:ext>
            </a:extLst>
          </p:cNvPr>
          <p:cNvSpPr>
            <a:spLocks noGrp="1"/>
          </p:cNvSpPr>
          <p:nvPr>
            <p:ph type="subTitle" idx="1"/>
          </p:nvPr>
        </p:nvSpPr>
        <p:spPr>
          <a:xfrm>
            <a:off x="5038975" y="2551449"/>
            <a:ext cx="2486100" cy="5013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2400"/>
              <a:buFont typeface="Cambria"/>
              <a:buNone/>
              <a:defRPr sz="2400">
                <a:solidFill>
                  <a:schemeClr val="accent1"/>
                </a:solidFill>
                <a:latin typeface="Cambria"/>
                <a:ea typeface="Cambria"/>
                <a:cs typeface="Cambria"/>
              </a:defRPr>
            </a:lvl1pPr>
            <a:lvl2pPr algn="ctr">
              <a:spcBef>
                <a:spcPts val="0"/>
              </a:spcBef>
              <a:spcAft>
                <a:spcPts val="0"/>
              </a:spcAft>
              <a:buSzPts val="2400"/>
              <a:buFont typeface="Cambria"/>
              <a:buNone/>
              <a:defRPr sz="2400" b="1">
                <a:latin typeface="Cambria"/>
                <a:ea typeface="Cambria"/>
                <a:cs typeface="Cambria"/>
              </a:defRPr>
            </a:lvl2pPr>
            <a:lvl3pPr algn="ctr">
              <a:spcBef>
                <a:spcPts val="0"/>
              </a:spcBef>
              <a:spcAft>
                <a:spcPts val="0"/>
              </a:spcAft>
              <a:buSzPts val="2400"/>
              <a:buFont typeface="Cambria"/>
              <a:buNone/>
              <a:defRPr sz="2400" b="1">
                <a:latin typeface="Cambria"/>
                <a:ea typeface="Cambria"/>
                <a:cs typeface="Cambria"/>
              </a:defRPr>
            </a:lvl3pPr>
            <a:lvl4pPr algn="ctr">
              <a:spcBef>
                <a:spcPts val="0"/>
              </a:spcBef>
              <a:spcAft>
                <a:spcPts val="0"/>
              </a:spcAft>
              <a:buSzPts val="2400"/>
              <a:buFont typeface="Cambria"/>
              <a:buNone/>
              <a:defRPr sz="2400" b="1">
                <a:latin typeface="Cambria"/>
                <a:ea typeface="Cambria"/>
                <a:cs typeface="Cambria"/>
              </a:defRPr>
            </a:lvl4pPr>
            <a:lvl5pPr algn="ctr">
              <a:spcBef>
                <a:spcPts val="0"/>
              </a:spcBef>
              <a:spcAft>
                <a:spcPts val="0"/>
              </a:spcAft>
              <a:buSzPts val="2400"/>
              <a:buFont typeface="Cambria"/>
              <a:buNone/>
              <a:defRPr sz="2400" b="1">
                <a:latin typeface="Cambria"/>
                <a:ea typeface="Cambria"/>
                <a:cs typeface="Cambria"/>
              </a:defRPr>
            </a:lvl5pPr>
            <a:lvl6pPr algn="ctr">
              <a:spcBef>
                <a:spcPts val="0"/>
              </a:spcBef>
              <a:spcAft>
                <a:spcPts val="0"/>
              </a:spcAft>
              <a:buSzPts val="2400"/>
              <a:buFont typeface="Cambria"/>
              <a:buNone/>
              <a:defRPr sz="2400" b="1">
                <a:latin typeface="Cambria"/>
                <a:ea typeface="Cambria"/>
                <a:cs typeface="Cambria"/>
              </a:defRPr>
            </a:lvl6pPr>
            <a:lvl7pPr algn="ctr">
              <a:spcBef>
                <a:spcPts val="0"/>
              </a:spcBef>
              <a:spcAft>
                <a:spcPts val="0"/>
              </a:spcAft>
              <a:buSzPts val="2400"/>
              <a:buFont typeface="Cambria"/>
              <a:buNone/>
              <a:defRPr sz="2400" b="1">
                <a:latin typeface="Cambria"/>
                <a:ea typeface="Cambria"/>
                <a:cs typeface="Cambria"/>
              </a:defRPr>
            </a:lvl7pPr>
            <a:lvl8pPr algn="ctr">
              <a:spcBef>
                <a:spcPts val="0"/>
              </a:spcBef>
              <a:spcAft>
                <a:spcPts val="0"/>
              </a:spcAft>
              <a:buSzPts val="2400"/>
              <a:buFont typeface="Cambria"/>
              <a:buNone/>
              <a:defRPr sz="2400" b="1">
                <a:latin typeface="Cambria"/>
                <a:ea typeface="Cambria"/>
                <a:cs typeface="Cambria"/>
              </a:defRPr>
            </a:lvl8pPr>
            <a:lvl9pPr algn="ctr">
              <a:spcBef>
                <a:spcPts val="0"/>
              </a:spcBef>
              <a:spcAft>
                <a:spcPts val="0"/>
              </a:spcAft>
              <a:buSzPts val="2400"/>
              <a:buFont typeface="Cambria"/>
              <a:buNone/>
              <a:defRPr sz="2400" b="1">
                <a:latin typeface="Cambria"/>
                <a:ea typeface="Cambria"/>
                <a:cs typeface="Cambria"/>
              </a:defRPr>
            </a:lvl9pPr>
          </a:lstStyle>
          <a:p>
            <a:endParaRPr/>
          </a:p>
        </p:txBody>
      </p:sp>
      <p:sp>
        <p:nvSpPr>
          <p:cNvPr id="32" name="Google Shape;32;p5">
            <a:extLst>
              <a:ext uri="{FF2B5EF4-FFF2-40B4-BE49-F238E27FC236}">
                <a16:creationId xmlns:a16="http://schemas.microsoft.com/office/drawing/2014/main" id="{D79B6CD1-4A5E-499D-9E60-2CA6D0AE35BC}"/>
              </a:ext>
            </a:extLst>
          </p:cNvPr>
          <p:cNvSpPr>
            <a:spLocks noGrp="1"/>
          </p:cNvSpPr>
          <p:nvPr>
            <p:ph type="subTitle" idx="2"/>
          </p:nvPr>
        </p:nvSpPr>
        <p:spPr>
          <a:xfrm>
            <a:off x="5038975" y="2961200"/>
            <a:ext cx="2486100" cy="9021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1400"/>
              <a:buNone/>
              <a:defRPr sz="1400"/>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sp>
        <p:nvSpPr>
          <p:cNvPr id="33" name="Google Shape;33;p5">
            <a:extLst>
              <a:ext uri="{FF2B5EF4-FFF2-40B4-BE49-F238E27FC236}">
                <a16:creationId xmlns:a16="http://schemas.microsoft.com/office/drawing/2014/main" id="{75CA77F8-001B-4DBA-AEB9-985BD5D9B152}"/>
              </a:ext>
            </a:extLst>
          </p:cNvPr>
          <p:cNvSpPr>
            <a:spLocks noGrp="1"/>
          </p:cNvSpPr>
          <p:nvPr>
            <p:ph type="subTitle" idx="3"/>
          </p:nvPr>
        </p:nvSpPr>
        <p:spPr>
          <a:xfrm>
            <a:off x="1693175" y="2551449"/>
            <a:ext cx="2486100" cy="5013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2400"/>
              <a:buFont typeface="Cambria"/>
              <a:buNone/>
              <a:defRPr sz="2400">
                <a:solidFill>
                  <a:schemeClr val="accent1"/>
                </a:solidFill>
                <a:latin typeface="Cambria"/>
                <a:ea typeface="Cambria"/>
                <a:cs typeface="Cambria"/>
              </a:defRPr>
            </a:lvl1pPr>
            <a:lvl2pPr algn="ctr">
              <a:spcBef>
                <a:spcPts val="0"/>
              </a:spcBef>
              <a:spcAft>
                <a:spcPts val="0"/>
              </a:spcAft>
              <a:buSzPts val="2400"/>
              <a:buFont typeface="Cambria"/>
              <a:buNone/>
              <a:defRPr sz="2400" b="1">
                <a:latin typeface="Cambria"/>
                <a:ea typeface="Cambria"/>
                <a:cs typeface="Cambria"/>
              </a:defRPr>
            </a:lvl2pPr>
            <a:lvl3pPr algn="ctr">
              <a:spcBef>
                <a:spcPts val="0"/>
              </a:spcBef>
              <a:spcAft>
                <a:spcPts val="0"/>
              </a:spcAft>
              <a:buSzPts val="2400"/>
              <a:buFont typeface="Cambria"/>
              <a:buNone/>
              <a:defRPr sz="2400" b="1">
                <a:latin typeface="Cambria"/>
                <a:ea typeface="Cambria"/>
                <a:cs typeface="Cambria"/>
              </a:defRPr>
            </a:lvl3pPr>
            <a:lvl4pPr algn="ctr">
              <a:spcBef>
                <a:spcPts val="0"/>
              </a:spcBef>
              <a:spcAft>
                <a:spcPts val="0"/>
              </a:spcAft>
              <a:buSzPts val="2400"/>
              <a:buFont typeface="Cambria"/>
              <a:buNone/>
              <a:defRPr sz="2400" b="1">
                <a:latin typeface="Cambria"/>
                <a:ea typeface="Cambria"/>
                <a:cs typeface="Cambria"/>
              </a:defRPr>
            </a:lvl4pPr>
            <a:lvl5pPr algn="ctr">
              <a:spcBef>
                <a:spcPts val="0"/>
              </a:spcBef>
              <a:spcAft>
                <a:spcPts val="0"/>
              </a:spcAft>
              <a:buSzPts val="2400"/>
              <a:buFont typeface="Cambria"/>
              <a:buNone/>
              <a:defRPr sz="2400" b="1">
                <a:latin typeface="Cambria"/>
                <a:ea typeface="Cambria"/>
                <a:cs typeface="Cambria"/>
              </a:defRPr>
            </a:lvl5pPr>
            <a:lvl6pPr algn="ctr">
              <a:spcBef>
                <a:spcPts val="0"/>
              </a:spcBef>
              <a:spcAft>
                <a:spcPts val="0"/>
              </a:spcAft>
              <a:buSzPts val="2400"/>
              <a:buFont typeface="Cambria"/>
              <a:buNone/>
              <a:defRPr sz="2400" b="1">
                <a:latin typeface="Cambria"/>
                <a:ea typeface="Cambria"/>
                <a:cs typeface="Cambria"/>
              </a:defRPr>
            </a:lvl6pPr>
            <a:lvl7pPr algn="ctr">
              <a:spcBef>
                <a:spcPts val="0"/>
              </a:spcBef>
              <a:spcAft>
                <a:spcPts val="0"/>
              </a:spcAft>
              <a:buSzPts val="2400"/>
              <a:buFont typeface="Cambria"/>
              <a:buNone/>
              <a:defRPr sz="2400" b="1">
                <a:latin typeface="Cambria"/>
                <a:ea typeface="Cambria"/>
                <a:cs typeface="Cambria"/>
              </a:defRPr>
            </a:lvl7pPr>
            <a:lvl8pPr algn="ctr">
              <a:spcBef>
                <a:spcPts val="0"/>
              </a:spcBef>
              <a:spcAft>
                <a:spcPts val="0"/>
              </a:spcAft>
              <a:buSzPts val="2400"/>
              <a:buFont typeface="Cambria"/>
              <a:buNone/>
              <a:defRPr sz="2400" b="1">
                <a:latin typeface="Cambria"/>
                <a:ea typeface="Cambria"/>
                <a:cs typeface="Cambria"/>
              </a:defRPr>
            </a:lvl8pPr>
            <a:lvl9pPr algn="ctr">
              <a:spcBef>
                <a:spcPts val="0"/>
              </a:spcBef>
              <a:spcAft>
                <a:spcPts val="0"/>
              </a:spcAft>
              <a:buSzPts val="2400"/>
              <a:buFont typeface="Cambria"/>
              <a:buNone/>
              <a:defRPr sz="2400" b="1">
                <a:latin typeface="Cambria"/>
                <a:ea typeface="Cambria"/>
                <a:cs typeface="Cambria"/>
              </a:defRPr>
            </a:lvl9pPr>
          </a:lstStyle>
          <a:p>
            <a:endParaRPr/>
          </a:p>
        </p:txBody>
      </p:sp>
      <p:sp>
        <p:nvSpPr>
          <p:cNvPr id="34" name="Google Shape;34;p5">
            <a:extLst>
              <a:ext uri="{FF2B5EF4-FFF2-40B4-BE49-F238E27FC236}">
                <a16:creationId xmlns:a16="http://schemas.microsoft.com/office/drawing/2014/main" id="{1EC8C074-8035-444A-A65D-97B0091232AB}"/>
              </a:ext>
            </a:extLst>
          </p:cNvPr>
          <p:cNvSpPr>
            <a:spLocks noGrp="1"/>
          </p:cNvSpPr>
          <p:nvPr>
            <p:ph type="subTitle" idx="4"/>
          </p:nvPr>
        </p:nvSpPr>
        <p:spPr>
          <a:xfrm>
            <a:off x="1693175" y="2961200"/>
            <a:ext cx="2486100" cy="9021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1400"/>
              <a:buNone/>
              <a:defRPr sz="1400"/>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cxnSp>
        <p:nvCxnSpPr>
          <p:cNvPr id="179" name="Google Shape;35;p5"/>
          <p:cNvCxnSpPr/>
          <p:nvPr/>
        </p:nvCxnSpPr>
        <p:spPr>
          <a:xfrm>
            <a:off x="-72550" y="274100"/>
            <a:ext cx="9287400" cy="0"/>
          </a:xfrm>
          <a:prstGeom prst="straightConnector1">
            <a:avLst/>
          </a:prstGeom>
          <a:ln w="28575" cap="flat">
            <a:solidFill>
              <a:schemeClr val="accent1"/>
            </a:solidFill>
            <a:prstDash val="solid"/>
            <a:round/>
            <a:headEnd type="none" w="med" len="med"/>
            <a:tailEnd type="none" w="med" len="med"/>
          </a:ln>
        </p:spPr>
      </p:cxnSp>
      <p:cxnSp>
        <p:nvCxnSpPr>
          <p:cNvPr id="180" name="Google Shape;36;p5"/>
          <p:cNvCxnSpPr/>
          <p:nvPr/>
        </p:nvCxnSpPr>
        <p:spPr>
          <a:xfrm>
            <a:off x="-72550" y="4877450"/>
            <a:ext cx="9287400" cy="0"/>
          </a:xfrm>
          <a:prstGeom prst="straightConnector1">
            <a:avLst/>
          </a:prstGeom>
          <a:ln w="28575" cap="flat">
            <a:solidFill>
              <a:schemeClr val="accent1"/>
            </a:solidFill>
            <a:prstDash val="solid"/>
            <a:round/>
            <a:headEnd type="none" w="med" len="med"/>
            <a:tailEnd type="none" w="med" len="med"/>
          </a:ln>
        </p:spPr>
      </p:cxnSp>
      <p:cxnSp>
        <p:nvCxnSpPr>
          <p:cNvPr id="181" name="Google Shape;37;p5"/>
          <p:cNvCxnSpPr/>
          <p:nvPr/>
        </p:nvCxnSpPr>
        <p:spPr>
          <a:xfrm flipH="1">
            <a:off x="6935750" y="3931325"/>
            <a:ext cx="2549400" cy="1354500"/>
          </a:xfrm>
          <a:prstGeom prst="curvedConnector3">
            <a:avLst>
              <a:gd name="adj1" fmla="val 50000"/>
            </a:avLst>
          </a:prstGeom>
          <a:ln w="28575" cap="flat">
            <a:solidFill>
              <a:schemeClr val="accent2"/>
            </a:solidFill>
            <a:prstDash val="solid"/>
            <a:round/>
            <a:headEnd type="none" w="med" len="med"/>
            <a:tailEnd type="none" w="med" len="med"/>
          </a:ln>
        </p:spPr>
      </p:cxn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
        <p:cNvGrpSpPr/>
        <p:nvPr/>
      </p:nvGrpSpPr>
      <p:grpSpPr>
        <a:xfrm>
          <a:off x="0" y="0"/>
          <a:ext cx="0" cy="0"/>
          <a:chOff x="0" y="0"/>
          <a:chExt cx="0" cy="0"/>
        </a:xfrm>
      </p:grpSpPr>
      <p:sp>
        <p:nvSpPr>
          <p:cNvPr id="39" name="Google Shape;39;p6">
            <a:extLst>
              <a:ext uri="{FF2B5EF4-FFF2-40B4-BE49-F238E27FC236}">
                <a16:creationId xmlns:a16="http://schemas.microsoft.com/office/drawing/2014/main" id="{D5C0834B-A978-43E6-87B8-A54B4EDE2923}"/>
              </a:ext>
            </a:extLst>
          </p:cNvPr>
          <p:cNvSpPr>
            <a:spLocks noGrp="1"/>
          </p:cNvSpPr>
          <p:nvPr>
            <p:ph type="title"/>
          </p:nvPr>
        </p:nvSpPr>
        <p:spPr>
          <a:xfrm>
            <a:off x="713225" y="445025"/>
            <a:ext cx="7717500" cy="572700"/>
          </a:xfrm>
          <a:prstGeom prst="rect">
            <a:avLst/>
          </a:prstGeom>
        </p:spPr>
        <p:txBody>
          <a:bodyPr spcFirstLastPara="1" wrap="square" lIns="91425" tIns="91425" rIns="91425" bIns="91425" anchor="t">
            <a:noAutofit/>
          </a:bodyPr>
          <a:lstStyle>
            <a:lvl1pPr>
              <a:spcBef>
                <a:spcPts val="0"/>
              </a:spcBef>
              <a:spcAft>
                <a:spcPts val="0"/>
              </a:spcAft>
              <a:buSzPts val="3000"/>
              <a:buNone/>
              <a:defRPr/>
            </a:lvl1pPr>
            <a:lvl2pPr>
              <a:spcBef>
                <a:spcPts val="0"/>
              </a:spcBef>
              <a:spcAft>
                <a:spcPts val="0"/>
              </a:spcAft>
              <a:buSzPts val="3000"/>
              <a:buNone/>
              <a:defRPr/>
            </a:lvl2pPr>
            <a:lvl3pPr>
              <a:spcBef>
                <a:spcPts val="0"/>
              </a:spcBef>
              <a:spcAft>
                <a:spcPts val="0"/>
              </a:spcAft>
              <a:buSzPts val="3000"/>
              <a:buNone/>
              <a:defRPr/>
            </a:lvl3pPr>
            <a:lvl4pPr>
              <a:spcBef>
                <a:spcPts val="0"/>
              </a:spcBef>
              <a:spcAft>
                <a:spcPts val="0"/>
              </a:spcAft>
              <a:buSzPts val="3000"/>
              <a:buNone/>
              <a:defRPr/>
            </a:lvl4pPr>
            <a:lvl5pPr>
              <a:spcBef>
                <a:spcPts val="0"/>
              </a:spcBef>
              <a:spcAft>
                <a:spcPts val="0"/>
              </a:spcAft>
              <a:buSzPts val="3000"/>
              <a:buNone/>
              <a:defRPr/>
            </a:lvl5pPr>
            <a:lvl6pPr>
              <a:spcBef>
                <a:spcPts val="0"/>
              </a:spcBef>
              <a:spcAft>
                <a:spcPts val="0"/>
              </a:spcAft>
              <a:buSzPts val="3000"/>
              <a:buNone/>
              <a:defRPr/>
            </a:lvl6pPr>
            <a:lvl7pPr>
              <a:spcBef>
                <a:spcPts val="0"/>
              </a:spcBef>
              <a:spcAft>
                <a:spcPts val="0"/>
              </a:spcAft>
              <a:buSzPts val="3000"/>
              <a:buNone/>
              <a:defRPr/>
            </a:lvl7pPr>
            <a:lvl8pPr>
              <a:spcBef>
                <a:spcPts val="0"/>
              </a:spcBef>
              <a:spcAft>
                <a:spcPts val="0"/>
              </a:spcAft>
              <a:buSzPts val="3000"/>
              <a:buNone/>
              <a:defRPr/>
            </a:lvl8pPr>
            <a:lvl9pPr>
              <a:spcBef>
                <a:spcPts val="0"/>
              </a:spcBef>
              <a:spcAft>
                <a:spcPts val="0"/>
              </a:spcAft>
              <a:buSzPts val="3000"/>
              <a:buNone/>
              <a:defRPr/>
            </a:lvl9pPr>
          </a:lstStyle>
          <a:p>
            <a:endParaRPr/>
          </a:p>
        </p:txBody>
      </p:sp>
      <p:cxnSp>
        <p:nvCxnSpPr>
          <p:cNvPr id="94" name="Google Shape;40;p6"/>
          <p:cNvCxnSpPr/>
          <p:nvPr/>
        </p:nvCxnSpPr>
        <p:spPr>
          <a:xfrm>
            <a:off x="-72550" y="274100"/>
            <a:ext cx="9287400" cy="0"/>
          </a:xfrm>
          <a:prstGeom prst="straightConnector1">
            <a:avLst/>
          </a:prstGeom>
          <a:ln w="28575" cap="flat">
            <a:solidFill>
              <a:schemeClr val="accent1"/>
            </a:solidFill>
            <a:prstDash val="solid"/>
            <a:round/>
            <a:headEnd type="none" w="med" len="med"/>
            <a:tailEnd type="none" w="med" len="med"/>
          </a:ln>
        </p:spPr>
      </p:cxnSp>
      <p:cxnSp>
        <p:nvCxnSpPr>
          <p:cNvPr id="95" name="Google Shape;41;p6"/>
          <p:cNvCxnSpPr/>
          <p:nvPr/>
        </p:nvCxnSpPr>
        <p:spPr>
          <a:xfrm>
            <a:off x="-72550" y="4877450"/>
            <a:ext cx="9287400" cy="0"/>
          </a:xfrm>
          <a:prstGeom prst="straightConnector1">
            <a:avLst/>
          </a:prstGeom>
          <a:ln w="28575" cap="flat">
            <a:solidFill>
              <a:schemeClr val="accent1"/>
            </a:solidFill>
            <a:prstDash val="solid"/>
            <a:round/>
            <a:headEnd type="none" w="med" len="med"/>
            <a:tailEnd type="none" w="med" len="med"/>
          </a:ln>
        </p:spPr>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
        <p:cNvGrpSpPr/>
        <p:nvPr/>
      </p:nvGrpSpPr>
      <p:grpSpPr>
        <a:xfrm>
          <a:off x="0" y="0"/>
          <a:ext cx="0" cy="0"/>
          <a:chOff x="0" y="0"/>
          <a:chExt cx="0" cy="0"/>
        </a:xfrm>
      </p:grpSpPr>
      <p:sp>
        <p:nvSpPr>
          <p:cNvPr id="43" name="Google Shape;43;p7">
            <a:extLst>
              <a:ext uri="{FF2B5EF4-FFF2-40B4-BE49-F238E27FC236}">
                <a16:creationId xmlns:a16="http://schemas.microsoft.com/office/drawing/2014/main" id="{55C52AE4-0A94-4507-92E7-A29DF4535BB7}"/>
              </a:ext>
            </a:extLst>
          </p:cNvPr>
          <p:cNvSpPr>
            <a:spLocks noGrp="1"/>
          </p:cNvSpPr>
          <p:nvPr>
            <p:ph type="subTitle" idx="1"/>
          </p:nvPr>
        </p:nvSpPr>
        <p:spPr>
          <a:xfrm>
            <a:off x="2247500" y="1433050"/>
            <a:ext cx="1838100" cy="357000"/>
          </a:xfrm>
          <a:prstGeom prst="rect">
            <a:avLst/>
          </a:prstGeom>
        </p:spPr>
        <p:txBody>
          <a:bodyPr spcFirstLastPara="1" wrap="square" lIns="91425" tIns="91425" rIns="91425" bIns="91425" anchor="ctr">
            <a:noAutofit/>
          </a:bodyPr>
          <a:lstStyle>
            <a:lvl1pPr>
              <a:lnSpc>
                <a:spcPct val="100000"/>
              </a:lnSpc>
              <a:spcBef>
                <a:spcPts val="0"/>
              </a:spcBef>
              <a:spcAft>
                <a:spcPts val="0"/>
              </a:spcAft>
              <a:buClr>
                <a:schemeClr val="accent1"/>
              </a:buClr>
              <a:buSzPts val="2400"/>
              <a:buFont typeface="Cambria"/>
              <a:buNone/>
              <a:defRPr sz="2400">
                <a:solidFill>
                  <a:schemeClr val="accent1"/>
                </a:solidFill>
                <a:latin typeface="Cambria"/>
                <a:ea typeface="Cambria"/>
                <a:cs typeface="Cambria"/>
              </a:defRPr>
            </a:lvl1pPr>
            <a:lvl2pPr algn="ctr">
              <a:spcBef>
                <a:spcPts val="0"/>
              </a:spcBef>
              <a:spcAft>
                <a:spcPts val="0"/>
              </a:spcAft>
              <a:buClr>
                <a:schemeClr val="accent1"/>
              </a:buClr>
              <a:buSzPts val="2400"/>
              <a:buFont typeface="Cambria"/>
              <a:buNone/>
              <a:defRPr sz="2400" b="1">
                <a:solidFill>
                  <a:schemeClr val="accent1"/>
                </a:solidFill>
                <a:latin typeface="Cambria"/>
                <a:ea typeface="Cambria"/>
                <a:cs typeface="Cambria"/>
              </a:defRPr>
            </a:lvl2pPr>
            <a:lvl3pPr algn="ctr">
              <a:spcBef>
                <a:spcPts val="0"/>
              </a:spcBef>
              <a:spcAft>
                <a:spcPts val="0"/>
              </a:spcAft>
              <a:buClr>
                <a:schemeClr val="accent1"/>
              </a:buClr>
              <a:buSzPts val="2400"/>
              <a:buFont typeface="Cambria"/>
              <a:buNone/>
              <a:defRPr sz="2400" b="1">
                <a:solidFill>
                  <a:schemeClr val="accent1"/>
                </a:solidFill>
                <a:latin typeface="Cambria"/>
                <a:ea typeface="Cambria"/>
                <a:cs typeface="Cambria"/>
              </a:defRPr>
            </a:lvl3pPr>
            <a:lvl4pPr algn="ctr">
              <a:spcBef>
                <a:spcPts val="0"/>
              </a:spcBef>
              <a:spcAft>
                <a:spcPts val="0"/>
              </a:spcAft>
              <a:buClr>
                <a:schemeClr val="accent1"/>
              </a:buClr>
              <a:buSzPts val="2400"/>
              <a:buFont typeface="Cambria"/>
              <a:buNone/>
              <a:defRPr sz="2400" b="1">
                <a:solidFill>
                  <a:schemeClr val="accent1"/>
                </a:solidFill>
                <a:latin typeface="Cambria"/>
                <a:ea typeface="Cambria"/>
                <a:cs typeface="Cambria"/>
              </a:defRPr>
            </a:lvl4pPr>
            <a:lvl5pPr algn="ctr">
              <a:spcBef>
                <a:spcPts val="0"/>
              </a:spcBef>
              <a:spcAft>
                <a:spcPts val="0"/>
              </a:spcAft>
              <a:buClr>
                <a:schemeClr val="accent1"/>
              </a:buClr>
              <a:buSzPts val="2400"/>
              <a:buFont typeface="Cambria"/>
              <a:buNone/>
              <a:defRPr sz="2400" b="1">
                <a:solidFill>
                  <a:schemeClr val="accent1"/>
                </a:solidFill>
                <a:latin typeface="Cambria"/>
                <a:ea typeface="Cambria"/>
                <a:cs typeface="Cambria"/>
              </a:defRPr>
            </a:lvl5pPr>
            <a:lvl6pPr algn="ctr">
              <a:spcBef>
                <a:spcPts val="0"/>
              </a:spcBef>
              <a:spcAft>
                <a:spcPts val="0"/>
              </a:spcAft>
              <a:buClr>
                <a:schemeClr val="accent1"/>
              </a:buClr>
              <a:buSzPts val="2400"/>
              <a:buFont typeface="Cambria"/>
              <a:buNone/>
              <a:defRPr sz="2400" b="1">
                <a:solidFill>
                  <a:schemeClr val="accent1"/>
                </a:solidFill>
                <a:latin typeface="Cambria"/>
                <a:ea typeface="Cambria"/>
                <a:cs typeface="Cambria"/>
              </a:defRPr>
            </a:lvl6pPr>
            <a:lvl7pPr algn="ctr">
              <a:spcBef>
                <a:spcPts val="0"/>
              </a:spcBef>
              <a:spcAft>
                <a:spcPts val="0"/>
              </a:spcAft>
              <a:buClr>
                <a:schemeClr val="accent1"/>
              </a:buClr>
              <a:buSzPts val="2400"/>
              <a:buFont typeface="Cambria"/>
              <a:buNone/>
              <a:defRPr sz="2400" b="1">
                <a:solidFill>
                  <a:schemeClr val="accent1"/>
                </a:solidFill>
                <a:latin typeface="Cambria"/>
                <a:ea typeface="Cambria"/>
                <a:cs typeface="Cambria"/>
              </a:defRPr>
            </a:lvl7pPr>
            <a:lvl8pPr algn="ctr">
              <a:spcBef>
                <a:spcPts val="0"/>
              </a:spcBef>
              <a:spcAft>
                <a:spcPts val="0"/>
              </a:spcAft>
              <a:buClr>
                <a:schemeClr val="accent1"/>
              </a:buClr>
              <a:buSzPts val="2400"/>
              <a:buFont typeface="Cambria"/>
              <a:buNone/>
              <a:defRPr sz="2400" b="1">
                <a:solidFill>
                  <a:schemeClr val="accent1"/>
                </a:solidFill>
                <a:latin typeface="Cambria"/>
                <a:ea typeface="Cambria"/>
                <a:cs typeface="Cambria"/>
              </a:defRPr>
            </a:lvl8pPr>
            <a:lvl9pPr algn="ctr">
              <a:spcBef>
                <a:spcPts val="0"/>
              </a:spcBef>
              <a:spcAft>
                <a:spcPts val="0"/>
              </a:spcAft>
              <a:buClr>
                <a:schemeClr val="accent1"/>
              </a:buClr>
              <a:buSzPts val="2400"/>
              <a:buFont typeface="Cambria"/>
              <a:buNone/>
              <a:defRPr sz="2400" b="1">
                <a:solidFill>
                  <a:schemeClr val="accent1"/>
                </a:solidFill>
                <a:latin typeface="Cambria"/>
                <a:ea typeface="Cambria"/>
                <a:cs typeface="Cambria"/>
              </a:defRPr>
            </a:lvl9pPr>
          </a:lstStyle>
          <a:p>
            <a:endParaRPr/>
          </a:p>
        </p:txBody>
      </p:sp>
      <p:sp>
        <p:nvSpPr>
          <p:cNvPr id="44" name="Google Shape;44;p7">
            <a:extLst>
              <a:ext uri="{FF2B5EF4-FFF2-40B4-BE49-F238E27FC236}">
                <a16:creationId xmlns:a16="http://schemas.microsoft.com/office/drawing/2014/main" id="{291ECFF5-0A6E-4E6F-9534-70A88AF24F8C}"/>
              </a:ext>
            </a:extLst>
          </p:cNvPr>
          <p:cNvSpPr>
            <a:spLocks noGrp="1"/>
          </p:cNvSpPr>
          <p:nvPr>
            <p:ph type="subTitle" idx="2"/>
          </p:nvPr>
        </p:nvSpPr>
        <p:spPr>
          <a:xfrm>
            <a:off x="2247500" y="1790050"/>
            <a:ext cx="5160300" cy="2754000"/>
          </a:xfrm>
          <a:prstGeom prst="rect">
            <a:avLst/>
          </a:prstGeom>
        </p:spPr>
        <p:txBody>
          <a:bodyPr spcFirstLastPara="1" wrap="square" lIns="91425" tIns="91425" rIns="91425" bIns="91425" anchor="t">
            <a:noAutofit/>
          </a:bodyPr>
          <a:lstStyle>
            <a:lvl1pPr marR="50800">
              <a:lnSpc>
                <a:spcPct val="166000"/>
              </a:lnSpc>
              <a:spcBef>
                <a:spcPts val="0"/>
              </a:spcBef>
              <a:spcAft>
                <a:spcPts val="0"/>
              </a:spcAft>
              <a:buClr>
                <a:schemeClr val="accent1"/>
              </a:buClr>
              <a:buSzPts val="1400"/>
              <a:buChar char="●"/>
              <a:defRPr sz="1400">
                <a:solidFill>
                  <a:srgbClr val="374957"/>
                </a:solidFill>
              </a:defRPr>
            </a:lvl1pPr>
            <a:lvl2pPr algn="ctr">
              <a:spcBef>
                <a:spcPts val="0"/>
              </a:spcBef>
              <a:spcAft>
                <a:spcPts val="0"/>
              </a:spcAft>
              <a:buClr>
                <a:schemeClr val="dk1"/>
              </a:buClr>
              <a:buSzPts val="1400"/>
              <a:buChar char="○"/>
              <a:defRPr/>
            </a:lvl2pPr>
            <a:lvl3pPr algn="ctr">
              <a:spcBef>
                <a:spcPts val="0"/>
              </a:spcBef>
              <a:spcAft>
                <a:spcPts val="0"/>
              </a:spcAft>
              <a:buClr>
                <a:schemeClr val="dk1"/>
              </a:buClr>
              <a:buSzPts val="1400"/>
              <a:buChar char="■"/>
              <a:defRPr/>
            </a:lvl3pPr>
            <a:lvl4pPr algn="ctr">
              <a:spcBef>
                <a:spcPts val="0"/>
              </a:spcBef>
              <a:spcAft>
                <a:spcPts val="0"/>
              </a:spcAft>
              <a:buClr>
                <a:schemeClr val="dk1"/>
              </a:buClr>
              <a:buSzPts val="1400"/>
              <a:buChar char="●"/>
              <a:defRPr/>
            </a:lvl4pPr>
            <a:lvl5pPr algn="ctr">
              <a:spcBef>
                <a:spcPts val="0"/>
              </a:spcBef>
              <a:spcAft>
                <a:spcPts val="0"/>
              </a:spcAft>
              <a:buClr>
                <a:schemeClr val="dk1"/>
              </a:buClr>
              <a:buSzPts val="1400"/>
              <a:buChar char="○"/>
              <a:defRPr/>
            </a:lvl5pPr>
            <a:lvl6pPr algn="ctr">
              <a:spcBef>
                <a:spcPts val="0"/>
              </a:spcBef>
              <a:spcAft>
                <a:spcPts val="0"/>
              </a:spcAft>
              <a:buClr>
                <a:schemeClr val="dk1"/>
              </a:buClr>
              <a:buSzPts val="1400"/>
              <a:buChar char="■"/>
              <a:defRPr/>
            </a:lvl6pPr>
            <a:lvl7pPr algn="ctr">
              <a:spcBef>
                <a:spcPts val="0"/>
              </a:spcBef>
              <a:spcAft>
                <a:spcPts val="0"/>
              </a:spcAft>
              <a:buClr>
                <a:schemeClr val="dk1"/>
              </a:buClr>
              <a:buSzPts val="1400"/>
              <a:buChar char="●"/>
              <a:defRPr/>
            </a:lvl7pPr>
            <a:lvl8pPr algn="ctr">
              <a:spcBef>
                <a:spcPts val="0"/>
              </a:spcBef>
              <a:spcAft>
                <a:spcPts val="0"/>
              </a:spcAft>
              <a:buClr>
                <a:schemeClr val="dk1"/>
              </a:buClr>
              <a:buSzPts val="1400"/>
              <a:buChar char="○"/>
              <a:defRPr/>
            </a:lvl8pPr>
            <a:lvl9pPr algn="ctr">
              <a:spcBef>
                <a:spcPts val="0"/>
              </a:spcBef>
              <a:spcAft>
                <a:spcPts val="0"/>
              </a:spcAft>
              <a:buClr>
                <a:schemeClr val="dk1"/>
              </a:buClr>
              <a:buSzPts val="1400"/>
              <a:buChar char="■"/>
              <a:defRPr/>
            </a:lvl9pPr>
          </a:lstStyle>
          <a:p>
            <a:endParaRPr/>
          </a:p>
        </p:txBody>
      </p:sp>
      <p:sp>
        <p:nvSpPr>
          <p:cNvPr id="45" name="Google Shape;45;p7">
            <a:extLst>
              <a:ext uri="{FF2B5EF4-FFF2-40B4-BE49-F238E27FC236}">
                <a16:creationId xmlns:a16="http://schemas.microsoft.com/office/drawing/2014/main" id="{33F30219-5E51-4B5B-9566-0A692579F685}"/>
              </a:ext>
            </a:extLst>
          </p:cNvPr>
          <p:cNvSpPr>
            <a:spLocks noGrp="1"/>
          </p:cNvSpPr>
          <p:nvPr>
            <p:ph type="title"/>
          </p:nvPr>
        </p:nvSpPr>
        <p:spPr>
          <a:xfrm>
            <a:off x="713225" y="445025"/>
            <a:ext cx="4297200" cy="572700"/>
          </a:xfrm>
          <a:prstGeom prst="rect">
            <a:avLst/>
          </a:prstGeom>
        </p:spPr>
        <p:txBody>
          <a:bodyPr spcFirstLastPara="1" wrap="square" lIns="91425" tIns="91425" rIns="91425" bIns="91425" anchor="t">
            <a:noAutofit/>
          </a:bodyPr>
          <a:lstStyle>
            <a:lvl1pPr>
              <a:spcBef>
                <a:spcPts val="0"/>
              </a:spcBef>
              <a:spcAft>
                <a:spcPts val="0"/>
              </a:spcAft>
              <a:buSzPts val="3000"/>
              <a:buNone/>
              <a:defRPr/>
            </a:lvl1pPr>
            <a:lvl2pPr>
              <a:spcBef>
                <a:spcPts val="0"/>
              </a:spcBef>
              <a:spcAft>
                <a:spcPts val="0"/>
              </a:spcAft>
              <a:buSzPts val="3000"/>
              <a:buNone/>
              <a:defRPr/>
            </a:lvl2pPr>
            <a:lvl3pPr>
              <a:spcBef>
                <a:spcPts val="0"/>
              </a:spcBef>
              <a:spcAft>
                <a:spcPts val="0"/>
              </a:spcAft>
              <a:buSzPts val="3000"/>
              <a:buNone/>
              <a:defRPr/>
            </a:lvl3pPr>
            <a:lvl4pPr>
              <a:spcBef>
                <a:spcPts val="0"/>
              </a:spcBef>
              <a:spcAft>
                <a:spcPts val="0"/>
              </a:spcAft>
              <a:buSzPts val="3000"/>
              <a:buNone/>
              <a:defRPr/>
            </a:lvl4pPr>
            <a:lvl5pPr>
              <a:spcBef>
                <a:spcPts val="0"/>
              </a:spcBef>
              <a:spcAft>
                <a:spcPts val="0"/>
              </a:spcAft>
              <a:buSzPts val="3000"/>
              <a:buNone/>
              <a:defRPr/>
            </a:lvl5pPr>
            <a:lvl6pPr>
              <a:spcBef>
                <a:spcPts val="0"/>
              </a:spcBef>
              <a:spcAft>
                <a:spcPts val="0"/>
              </a:spcAft>
              <a:buSzPts val="3000"/>
              <a:buNone/>
              <a:defRPr/>
            </a:lvl6pPr>
            <a:lvl7pPr>
              <a:spcBef>
                <a:spcPts val="0"/>
              </a:spcBef>
              <a:spcAft>
                <a:spcPts val="0"/>
              </a:spcAft>
              <a:buSzPts val="3000"/>
              <a:buNone/>
              <a:defRPr/>
            </a:lvl7pPr>
            <a:lvl8pPr>
              <a:spcBef>
                <a:spcPts val="0"/>
              </a:spcBef>
              <a:spcAft>
                <a:spcPts val="0"/>
              </a:spcAft>
              <a:buSzPts val="3000"/>
              <a:buNone/>
              <a:defRPr/>
            </a:lvl8pPr>
            <a:lvl9pPr>
              <a:spcBef>
                <a:spcPts val="0"/>
              </a:spcBef>
              <a:spcAft>
                <a:spcPts val="0"/>
              </a:spcAft>
              <a:buSzPts val="3000"/>
              <a:buNone/>
              <a:defRPr/>
            </a:lvl9pPr>
          </a:lstStyle>
          <a:p>
            <a:endParaRPr/>
          </a:p>
        </p:txBody>
      </p:sp>
      <p:cxnSp>
        <p:nvCxnSpPr>
          <p:cNvPr id="136" name="Google Shape;46;p7"/>
          <p:cNvCxnSpPr/>
          <p:nvPr/>
        </p:nvCxnSpPr>
        <p:spPr>
          <a:xfrm>
            <a:off x="-72550" y="274100"/>
            <a:ext cx="9287400" cy="0"/>
          </a:xfrm>
          <a:prstGeom prst="straightConnector1">
            <a:avLst/>
          </a:prstGeom>
          <a:ln w="28575" cap="flat">
            <a:solidFill>
              <a:schemeClr val="accent1"/>
            </a:solidFill>
            <a:prstDash val="solid"/>
            <a:round/>
            <a:headEnd type="none" w="med" len="med"/>
            <a:tailEnd type="none" w="med" len="med"/>
          </a:ln>
        </p:spPr>
      </p:cxnSp>
      <p:cxnSp>
        <p:nvCxnSpPr>
          <p:cNvPr id="137" name="Google Shape;47;p7"/>
          <p:cNvCxnSpPr/>
          <p:nvPr/>
        </p:nvCxnSpPr>
        <p:spPr>
          <a:xfrm>
            <a:off x="-72550" y="4877450"/>
            <a:ext cx="9287400" cy="0"/>
          </a:xfrm>
          <a:prstGeom prst="straightConnector1">
            <a:avLst/>
          </a:prstGeom>
          <a:ln w="28575" cap="flat">
            <a:solidFill>
              <a:schemeClr val="accent1"/>
            </a:solidFill>
            <a:prstDash val="solid"/>
            <a:round/>
            <a:headEnd type="none" w="med" len="med"/>
            <a:tailEnd type="none" w="med" len="med"/>
          </a:ln>
        </p:spPr>
      </p:cxn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
        <p:cNvGrpSpPr/>
        <p:nvPr/>
      </p:nvGrpSpPr>
      <p:grpSpPr>
        <a:xfrm>
          <a:off x="0" y="0"/>
          <a:ext cx="0" cy="0"/>
          <a:chOff x="0" y="0"/>
          <a:chExt cx="0" cy="0"/>
        </a:xfrm>
      </p:grpSpPr>
      <p:sp>
        <p:nvSpPr>
          <p:cNvPr id="49" name="Google Shape;49;p8">
            <a:extLst>
              <a:ext uri="{FF2B5EF4-FFF2-40B4-BE49-F238E27FC236}">
                <a16:creationId xmlns:a16="http://schemas.microsoft.com/office/drawing/2014/main" id="{B2FAA739-447F-4AFE-8E74-2B526B0BA939}"/>
              </a:ext>
            </a:extLst>
          </p:cNvPr>
          <p:cNvSpPr>
            <a:spLocks noGrp="1"/>
          </p:cNvSpPr>
          <p:nvPr>
            <p:ph type="title"/>
          </p:nvPr>
        </p:nvSpPr>
        <p:spPr>
          <a:xfrm>
            <a:off x="1122500" y="1073000"/>
            <a:ext cx="6899100" cy="2856600"/>
          </a:xfrm>
          <a:prstGeom prst="rect">
            <a:avLst/>
          </a:prstGeom>
        </p:spPr>
        <p:txBody>
          <a:bodyPr spcFirstLastPara="1" wrap="square" lIns="91425" tIns="91425" rIns="91425" bIns="91425" anchor="t">
            <a:noAutofit/>
          </a:bodyPr>
          <a:lstStyle>
            <a:lvl1pPr algn="ctr">
              <a:spcBef>
                <a:spcPts val="0"/>
              </a:spcBef>
              <a:spcAft>
                <a:spcPts val="0"/>
              </a:spcAft>
              <a:buSzPts val="4800"/>
              <a:buNone/>
              <a:defRPr sz="9600"/>
            </a:lvl1pPr>
            <a:lvl2pPr>
              <a:spcBef>
                <a:spcPts val="0"/>
              </a:spcBef>
              <a:spcAft>
                <a:spcPts val="0"/>
              </a:spcAft>
              <a:buSzPts val="4800"/>
              <a:buNone/>
              <a:defRPr sz="4800"/>
            </a:lvl2pPr>
            <a:lvl3pPr>
              <a:spcBef>
                <a:spcPts val="0"/>
              </a:spcBef>
              <a:spcAft>
                <a:spcPts val="0"/>
              </a:spcAft>
              <a:buSzPts val="4800"/>
              <a:buNone/>
              <a:defRPr sz="4800"/>
            </a:lvl3pPr>
            <a:lvl4pPr>
              <a:spcBef>
                <a:spcPts val="0"/>
              </a:spcBef>
              <a:spcAft>
                <a:spcPts val="0"/>
              </a:spcAft>
              <a:buSzPts val="4800"/>
              <a:buNone/>
              <a:defRPr sz="4800"/>
            </a:lvl4pPr>
            <a:lvl5pPr>
              <a:spcBef>
                <a:spcPts val="0"/>
              </a:spcBef>
              <a:spcAft>
                <a:spcPts val="0"/>
              </a:spcAft>
              <a:buSzPts val="4800"/>
              <a:buNone/>
              <a:defRPr sz="4800"/>
            </a:lvl5pPr>
            <a:lvl6pPr>
              <a:spcBef>
                <a:spcPts val="0"/>
              </a:spcBef>
              <a:spcAft>
                <a:spcPts val="0"/>
              </a:spcAft>
              <a:buSzPts val="4800"/>
              <a:buNone/>
              <a:defRPr sz="4800"/>
            </a:lvl6pPr>
            <a:lvl7pPr>
              <a:spcBef>
                <a:spcPts val="0"/>
              </a:spcBef>
              <a:spcAft>
                <a:spcPts val="0"/>
              </a:spcAft>
              <a:buSzPts val="4800"/>
              <a:buNone/>
              <a:defRPr sz="4800"/>
            </a:lvl7pPr>
            <a:lvl8pPr>
              <a:spcBef>
                <a:spcPts val="0"/>
              </a:spcBef>
              <a:spcAft>
                <a:spcPts val="0"/>
              </a:spcAft>
              <a:buSzPts val="4800"/>
              <a:buNone/>
              <a:defRPr sz="4800"/>
            </a:lvl8pPr>
            <a:lvl9pPr>
              <a:spcBef>
                <a:spcPts val="0"/>
              </a:spcBef>
              <a:spcAft>
                <a:spcPts val="0"/>
              </a:spcAft>
              <a:buSzPts val="4800"/>
              <a:buNone/>
              <a:defRPr sz="4800"/>
            </a:lvl9pPr>
          </a:lstStyle>
          <a:p>
            <a:endParaRPr/>
          </a:p>
        </p:txBody>
      </p:sp>
      <p:cxnSp>
        <p:nvCxnSpPr>
          <p:cNvPr id="140" name="Google Shape;50;p8"/>
          <p:cNvCxnSpPr/>
          <p:nvPr/>
        </p:nvCxnSpPr>
        <p:spPr>
          <a:xfrm>
            <a:off x="-72550" y="274100"/>
            <a:ext cx="9287400" cy="0"/>
          </a:xfrm>
          <a:prstGeom prst="straightConnector1">
            <a:avLst/>
          </a:prstGeom>
          <a:ln w="28575" cap="flat">
            <a:solidFill>
              <a:schemeClr val="accent1"/>
            </a:solidFill>
            <a:prstDash val="solid"/>
            <a:round/>
            <a:headEnd type="none" w="med" len="med"/>
            <a:tailEnd type="none" w="med" len="med"/>
          </a:ln>
        </p:spPr>
      </p:cxnSp>
      <p:cxnSp>
        <p:nvCxnSpPr>
          <p:cNvPr id="141" name="Google Shape;51;p8"/>
          <p:cNvCxnSpPr/>
          <p:nvPr/>
        </p:nvCxnSpPr>
        <p:spPr>
          <a:xfrm>
            <a:off x="-72550" y="4877450"/>
            <a:ext cx="9287400" cy="0"/>
          </a:xfrm>
          <a:prstGeom prst="straightConnector1">
            <a:avLst/>
          </a:prstGeom>
          <a:ln w="28575" cap="flat">
            <a:solidFill>
              <a:schemeClr val="accent1"/>
            </a:solidFill>
            <a:prstDash val="solid"/>
            <a:round/>
            <a:headEnd type="none" w="med" len="med"/>
            <a:tailEnd type="none" w="med" len="med"/>
          </a:ln>
        </p:spPr>
      </p:cxnSp>
      <p:cxnSp>
        <p:nvCxnSpPr>
          <p:cNvPr id="142" name="Google Shape;52;p8"/>
          <p:cNvCxnSpPr/>
          <p:nvPr/>
        </p:nvCxnSpPr>
        <p:spPr>
          <a:xfrm flipH="1">
            <a:off x="7093250" y="3935075"/>
            <a:ext cx="2332800" cy="1347000"/>
          </a:xfrm>
          <a:prstGeom prst="curvedConnector3">
            <a:avLst>
              <a:gd name="adj1" fmla="val 50000"/>
            </a:avLst>
          </a:prstGeom>
          <a:ln w="28575" cap="flat">
            <a:solidFill>
              <a:schemeClr val="accent2"/>
            </a:solidFill>
            <a:prstDash val="solid"/>
            <a:round/>
            <a:headEnd type="none" w="med" len="med"/>
            <a:tailEnd type="none" w="med" len="med"/>
          </a:ln>
        </p:spPr>
      </p:cxnSp>
      <p:cxnSp>
        <p:nvCxnSpPr>
          <p:cNvPr id="143" name="Google Shape;53;p8"/>
          <p:cNvCxnSpPr/>
          <p:nvPr/>
        </p:nvCxnSpPr>
        <p:spPr>
          <a:xfrm flipH="1">
            <a:off x="-420450" y="-121600"/>
            <a:ext cx="2332800" cy="1347000"/>
          </a:xfrm>
          <a:prstGeom prst="curvedConnector3">
            <a:avLst>
              <a:gd name="adj1" fmla="val 50000"/>
            </a:avLst>
          </a:prstGeom>
          <a:ln w="28575" cap="flat">
            <a:solidFill>
              <a:schemeClr val="accent2"/>
            </a:solidFill>
            <a:prstDash val="solid"/>
            <a:round/>
            <a:headEnd type="none" w="med" len="med"/>
            <a:tailEnd type="none" w="med" len="med"/>
          </a:ln>
        </p:spPr>
      </p:cxn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
        <p:cNvGrpSpPr/>
        <p:nvPr/>
      </p:nvGrpSpPr>
      <p:grpSpPr>
        <a:xfrm>
          <a:off x="0" y="0"/>
          <a:ext cx="0" cy="0"/>
          <a:chOff x="0" y="0"/>
          <a:chExt cx="0" cy="0"/>
        </a:xfrm>
      </p:grpSpPr>
      <p:sp>
        <p:nvSpPr>
          <p:cNvPr id="55" name="Google Shape;55;p9">
            <a:extLst>
              <a:ext uri="{FF2B5EF4-FFF2-40B4-BE49-F238E27FC236}">
                <a16:creationId xmlns:a16="http://schemas.microsoft.com/office/drawing/2014/main" id="{64BDF75D-4D3E-4D4C-8791-27414502B721}"/>
              </a:ext>
            </a:extLst>
          </p:cNvPr>
          <p:cNvSpPr>
            <a:spLocks noGrp="1"/>
          </p:cNvSpPr>
          <p:nvPr>
            <p:ph type="subTitle" idx="1"/>
          </p:nvPr>
        </p:nvSpPr>
        <p:spPr>
          <a:xfrm>
            <a:off x="895950" y="1682000"/>
            <a:ext cx="3847200" cy="2379900"/>
          </a:xfrm>
          <a:prstGeom prst="rect">
            <a:avLst/>
          </a:prstGeom>
        </p:spPr>
        <p:txBody>
          <a:bodyPr spcFirstLastPara="1" wrap="square" lIns="91425" tIns="91425" rIns="91425" bIns="91425" anchor="t">
            <a:noAutofit/>
          </a:bodyPr>
          <a:lstStyle>
            <a:lvl1pPr>
              <a:lnSpc>
                <a:spcPct val="100000"/>
              </a:lnSpc>
              <a:spcBef>
                <a:spcPts val="0"/>
              </a:spcBef>
              <a:spcAft>
                <a:spcPts val="0"/>
              </a:spcAft>
              <a:buClr>
                <a:schemeClr val="accent1"/>
              </a:buClr>
              <a:buSzPts val="1400"/>
              <a:buChar char="●"/>
              <a:defRPr sz="1400"/>
            </a:lvl1pPr>
            <a:lvl2pPr algn="ctr">
              <a:spcBef>
                <a:spcPts val="0"/>
              </a:spcBef>
              <a:spcAft>
                <a:spcPts val="0"/>
              </a:spcAft>
              <a:buSzPts val="1400"/>
              <a:buChar char="○"/>
              <a:defRPr/>
            </a:lvl2pPr>
            <a:lvl3pPr algn="ctr">
              <a:spcBef>
                <a:spcPts val="0"/>
              </a:spcBef>
              <a:spcAft>
                <a:spcPts val="0"/>
              </a:spcAft>
              <a:buSzPts val="1400"/>
              <a:buChar char="■"/>
              <a:defRPr/>
            </a:lvl3pPr>
            <a:lvl4pPr algn="ctr">
              <a:spcBef>
                <a:spcPts val="0"/>
              </a:spcBef>
              <a:spcAft>
                <a:spcPts val="0"/>
              </a:spcAft>
              <a:buSzPts val="1400"/>
              <a:buChar char="●"/>
              <a:defRPr/>
            </a:lvl4pPr>
            <a:lvl5pPr algn="ctr">
              <a:spcBef>
                <a:spcPts val="0"/>
              </a:spcBef>
              <a:spcAft>
                <a:spcPts val="0"/>
              </a:spcAft>
              <a:buSzPts val="1400"/>
              <a:buChar char="○"/>
              <a:defRPr/>
            </a:lvl5pPr>
            <a:lvl6pPr algn="ctr">
              <a:spcBef>
                <a:spcPts val="0"/>
              </a:spcBef>
              <a:spcAft>
                <a:spcPts val="0"/>
              </a:spcAft>
              <a:buSzPts val="1400"/>
              <a:buChar char="■"/>
              <a:defRPr/>
            </a:lvl6pPr>
            <a:lvl7pPr algn="ctr">
              <a:spcBef>
                <a:spcPts val="0"/>
              </a:spcBef>
              <a:spcAft>
                <a:spcPts val="0"/>
              </a:spcAft>
              <a:buSzPts val="1400"/>
              <a:buChar char="●"/>
              <a:defRPr/>
            </a:lvl7pPr>
            <a:lvl8pPr algn="ctr">
              <a:spcBef>
                <a:spcPts val="0"/>
              </a:spcBef>
              <a:spcAft>
                <a:spcPts val="0"/>
              </a:spcAft>
              <a:buSzPts val="1400"/>
              <a:buChar char="○"/>
              <a:defRPr/>
            </a:lvl8pPr>
            <a:lvl9pPr algn="ctr">
              <a:spcBef>
                <a:spcPts val="0"/>
              </a:spcBef>
              <a:spcAft>
                <a:spcPts val="0"/>
              </a:spcAft>
              <a:buSzPts val="1400"/>
              <a:buChar char="■"/>
              <a:defRPr/>
            </a:lvl9pPr>
          </a:lstStyle>
          <a:p>
            <a:endParaRPr/>
          </a:p>
        </p:txBody>
      </p:sp>
      <p:sp>
        <p:nvSpPr>
          <p:cNvPr id="56" name="Google Shape;56;p9">
            <a:extLst>
              <a:ext uri="{FF2B5EF4-FFF2-40B4-BE49-F238E27FC236}">
                <a16:creationId xmlns:a16="http://schemas.microsoft.com/office/drawing/2014/main" id="{886CB72F-A5A5-4254-9C2C-839EADBEB40C}"/>
              </a:ext>
            </a:extLst>
          </p:cNvPr>
          <p:cNvSpPr>
            <a:spLocks noGrp="1"/>
          </p:cNvSpPr>
          <p:nvPr>
            <p:ph type="title"/>
          </p:nvPr>
        </p:nvSpPr>
        <p:spPr>
          <a:xfrm>
            <a:off x="713225" y="445025"/>
            <a:ext cx="5679900" cy="572700"/>
          </a:xfrm>
          <a:prstGeom prst="rect">
            <a:avLst/>
          </a:prstGeom>
        </p:spPr>
        <p:txBody>
          <a:bodyPr spcFirstLastPara="1" wrap="square" lIns="91425" tIns="91425" rIns="91425" bIns="91425" anchor="t">
            <a:noAutofit/>
          </a:bodyPr>
          <a:lstStyle>
            <a:lvl1pPr>
              <a:spcBef>
                <a:spcPts val="0"/>
              </a:spcBef>
              <a:spcAft>
                <a:spcPts val="0"/>
              </a:spcAft>
              <a:buSzPts val="3000"/>
              <a:buNone/>
              <a:defRPr/>
            </a:lvl1pPr>
            <a:lvl2pPr>
              <a:spcBef>
                <a:spcPts val="0"/>
              </a:spcBef>
              <a:spcAft>
                <a:spcPts val="0"/>
              </a:spcAft>
              <a:buSzPts val="3000"/>
              <a:buNone/>
              <a:defRPr/>
            </a:lvl2pPr>
            <a:lvl3pPr>
              <a:spcBef>
                <a:spcPts val="0"/>
              </a:spcBef>
              <a:spcAft>
                <a:spcPts val="0"/>
              </a:spcAft>
              <a:buSzPts val="3000"/>
              <a:buNone/>
              <a:defRPr/>
            </a:lvl3pPr>
            <a:lvl4pPr>
              <a:spcBef>
                <a:spcPts val="0"/>
              </a:spcBef>
              <a:spcAft>
                <a:spcPts val="0"/>
              </a:spcAft>
              <a:buSzPts val="3000"/>
              <a:buNone/>
              <a:defRPr/>
            </a:lvl4pPr>
            <a:lvl5pPr>
              <a:spcBef>
                <a:spcPts val="0"/>
              </a:spcBef>
              <a:spcAft>
                <a:spcPts val="0"/>
              </a:spcAft>
              <a:buSzPts val="3000"/>
              <a:buNone/>
              <a:defRPr/>
            </a:lvl5pPr>
            <a:lvl6pPr>
              <a:spcBef>
                <a:spcPts val="0"/>
              </a:spcBef>
              <a:spcAft>
                <a:spcPts val="0"/>
              </a:spcAft>
              <a:buSzPts val="3000"/>
              <a:buNone/>
              <a:defRPr/>
            </a:lvl6pPr>
            <a:lvl7pPr>
              <a:spcBef>
                <a:spcPts val="0"/>
              </a:spcBef>
              <a:spcAft>
                <a:spcPts val="0"/>
              </a:spcAft>
              <a:buSzPts val="3000"/>
              <a:buNone/>
              <a:defRPr/>
            </a:lvl7pPr>
            <a:lvl8pPr>
              <a:spcBef>
                <a:spcPts val="0"/>
              </a:spcBef>
              <a:spcAft>
                <a:spcPts val="0"/>
              </a:spcAft>
              <a:buSzPts val="3000"/>
              <a:buNone/>
              <a:defRPr/>
            </a:lvl8pPr>
            <a:lvl9pPr>
              <a:spcBef>
                <a:spcPts val="0"/>
              </a:spcBef>
              <a:spcAft>
                <a:spcPts val="0"/>
              </a:spcAft>
              <a:buSzPts val="3000"/>
              <a:buNone/>
              <a:defRPr/>
            </a:lvl9pPr>
          </a:lstStyle>
          <a:p>
            <a:endParaRPr/>
          </a:p>
        </p:txBody>
      </p:sp>
      <p:cxnSp>
        <p:nvCxnSpPr>
          <p:cNvPr id="147" name="Google Shape;57;p9"/>
          <p:cNvCxnSpPr/>
          <p:nvPr/>
        </p:nvCxnSpPr>
        <p:spPr>
          <a:xfrm>
            <a:off x="-72550" y="274100"/>
            <a:ext cx="9287400" cy="0"/>
          </a:xfrm>
          <a:prstGeom prst="straightConnector1">
            <a:avLst/>
          </a:prstGeom>
          <a:ln w="28575" cap="flat">
            <a:solidFill>
              <a:schemeClr val="accent1"/>
            </a:solidFill>
            <a:prstDash val="solid"/>
            <a:round/>
            <a:headEnd type="none" w="med" len="med"/>
            <a:tailEnd type="none" w="med" len="med"/>
          </a:ln>
        </p:spPr>
      </p:cxnSp>
      <p:cxnSp>
        <p:nvCxnSpPr>
          <p:cNvPr id="148" name="Google Shape;58;p9"/>
          <p:cNvCxnSpPr/>
          <p:nvPr/>
        </p:nvCxnSpPr>
        <p:spPr>
          <a:xfrm>
            <a:off x="-72550" y="4877450"/>
            <a:ext cx="9287400" cy="0"/>
          </a:xfrm>
          <a:prstGeom prst="straightConnector1">
            <a:avLst/>
          </a:prstGeom>
          <a:ln w="28575" cap="flat">
            <a:solidFill>
              <a:schemeClr val="accent1"/>
            </a:solidFill>
            <a:prstDash val="solid"/>
            <a:round/>
            <a:headEnd type="none" w="med" len="med"/>
            <a:tailEnd type="none" w="med" len="med"/>
          </a:ln>
        </p:spPr>
      </p:cxnSp>
      <p:cxnSp>
        <p:nvCxnSpPr>
          <p:cNvPr id="149" name="Google Shape;59;p9"/>
          <p:cNvCxnSpPr/>
          <p:nvPr/>
        </p:nvCxnSpPr>
        <p:spPr>
          <a:xfrm flipH="1">
            <a:off x="5925450" y="2797500"/>
            <a:ext cx="3378000" cy="2466900"/>
          </a:xfrm>
          <a:prstGeom prst="curvedConnector3">
            <a:avLst>
              <a:gd name="adj1" fmla="val 50000"/>
            </a:avLst>
          </a:prstGeom>
          <a:ln w="28575" cap="flat">
            <a:solidFill>
              <a:schemeClr val="accent2"/>
            </a:solidFill>
            <a:prstDash val="solid"/>
            <a:round/>
            <a:headEnd type="none" w="med" len="med"/>
            <a:tailEnd type="none" w="med" len="med"/>
          </a:ln>
        </p:spPr>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
        <p:cNvGrpSpPr/>
        <p:nvPr/>
      </p:nvGrpSpPr>
      <p:grpSpPr>
        <a:xfrm>
          <a:off x="0" y="0"/>
          <a:ext cx="0" cy="0"/>
          <a:chOff x="0" y="0"/>
          <a:chExt cx="0" cy="0"/>
        </a:xfrm>
      </p:grpSpPr>
      <p:sp>
        <p:nvSpPr>
          <p:cNvPr id="61" name="Google Shape;61;p10">
            <a:extLst>
              <a:ext uri="{FF2B5EF4-FFF2-40B4-BE49-F238E27FC236}">
                <a16:creationId xmlns:a16="http://schemas.microsoft.com/office/drawing/2014/main" id="{D832E1EE-B492-429B-A628-7B1896F538EF}"/>
              </a:ext>
            </a:extLst>
          </p:cNvPr>
          <p:cNvSpPr>
            <a:spLocks noGrp="1"/>
          </p:cNvSpPr>
          <p:nvPr>
            <p:ph type="body" idx="1"/>
          </p:nvPr>
        </p:nvSpPr>
        <p:spPr>
          <a:xfrm>
            <a:off x="713225" y="441927"/>
            <a:ext cx="3557100" cy="977700"/>
          </a:xfrm>
          <a:prstGeom prst="rect">
            <a:avLst/>
          </a:prstGeom>
        </p:spPr>
        <p:txBody>
          <a:bodyPr spcFirstLastPara="1" wrap="square" lIns="91425" tIns="91425" rIns="91425" bIns="91425" anchor="t">
            <a:noAutofit/>
          </a:bodyPr>
          <a:lstStyle>
            <a:lvl1pPr marL="457200" indent="-228600">
              <a:lnSpc>
                <a:spcPct val="100000"/>
              </a:lnSpc>
              <a:spcBef>
                <a:spcPts val="0"/>
              </a:spcBef>
              <a:spcAft>
                <a:spcPts val="0"/>
              </a:spcAft>
              <a:buSzPts val="1800"/>
              <a:buNone/>
              <a:defRPr sz="3000">
                <a:latin typeface="Cambria"/>
                <a:ea typeface="Cambria"/>
                <a:cs typeface="Cambria"/>
              </a:defRPr>
            </a:lvl1pPr>
          </a:lstStyle>
          <a:p>
            <a:endParaRPr/>
          </a:p>
        </p:txBody>
      </p:sp>
      <p:cxnSp>
        <p:nvCxnSpPr>
          <p:cNvPr id="134" name="Google Shape;62;p10"/>
          <p:cNvCxnSpPr/>
          <p:nvPr/>
        </p:nvCxnSpPr>
        <p:spPr>
          <a:xfrm>
            <a:off x="-72550" y="274100"/>
            <a:ext cx="9287400" cy="0"/>
          </a:xfrm>
          <a:prstGeom prst="straightConnector1">
            <a:avLst/>
          </a:prstGeom>
          <a:ln w="28575" cap="flat">
            <a:solidFill>
              <a:schemeClr val="accent1"/>
            </a:solidFill>
            <a:prstDash val="solid"/>
            <a:round/>
            <a:headEnd type="none" w="med" len="med"/>
            <a:tailEnd type="none" w="med" len="med"/>
          </a:ln>
        </p:spPr>
      </p:cxnSp>
      <p:cxnSp>
        <p:nvCxnSpPr>
          <p:cNvPr id="135" name="Google Shape;63;p10"/>
          <p:cNvCxnSpPr/>
          <p:nvPr/>
        </p:nvCxnSpPr>
        <p:spPr>
          <a:xfrm>
            <a:off x="-72550" y="4877450"/>
            <a:ext cx="9287400" cy="0"/>
          </a:xfrm>
          <a:prstGeom prst="straightConnector1">
            <a:avLst/>
          </a:prstGeom>
          <a:ln w="28575" cap="flat">
            <a:solidFill>
              <a:schemeClr val="accent1"/>
            </a:solidFill>
            <a:prstDash val="solid"/>
            <a:round/>
            <a:headEnd type="none" w="med" len="med"/>
            <a:tailEnd type="none" w="med" len="med"/>
          </a:ln>
        </p:spPr>
      </p:cxnSp>
      <p:cxnSp>
        <p:nvCxnSpPr>
          <p:cNvPr id="136" name="Google Shape;64;p10"/>
          <p:cNvCxnSpPr/>
          <p:nvPr/>
        </p:nvCxnSpPr>
        <p:spPr>
          <a:xfrm rot="10800000" flipH="1">
            <a:off x="6144975" y="3103725"/>
            <a:ext cx="3118200" cy="2201100"/>
          </a:xfrm>
          <a:prstGeom prst="curvedConnector3">
            <a:avLst>
              <a:gd name="adj1" fmla="val 50000"/>
            </a:avLst>
          </a:prstGeom>
          <a:ln w="28575" cap="flat">
            <a:solidFill>
              <a:schemeClr val="accent2"/>
            </a:solidFill>
            <a:prstDash val="solid"/>
            <a:round/>
            <a:headEnd type="none" w="med" len="med"/>
            <a:tailEnd type="none" w="med" len="med"/>
          </a:ln>
        </p:spPr>
      </p:cxn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
        <p:cNvGrpSpPr/>
        <p:nvPr/>
      </p:nvGrpSpPr>
      <p:grpSpPr>
        <a:xfrm>
          <a:off x="0" y="0"/>
          <a:ext cx="0" cy="0"/>
          <a:chOff x="0" y="0"/>
          <a:chExt cx="0" cy="0"/>
        </a:xfrm>
      </p:grpSpPr>
      <p:sp>
        <p:nvSpPr>
          <p:cNvPr id="66" name="Google Shape;66;p11">
            <a:extLst>
              <a:ext uri="{FF2B5EF4-FFF2-40B4-BE49-F238E27FC236}">
                <a16:creationId xmlns:a16="http://schemas.microsoft.com/office/drawing/2014/main" id="{9DF89219-3F4A-4610-8502-8819A73DD229}"/>
              </a:ext>
            </a:extLst>
          </p:cNvPr>
          <p:cNvSpPr>
            <a:spLocks noGrp="1"/>
          </p:cNvSpPr>
          <p:nvPr>
            <p:ph type="title" hasCustomPrompt="1"/>
          </p:nvPr>
        </p:nvSpPr>
        <p:spPr>
          <a:xfrm>
            <a:off x="713225" y="1345363"/>
            <a:ext cx="7717500" cy="1644300"/>
          </a:xfrm>
          <a:prstGeom prst="rect">
            <a:avLst/>
          </a:prstGeom>
        </p:spPr>
        <p:txBody>
          <a:bodyPr spcFirstLastPara="1" wrap="square" lIns="91425" tIns="91425" rIns="91425" bIns="91425" anchor="t">
            <a:noAutofit/>
          </a:bodyPr>
          <a:lstStyle>
            <a:lvl1pPr algn="ctr">
              <a:spcBef>
                <a:spcPts val="0"/>
              </a:spcBef>
              <a:spcAft>
                <a:spcPts val="0"/>
              </a:spcAft>
              <a:buSzPts val="12000"/>
              <a:buNone/>
              <a:defRPr sz="12000">
                <a:solidFill>
                  <a:schemeClr val="accent1"/>
                </a:solidFill>
              </a:defRPr>
            </a:lvl1pPr>
            <a:lvl2pPr algn="ctr">
              <a:spcBef>
                <a:spcPts val="0"/>
              </a:spcBef>
              <a:spcAft>
                <a:spcPts val="0"/>
              </a:spcAft>
              <a:buSzPts val="12000"/>
              <a:buNone/>
              <a:defRPr sz="12000"/>
            </a:lvl2pPr>
            <a:lvl3pPr algn="ctr">
              <a:spcBef>
                <a:spcPts val="0"/>
              </a:spcBef>
              <a:spcAft>
                <a:spcPts val="0"/>
              </a:spcAft>
              <a:buSzPts val="12000"/>
              <a:buNone/>
              <a:defRPr sz="12000"/>
            </a:lvl3pPr>
            <a:lvl4pPr algn="ctr">
              <a:spcBef>
                <a:spcPts val="0"/>
              </a:spcBef>
              <a:spcAft>
                <a:spcPts val="0"/>
              </a:spcAft>
              <a:buSzPts val="12000"/>
              <a:buNone/>
              <a:defRPr sz="12000"/>
            </a:lvl4pPr>
            <a:lvl5pPr algn="ctr">
              <a:spcBef>
                <a:spcPts val="0"/>
              </a:spcBef>
              <a:spcAft>
                <a:spcPts val="0"/>
              </a:spcAft>
              <a:buSzPts val="12000"/>
              <a:buNone/>
              <a:defRPr sz="12000"/>
            </a:lvl5pPr>
            <a:lvl6pPr algn="ctr">
              <a:spcBef>
                <a:spcPts val="0"/>
              </a:spcBef>
              <a:spcAft>
                <a:spcPts val="0"/>
              </a:spcAft>
              <a:buSzPts val="12000"/>
              <a:buNone/>
              <a:defRPr sz="12000"/>
            </a:lvl6pPr>
            <a:lvl7pPr algn="ctr">
              <a:spcBef>
                <a:spcPts val="0"/>
              </a:spcBef>
              <a:spcAft>
                <a:spcPts val="0"/>
              </a:spcAft>
              <a:buSzPts val="12000"/>
              <a:buNone/>
              <a:defRPr sz="12000"/>
            </a:lvl7pPr>
            <a:lvl8pPr algn="ctr">
              <a:spcBef>
                <a:spcPts val="0"/>
              </a:spcBef>
              <a:spcAft>
                <a:spcPts val="0"/>
              </a:spcAft>
              <a:buSzPts val="12000"/>
              <a:buNone/>
              <a:defRPr sz="12000"/>
            </a:lvl8pPr>
            <a:lvl9pPr algn="ctr">
              <a:spcBef>
                <a:spcPts val="0"/>
              </a:spcBef>
              <a:spcAft>
                <a:spcPts val="0"/>
              </a:spcAft>
              <a:buSzPts val="12000"/>
              <a:buNone/>
              <a:defRPr sz="12000"/>
            </a:lvl9pPr>
          </a:lstStyle>
          <a:p>
            <a:r>
              <a:t>xx%</a:t>
            </a:r>
          </a:p>
        </p:txBody>
      </p:sp>
      <p:sp>
        <p:nvSpPr>
          <p:cNvPr id="67" name="Google Shape;67;p11">
            <a:extLst>
              <a:ext uri="{FF2B5EF4-FFF2-40B4-BE49-F238E27FC236}">
                <a16:creationId xmlns:a16="http://schemas.microsoft.com/office/drawing/2014/main" id="{05E9801E-2F09-418C-A8F8-CA167433946A}"/>
              </a:ext>
            </a:extLst>
          </p:cNvPr>
          <p:cNvSpPr>
            <a:spLocks noGrp="1"/>
          </p:cNvSpPr>
          <p:nvPr>
            <p:ph type="subTitle" idx="1"/>
          </p:nvPr>
        </p:nvSpPr>
        <p:spPr>
          <a:xfrm>
            <a:off x="1514325" y="3188648"/>
            <a:ext cx="6120300" cy="375000"/>
          </a:xfrm>
          <a:prstGeom prst="rect">
            <a:avLst/>
          </a:prstGeom>
        </p:spPr>
        <p:txBody>
          <a:bodyPr spcFirstLastPara="1" wrap="square" lIns="91425" tIns="91425" rIns="91425" bIns="91425" anchor="t">
            <a:noAutofit/>
          </a:bodyPr>
          <a:lstStyle>
            <a:lvl1pPr algn="ctr">
              <a:spcBef>
                <a:spcPts val="0"/>
              </a:spcBef>
              <a:spcAft>
                <a:spcPts val="0"/>
              </a:spcAft>
              <a:buSzPts val="1600"/>
              <a:buNone/>
              <a:defRPr sz="1600"/>
            </a:lvl1pPr>
            <a:lvl2pPr algn="ctr">
              <a:spcBef>
                <a:spcPts val="0"/>
              </a:spcBef>
              <a:spcAft>
                <a:spcPts val="0"/>
              </a:spcAft>
              <a:buSzPts val="1600"/>
              <a:buNone/>
              <a:defRPr sz="1600"/>
            </a:lvl2pPr>
            <a:lvl3pPr algn="ctr">
              <a:spcBef>
                <a:spcPts val="0"/>
              </a:spcBef>
              <a:spcAft>
                <a:spcPts val="0"/>
              </a:spcAft>
              <a:buSzPts val="1600"/>
              <a:buNone/>
              <a:defRPr sz="1600"/>
            </a:lvl3pPr>
            <a:lvl4pPr algn="ctr">
              <a:spcBef>
                <a:spcPts val="0"/>
              </a:spcBef>
              <a:spcAft>
                <a:spcPts val="0"/>
              </a:spcAft>
              <a:buSzPts val="1600"/>
              <a:buNone/>
              <a:defRPr sz="1600"/>
            </a:lvl4pPr>
            <a:lvl5pPr algn="ctr">
              <a:spcBef>
                <a:spcPts val="0"/>
              </a:spcBef>
              <a:spcAft>
                <a:spcPts val="0"/>
              </a:spcAft>
              <a:buSzPts val="1600"/>
              <a:buNone/>
              <a:defRPr sz="1600"/>
            </a:lvl5pPr>
            <a:lvl6pPr algn="ctr">
              <a:spcBef>
                <a:spcPts val="0"/>
              </a:spcBef>
              <a:spcAft>
                <a:spcPts val="0"/>
              </a:spcAft>
              <a:buSzPts val="1600"/>
              <a:buNone/>
              <a:defRPr sz="1600"/>
            </a:lvl6pPr>
            <a:lvl7pPr algn="ctr">
              <a:spcBef>
                <a:spcPts val="0"/>
              </a:spcBef>
              <a:spcAft>
                <a:spcPts val="0"/>
              </a:spcAft>
              <a:buSzPts val="1600"/>
              <a:buNone/>
              <a:defRPr sz="1600"/>
            </a:lvl7pPr>
            <a:lvl8pPr algn="ctr">
              <a:spcBef>
                <a:spcPts val="0"/>
              </a:spcBef>
              <a:spcAft>
                <a:spcPts val="0"/>
              </a:spcAft>
              <a:buSzPts val="1600"/>
              <a:buNone/>
              <a:defRPr sz="1600"/>
            </a:lvl8pPr>
            <a:lvl9pPr algn="ctr">
              <a:spcBef>
                <a:spcPts val="0"/>
              </a:spcBef>
              <a:spcAft>
                <a:spcPts val="0"/>
              </a:spcAft>
              <a:buSzPts val="1600"/>
              <a:buNone/>
              <a:defRPr sz="1600"/>
            </a:lvl9pPr>
          </a:lstStyle>
          <a:p>
            <a:endParaRPr/>
          </a:p>
        </p:txBody>
      </p:sp>
      <p:cxnSp>
        <p:nvCxnSpPr>
          <p:cNvPr id="176" name="Google Shape;68;p11"/>
          <p:cNvCxnSpPr/>
          <p:nvPr/>
        </p:nvCxnSpPr>
        <p:spPr>
          <a:xfrm>
            <a:off x="-72550" y="274100"/>
            <a:ext cx="9287400" cy="0"/>
          </a:xfrm>
          <a:prstGeom prst="straightConnector1">
            <a:avLst/>
          </a:prstGeom>
          <a:ln w="28575" cap="flat">
            <a:solidFill>
              <a:schemeClr val="accent1"/>
            </a:solidFill>
            <a:prstDash val="solid"/>
            <a:round/>
            <a:headEnd type="none" w="med" len="med"/>
            <a:tailEnd type="none" w="med" len="med"/>
          </a:ln>
        </p:spPr>
      </p:cxnSp>
      <p:cxnSp>
        <p:nvCxnSpPr>
          <p:cNvPr id="177" name="Google Shape;69;p11"/>
          <p:cNvCxnSpPr/>
          <p:nvPr/>
        </p:nvCxnSpPr>
        <p:spPr>
          <a:xfrm>
            <a:off x="-72550" y="4877450"/>
            <a:ext cx="9287400" cy="0"/>
          </a:xfrm>
          <a:prstGeom prst="straightConnector1">
            <a:avLst/>
          </a:prstGeom>
          <a:ln w="28575" cap="flat">
            <a:solidFill>
              <a:schemeClr val="accent1"/>
            </a:solidFill>
            <a:prstDash val="solid"/>
            <a:round/>
            <a:headEnd type="none" w="med" len="med"/>
            <a:tailEnd type="none" w="med" len="med"/>
          </a:ln>
        </p:spPr>
      </p:cxnSp>
      <p:cxnSp>
        <p:nvCxnSpPr>
          <p:cNvPr id="178" name="Google Shape;70;p11"/>
          <p:cNvCxnSpPr/>
          <p:nvPr/>
        </p:nvCxnSpPr>
        <p:spPr>
          <a:xfrm>
            <a:off x="-250225" y="4076450"/>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cxnSp>
        <p:nvCxnSpPr>
          <p:cNvPr id="179" name="Google Shape;71;p11"/>
          <p:cNvCxnSpPr/>
          <p:nvPr/>
        </p:nvCxnSpPr>
        <p:spPr>
          <a:xfrm>
            <a:off x="7441150" y="-48375"/>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bg>
      <p:bgPr>
        <a:noFill/>
        <a:effectLst/>
      </p:bgPr>
    </p:bg>
    <p:spTree>
      <p:nvGrpSpPr>
        <p:cNvPr id="1" name=""/>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able of contents">
  <p:cSld name="CUSTOM">
    <p:spTree>
      <p:nvGrpSpPr>
        <p:cNvPr id="1" name=""/>
        <p:cNvGrpSpPr/>
        <p:nvPr/>
      </p:nvGrpSpPr>
      <p:grpSpPr>
        <a:xfrm>
          <a:off x="0" y="0"/>
          <a:ext cx="0" cy="0"/>
          <a:chOff x="0" y="0"/>
          <a:chExt cx="0" cy="0"/>
        </a:xfrm>
      </p:grpSpPr>
      <p:sp>
        <p:nvSpPr>
          <p:cNvPr id="74" name="Google Shape;74;p13">
            <a:extLst>
              <a:ext uri="{FF2B5EF4-FFF2-40B4-BE49-F238E27FC236}">
                <a16:creationId xmlns:a16="http://schemas.microsoft.com/office/drawing/2014/main" id="{4E5195FE-5B4A-4407-9B5B-55B39DCD3396}"/>
              </a:ext>
            </a:extLst>
          </p:cNvPr>
          <p:cNvSpPr>
            <a:spLocks noGrp="1"/>
          </p:cNvSpPr>
          <p:nvPr>
            <p:ph type="title"/>
          </p:nvPr>
        </p:nvSpPr>
        <p:spPr>
          <a:xfrm>
            <a:off x="713225" y="445025"/>
            <a:ext cx="3583800" cy="572700"/>
          </a:xfrm>
          <a:prstGeom prst="rect">
            <a:avLst/>
          </a:prstGeom>
        </p:spPr>
        <p:txBody>
          <a:bodyPr spcFirstLastPara="1" wrap="square" lIns="91425" tIns="91425" rIns="91425" bIns="91425" anchor="t">
            <a:noAutofit/>
          </a:bodyPr>
          <a:lstStyle>
            <a:lvl1pPr>
              <a:spcBef>
                <a:spcPts val="0"/>
              </a:spcBef>
              <a:spcAft>
                <a:spcPts val="0"/>
              </a:spcAft>
              <a:buSzPts val="3000"/>
              <a:buNone/>
              <a:defRPr/>
            </a:lvl1pPr>
            <a:lvl2pPr>
              <a:spcBef>
                <a:spcPts val="0"/>
              </a:spcBef>
              <a:spcAft>
                <a:spcPts val="0"/>
              </a:spcAft>
              <a:buSzPts val="3000"/>
              <a:buNone/>
              <a:defRPr/>
            </a:lvl2pPr>
            <a:lvl3pPr>
              <a:spcBef>
                <a:spcPts val="0"/>
              </a:spcBef>
              <a:spcAft>
                <a:spcPts val="0"/>
              </a:spcAft>
              <a:buSzPts val="3000"/>
              <a:buNone/>
              <a:defRPr/>
            </a:lvl3pPr>
            <a:lvl4pPr>
              <a:spcBef>
                <a:spcPts val="0"/>
              </a:spcBef>
              <a:spcAft>
                <a:spcPts val="0"/>
              </a:spcAft>
              <a:buSzPts val="3000"/>
              <a:buNone/>
              <a:defRPr/>
            </a:lvl4pPr>
            <a:lvl5pPr>
              <a:spcBef>
                <a:spcPts val="0"/>
              </a:spcBef>
              <a:spcAft>
                <a:spcPts val="0"/>
              </a:spcAft>
              <a:buSzPts val="3000"/>
              <a:buNone/>
              <a:defRPr/>
            </a:lvl5pPr>
            <a:lvl6pPr>
              <a:spcBef>
                <a:spcPts val="0"/>
              </a:spcBef>
              <a:spcAft>
                <a:spcPts val="0"/>
              </a:spcAft>
              <a:buSzPts val="3000"/>
              <a:buNone/>
              <a:defRPr/>
            </a:lvl6pPr>
            <a:lvl7pPr>
              <a:spcBef>
                <a:spcPts val="0"/>
              </a:spcBef>
              <a:spcAft>
                <a:spcPts val="0"/>
              </a:spcAft>
              <a:buSzPts val="3000"/>
              <a:buNone/>
              <a:defRPr/>
            </a:lvl7pPr>
            <a:lvl8pPr>
              <a:spcBef>
                <a:spcPts val="0"/>
              </a:spcBef>
              <a:spcAft>
                <a:spcPts val="0"/>
              </a:spcAft>
              <a:buSzPts val="3000"/>
              <a:buNone/>
              <a:defRPr/>
            </a:lvl8pPr>
            <a:lvl9pPr>
              <a:spcBef>
                <a:spcPts val="0"/>
              </a:spcBef>
              <a:spcAft>
                <a:spcPts val="0"/>
              </a:spcAft>
              <a:buSzPts val="3000"/>
              <a:buNone/>
              <a:defRPr/>
            </a:lvl9pPr>
          </a:lstStyle>
          <a:p>
            <a:endParaRPr/>
          </a:p>
        </p:txBody>
      </p:sp>
      <p:sp>
        <p:nvSpPr>
          <p:cNvPr id="75" name="Google Shape;75;p13">
            <a:extLst>
              <a:ext uri="{FF2B5EF4-FFF2-40B4-BE49-F238E27FC236}">
                <a16:creationId xmlns:a16="http://schemas.microsoft.com/office/drawing/2014/main" id="{5C4CFCCA-3436-4DC0-8AA5-CC547B1FA8D8}"/>
              </a:ext>
            </a:extLst>
          </p:cNvPr>
          <p:cNvSpPr>
            <a:spLocks noGrp="1"/>
          </p:cNvSpPr>
          <p:nvPr>
            <p:ph type="subTitle" idx="1"/>
          </p:nvPr>
        </p:nvSpPr>
        <p:spPr>
          <a:xfrm>
            <a:off x="5859325" y="1405390"/>
            <a:ext cx="2486100" cy="401100"/>
          </a:xfrm>
          <a:prstGeom prst="rect">
            <a:avLst/>
          </a:prstGeom>
        </p:spPr>
        <p:txBody>
          <a:bodyPr spcFirstLastPara="1" wrap="square" lIns="91425" tIns="91425" rIns="91425" bIns="91425" anchor="t">
            <a:noAutofit/>
          </a:bodyPr>
          <a:lstStyle>
            <a:lvl1pPr>
              <a:lnSpc>
                <a:spcPct val="100000"/>
              </a:lnSpc>
              <a:spcBef>
                <a:spcPts val="0"/>
              </a:spcBef>
              <a:spcAft>
                <a:spcPts val="0"/>
              </a:spcAft>
              <a:buSzPts val="2100"/>
              <a:buNone/>
              <a:defRPr sz="2400">
                <a:latin typeface="Cambria"/>
                <a:ea typeface="Cambria"/>
                <a:cs typeface="Cambria"/>
              </a:defRPr>
            </a:lvl1pPr>
            <a:lvl2pPr algn="ctr">
              <a:spcBef>
                <a:spcPts val="0"/>
              </a:spcBef>
              <a:spcAft>
                <a:spcPts val="0"/>
              </a:spcAft>
              <a:buSzPts val="2100"/>
              <a:buNone/>
              <a:defRPr sz="2100" b="1"/>
            </a:lvl2pPr>
            <a:lvl3pPr algn="ctr">
              <a:spcBef>
                <a:spcPts val="0"/>
              </a:spcBef>
              <a:spcAft>
                <a:spcPts val="0"/>
              </a:spcAft>
              <a:buSzPts val="2100"/>
              <a:buNone/>
              <a:defRPr sz="2100" b="1"/>
            </a:lvl3pPr>
            <a:lvl4pPr algn="ctr">
              <a:spcBef>
                <a:spcPts val="0"/>
              </a:spcBef>
              <a:spcAft>
                <a:spcPts val="0"/>
              </a:spcAft>
              <a:buSzPts val="2100"/>
              <a:buNone/>
              <a:defRPr sz="2100" b="1"/>
            </a:lvl4pPr>
            <a:lvl5pPr algn="ctr">
              <a:spcBef>
                <a:spcPts val="0"/>
              </a:spcBef>
              <a:spcAft>
                <a:spcPts val="0"/>
              </a:spcAft>
              <a:buSzPts val="2100"/>
              <a:buNone/>
              <a:defRPr sz="2100" b="1"/>
            </a:lvl5pPr>
            <a:lvl6pPr algn="ctr">
              <a:spcBef>
                <a:spcPts val="0"/>
              </a:spcBef>
              <a:spcAft>
                <a:spcPts val="0"/>
              </a:spcAft>
              <a:buSzPts val="2100"/>
              <a:buNone/>
              <a:defRPr sz="2100" b="1"/>
            </a:lvl6pPr>
            <a:lvl7pPr algn="ctr">
              <a:spcBef>
                <a:spcPts val="0"/>
              </a:spcBef>
              <a:spcAft>
                <a:spcPts val="0"/>
              </a:spcAft>
              <a:buSzPts val="2100"/>
              <a:buNone/>
              <a:defRPr sz="2100" b="1"/>
            </a:lvl7pPr>
            <a:lvl8pPr algn="ctr">
              <a:spcBef>
                <a:spcPts val="0"/>
              </a:spcBef>
              <a:spcAft>
                <a:spcPts val="0"/>
              </a:spcAft>
              <a:buSzPts val="2100"/>
              <a:buNone/>
              <a:defRPr sz="2100" b="1"/>
            </a:lvl8pPr>
            <a:lvl9pPr algn="ctr">
              <a:spcBef>
                <a:spcPts val="0"/>
              </a:spcBef>
              <a:spcAft>
                <a:spcPts val="0"/>
              </a:spcAft>
              <a:buSzPts val="2100"/>
              <a:buNone/>
              <a:defRPr sz="2100" b="1"/>
            </a:lvl9pPr>
          </a:lstStyle>
          <a:p>
            <a:endParaRPr/>
          </a:p>
        </p:txBody>
      </p:sp>
      <p:sp>
        <p:nvSpPr>
          <p:cNvPr id="76" name="Google Shape;76;p13">
            <a:extLst>
              <a:ext uri="{FF2B5EF4-FFF2-40B4-BE49-F238E27FC236}">
                <a16:creationId xmlns:a16="http://schemas.microsoft.com/office/drawing/2014/main" id="{212A2CE6-7559-4BC5-9039-042A43B12AFA}"/>
              </a:ext>
            </a:extLst>
          </p:cNvPr>
          <p:cNvSpPr>
            <a:spLocks noGrp="1"/>
          </p:cNvSpPr>
          <p:nvPr>
            <p:ph type="subTitle" idx="2"/>
          </p:nvPr>
        </p:nvSpPr>
        <p:spPr>
          <a:xfrm>
            <a:off x="5859325" y="1806417"/>
            <a:ext cx="2486100" cy="618600"/>
          </a:xfrm>
          <a:prstGeom prst="rect">
            <a:avLst/>
          </a:prstGeom>
        </p:spPr>
        <p:txBody>
          <a:bodyPr spcFirstLastPara="1" wrap="square" lIns="91425" tIns="91425" rIns="91425" bIns="91425" anchor="t">
            <a:noAutofit/>
          </a:bodyPr>
          <a:lstStyle>
            <a:lvl1pPr>
              <a:lnSpc>
                <a:spcPct val="100000"/>
              </a:lnSpc>
              <a:spcBef>
                <a:spcPts val="0"/>
              </a:spcBef>
              <a:spcAft>
                <a:spcPts val="0"/>
              </a:spcAft>
              <a:buSzPts val="1400"/>
              <a:buNone/>
              <a:defRPr sz="1400">
                <a:solidFill>
                  <a:schemeClr val="dk1"/>
                </a:solidFill>
              </a:defRPr>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sp>
        <p:nvSpPr>
          <p:cNvPr id="77" name="Google Shape;77;p13">
            <a:extLst>
              <a:ext uri="{FF2B5EF4-FFF2-40B4-BE49-F238E27FC236}">
                <a16:creationId xmlns:a16="http://schemas.microsoft.com/office/drawing/2014/main" id="{24220D71-FEC4-413D-8E94-BBCF2DACD289}"/>
              </a:ext>
            </a:extLst>
          </p:cNvPr>
          <p:cNvSpPr>
            <a:spLocks noGrp="1"/>
          </p:cNvSpPr>
          <p:nvPr>
            <p:ph type="subTitle" idx="3"/>
          </p:nvPr>
        </p:nvSpPr>
        <p:spPr>
          <a:xfrm>
            <a:off x="1903925" y="1405390"/>
            <a:ext cx="2486100" cy="401100"/>
          </a:xfrm>
          <a:prstGeom prst="rect">
            <a:avLst/>
          </a:prstGeom>
        </p:spPr>
        <p:txBody>
          <a:bodyPr spcFirstLastPara="1" wrap="square" lIns="91425" tIns="91425" rIns="91425" bIns="91425" anchor="t">
            <a:noAutofit/>
          </a:bodyPr>
          <a:lstStyle>
            <a:lvl1pPr>
              <a:lnSpc>
                <a:spcPct val="100000"/>
              </a:lnSpc>
              <a:spcBef>
                <a:spcPts val="0"/>
              </a:spcBef>
              <a:spcAft>
                <a:spcPts val="0"/>
              </a:spcAft>
              <a:buSzPts val="2100"/>
              <a:buNone/>
              <a:defRPr sz="2400">
                <a:latin typeface="Cambria"/>
                <a:ea typeface="Cambria"/>
                <a:cs typeface="Cambria"/>
              </a:defRPr>
            </a:lvl1pPr>
            <a:lvl2pPr algn="ctr">
              <a:spcBef>
                <a:spcPts val="0"/>
              </a:spcBef>
              <a:spcAft>
                <a:spcPts val="0"/>
              </a:spcAft>
              <a:buSzPts val="2100"/>
              <a:buNone/>
              <a:defRPr sz="2100" b="1"/>
            </a:lvl2pPr>
            <a:lvl3pPr algn="ctr">
              <a:spcBef>
                <a:spcPts val="0"/>
              </a:spcBef>
              <a:spcAft>
                <a:spcPts val="0"/>
              </a:spcAft>
              <a:buSzPts val="2100"/>
              <a:buNone/>
              <a:defRPr sz="2100" b="1"/>
            </a:lvl3pPr>
            <a:lvl4pPr algn="ctr">
              <a:spcBef>
                <a:spcPts val="0"/>
              </a:spcBef>
              <a:spcAft>
                <a:spcPts val="0"/>
              </a:spcAft>
              <a:buSzPts val="2100"/>
              <a:buNone/>
              <a:defRPr sz="2100" b="1"/>
            </a:lvl4pPr>
            <a:lvl5pPr algn="ctr">
              <a:spcBef>
                <a:spcPts val="0"/>
              </a:spcBef>
              <a:spcAft>
                <a:spcPts val="0"/>
              </a:spcAft>
              <a:buSzPts val="2100"/>
              <a:buNone/>
              <a:defRPr sz="2100" b="1"/>
            </a:lvl5pPr>
            <a:lvl6pPr algn="ctr">
              <a:spcBef>
                <a:spcPts val="0"/>
              </a:spcBef>
              <a:spcAft>
                <a:spcPts val="0"/>
              </a:spcAft>
              <a:buSzPts val="2100"/>
              <a:buNone/>
              <a:defRPr sz="2100" b="1"/>
            </a:lvl6pPr>
            <a:lvl7pPr algn="ctr">
              <a:spcBef>
                <a:spcPts val="0"/>
              </a:spcBef>
              <a:spcAft>
                <a:spcPts val="0"/>
              </a:spcAft>
              <a:buSzPts val="2100"/>
              <a:buNone/>
              <a:defRPr sz="2100" b="1"/>
            </a:lvl7pPr>
            <a:lvl8pPr algn="ctr">
              <a:spcBef>
                <a:spcPts val="0"/>
              </a:spcBef>
              <a:spcAft>
                <a:spcPts val="0"/>
              </a:spcAft>
              <a:buSzPts val="2100"/>
              <a:buNone/>
              <a:defRPr sz="2100" b="1"/>
            </a:lvl8pPr>
            <a:lvl9pPr algn="ctr">
              <a:spcBef>
                <a:spcPts val="0"/>
              </a:spcBef>
              <a:spcAft>
                <a:spcPts val="0"/>
              </a:spcAft>
              <a:buSzPts val="2100"/>
              <a:buNone/>
              <a:defRPr sz="2100" b="1"/>
            </a:lvl9pPr>
          </a:lstStyle>
          <a:p>
            <a:endParaRPr/>
          </a:p>
        </p:txBody>
      </p:sp>
      <p:sp>
        <p:nvSpPr>
          <p:cNvPr id="78" name="Google Shape;78;p13">
            <a:extLst>
              <a:ext uri="{FF2B5EF4-FFF2-40B4-BE49-F238E27FC236}">
                <a16:creationId xmlns:a16="http://schemas.microsoft.com/office/drawing/2014/main" id="{1713396C-2EEE-4A4B-A519-3DCE28EA9ED7}"/>
              </a:ext>
            </a:extLst>
          </p:cNvPr>
          <p:cNvSpPr>
            <a:spLocks noGrp="1"/>
          </p:cNvSpPr>
          <p:nvPr>
            <p:ph type="subTitle" idx="4"/>
          </p:nvPr>
        </p:nvSpPr>
        <p:spPr>
          <a:xfrm>
            <a:off x="1903925" y="1806417"/>
            <a:ext cx="2486100" cy="618600"/>
          </a:xfrm>
          <a:prstGeom prst="rect">
            <a:avLst/>
          </a:prstGeom>
        </p:spPr>
        <p:txBody>
          <a:bodyPr spcFirstLastPara="1" wrap="square" lIns="91425" tIns="91425" rIns="91425" bIns="91425" anchor="t">
            <a:noAutofit/>
          </a:bodyPr>
          <a:lstStyle>
            <a:lvl1pPr>
              <a:lnSpc>
                <a:spcPct val="100000"/>
              </a:lnSpc>
              <a:spcBef>
                <a:spcPts val="0"/>
              </a:spcBef>
              <a:spcAft>
                <a:spcPts val="0"/>
              </a:spcAft>
              <a:buSzPts val="1400"/>
              <a:buNone/>
              <a:defRPr sz="1400"/>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sp>
        <p:nvSpPr>
          <p:cNvPr id="79" name="Google Shape;79;p13">
            <a:extLst>
              <a:ext uri="{FF2B5EF4-FFF2-40B4-BE49-F238E27FC236}">
                <a16:creationId xmlns:a16="http://schemas.microsoft.com/office/drawing/2014/main" id="{76F50B9C-B2FA-4007-A864-5E156D4E8FBE}"/>
              </a:ext>
            </a:extLst>
          </p:cNvPr>
          <p:cNvSpPr>
            <a:spLocks noGrp="1"/>
          </p:cNvSpPr>
          <p:nvPr>
            <p:ph type="subTitle" idx="5"/>
          </p:nvPr>
        </p:nvSpPr>
        <p:spPr>
          <a:xfrm>
            <a:off x="5859325" y="3171118"/>
            <a:ext cx="2486100" cy="461400"/>
          </a:xfrm>
          <a:prstGeom prst="rect">
            <a:avLst/>
          </a:prstGeom>
        </p:spPr>
        <p:txBody>
          <a:bodyPr spcFirstLastPara="1" wrap="square" lIns="91425" tIns="91425" rIns="91425" bIns="91425" anchor="t">
            <a:noAutofit/>
          </a:bodyPr>
          <a:lstStyle>
            <a:lvl1pPr>
              <a:lnSpc>
                <a:spcPct val="100000"/>
              </a:lnSpc>
              <a:spcBef>
                <a:spcPts val="0"/>
              </a:spcBef>
              <a:spcAft>
                <a:spcPts val="0"/>
              </a:spcAft>
              <a:buSzPts val="2100"/>
              <a:buNone/>
              <a:defRPr sz="2400">
                <a:latin typeface="Cambria"/>
                <a:ea typeface="Cambria"/>
                <a:cs typeface="Cambria"/>
              </a:defRPr>
            </a:lvl1pPr>
            <a:lvl2pPr algn="ctr">
              <a:spcBef>
                <a:spcPts val="0"/>
              </a:spcBef>
              <a:spcAft>
                <a:spcPts val="0"/>
              </a:spcAft>
              <a:buSzPts val="2100"/>
              <a:buNone/>
              <a:defRPr sz="2100" b="1"/>
            </a:lvl2pPr>
            <a:lvl3pPr algn="ctr">
              <a:spcBef>
                <a:spcPts val="0"/>
              </a:spcBef>
              <a:spcAft>
                <a:spcPts val="0"/>
              </a:spcAft>
              <a:buSzPts val="2100"/>
              <a:buNone/>
              <a:defRPr sz="2100" b="1"/>
            </a:lvl3pPr>
            <a:lvl4pPr algn="ctr">
              <a:spcBef>
                <a:spcPts val="0"/>
              </a:spcBef>
              <a:spcAft>
                <a:spcPts val="0"/>
              </a:spcAft>
              <a:buSzPts val="2100"/>
              <a:buNone/>
              <a:defRPr sz="2100" b="1"/>
            </a:lvl4pPr>
            <a:lvl5pPr algn="ctr">
              <a:spcBef>
                <a:spcPts val="0"/>
              </a:spcBef>
              <a:spcAft>
                <a:spcPts val="0"/>
              </a:spcAft>
              <a:buSzPts val="2100"/>
              <a:buNone/>
              <a:defRPr sz="2100" b="1"/>
            </a:lvl5pPr>
            <a:lvl6pPr algn="ctr">
              <a:spcBef>
                <a:spcPts val="0"/>
              </a:spcBef>
              <a:spcAft>
                <a:spcPts val="0"/>
              </a:spcAft>
              <a:buSzPts val="2100"/>
              <a:buNone/>
              <a:defRPr sz="2100" b="1"/>
            </a:lvl6pPr>
            <a:lvl7pPr algn="ctr">
              <a:spcBef>
                <a:spcPts val="0"/>
              </a:spcBef>
              <a:spcAft>
                <a:spcPts val="0"/>
              </a:spcAft>
              <a:buSzPts val="2100"/>
              <a:buNone/>
              <a:defRPr sz="2100" b="1"/>
            </a:lvl7pPr>
            <a:lvl8pPr algn="ctr">
              <a:spcBef>
                <a:spcPts val="0"/>
              </a:spcBef>
              <a:spcAft>
                <a:spcPts val="0"/>
              </a:spcAft>
              <a:buSzPts val="2100"/>
              <a:buNone/>
              <a:defRPr sz="2100" b="1"/>
            </a:lvl8pPr>
            <a:lvl9pPr algn="ctr">
              <a:spcBef>
                <a:spcPts val="0"/>
              </a:spcBef>
              <a:spcAft>
                <a:spcPts val="0"/>
              </a:spcAft>
              <a:buSzPts val="2100"/>
              <a:buNone/>
              <a:defRPr sz="2100" b="1"/>
            </a:lvl9pPr>
          </a:lstStyle>
          <a:p>
            <a:endParaRPr/>
          </a:p>
        </p:txBody>
      </p:sp>
      <p:sp>
        <p:nvSpPr>
          <p:cNvPr id="80" name="Google Shape;80;p13">
            <a:extLst>
              <a:ext uri="{FF2B5EF4-FFF2-40B4-BE49-F238E27FC236}">
                <a16:creationId xmlns:a16="http://schemas.microsoft.com/office/drawing/2014/main" id="{E244545F-5EB1-4D0E-98F0-BE018B4A7684}"/>
              </a:ext>
            </a:extLst>
          </p:cNvPr>
          <p:cNvSpPr>
            <a:spLocks noGrp="1"/>
          </p:cNvSpPr>
          <p:nvPr>
            <p:ph type="subTitle" idx="6"/>
          </p:nvPr>
        </p:nvSpPr>
        <p:spPr>
          <a:xfrm>
            <a:off x="5859325" y="3565487"/>
            <a:ext cx="2486100" cy="618600"/>
          </a:xfrm>
          <a:prstGeom prst="rect">
            <a:avLst/>
          </a:prstGeom>
        </p:spPr>
        <p:txBody>
          <a:bodyPr spcFirstLastPara="1" wrap="square" lIns="91425" tIns="91425" rIns="91425" bIns="91425" anchor="t">
            <a:noAutofit/>
          </a:bodyPr>
          <a:lstStyle>
            <a:lvl1pPr>
              <a:lnSpc>
                <a:spcPct val="100000"/>
              </a:lnSpc>
              <a:spcBef>
                <a:spcPts val="0"/>
              </a:spcBef>
              <a:spcAft>
                <a:spcPts val="0"/>
              </a:spcAft>
              <a:buSzPts val="1400"/>
              <a:buNone/>
              <a:defRPr sz="1400">
                <a:solidFill>
                  <a:schemeClr val="dk1"/>
                </a:solidFill>
              </a:defRPr>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sp>
        <p:nvSpPr>
          <p:cNvPr id="81" name="Google Shape;81;p13">
            <a:extLst>
              <a:ext uri="{FF2B5EF4-FFF2-40B4-BE49-F238E27FC236}">
                <a16:creationId xmlns:a16="http://schemas.microsoft.com/office/drawing/2014/main" id="{B7A8F8B8-05FB-4727-B6D1-9F9FEC9CBBAC}"/>
              </a:ext>
            </a:extLst>
          </p:cNvPr>
          <p:cNvSpPr>
            <a:spLocks noGrp="1"/>
          </p:cNvSpPr>
          <p:nvPr>
            <p:ph type="subTitle" idx="7"/>
          </p:nvPr>
        </p:nvSpPr>
        <p:spPr>
          <a:xfrm>
            <a:off x="1903925" y="3171118"/>
            <a:ext cx="2486100" cy="461400"/>
          </a:xfrm>
          <a:prstGeom prst="rect">
            <a:avLst/>
          </a:prstGeom>
        </p:spPr>
        <p:txBody>
          <a:bodyPr spcFirstLastPara="1" wrap="square" lIns="91425" tIns="91425" rIns="91425" bIns="91425" anchor="t">
            <a:noAutofit/>
          </a:bodyPr>
          <a:lstStyle>
            <a:lvl1pPr>
              <a:lnSpc>
                <a:spcPct val="100000"/>
              </a:lnSpc>
              <a:spcBef>
                <a:spcPts val="0"/>
              </a:spcBef>
              <a:spcAft>
                <a:spcPts val="0"/>
              </a:spcAft>
              <a:buSzPts val="2100"/>
              <a:buNone/>
              <a:defRPr sz="2400">
                <a:latin typeface="Cambria"/>
                <a:ea typeface="Cambria"/>
                <a:cs typeface="Cambria"/>
              </a:defRPr>
            </a:lvl1pPr>
            <a:lvl2pPr algn="ctr">
              <a:spcBef>
                <a:spcPts val="0"/>
              </a:spcBef>
              <a:spcAft>
                <a:spcPts val="0"/>
              </a:spcAft>
              <a:buSzPts val="2100"/>
              <a:buNone/>
              <a:defRPr sz="2100" b="1"/>
            </a:lvl2pPr>
            <a:lvl3pPr algn="ctr">
              <a:spcBef>
                <a:spcPts val="0"/>
              </a:spcBef>
              <a:spcAft>
                <a:spcPts val="0"/>
              </a:spcAft>
              <a:buSzPts val="2100"/>
              <a:buNone/>
              <a:defRPr sz="2100" b="1"/>
            </a:lvl3pPr>
            <a:lvl4pPr algn="ctr">
              <a:spcBef>
                <a:spcPts val="0"/>
              </a:spcBef>
              <a:spcAft>
                <a:spcPts val="0"/>
              </a:spcAft>
              <a:buSzPts val="2100"/>
              <a:buNone/>
              <a:defRPr sz="2100" b="1"/>
            </a:lvl4pPr>
            <a:lvl5pPr algn="ctr">
              <a:spcBef>
                <a:spcPts val="0"/>
              </a:spcBef>
              <a:spcAft>
                <a:spcPts val="0"/>
              </a:spcAft>
              <a:buSzPts val="2100"/>
              <a:buNone/>
              <a:defRPr sz="2100" b="1"/>
            </a:lvl5pPr>
            <a:lvl6pPr algn="ctr">
              <a:spcBef>
                <a:spcPts val="0"/>
              </a:spcBef>
              <a:spcAft>
                <a:spcPts val="0"/>
              </a:spcAft>
              <a:buSzPts val="2100"/>
              <a:buNone/>
              <a:defRPr sz="2100" b="1"/>
            </a:lvl6pPr>
            <a:lvl7pPr algn="ctr">
              <a:spcBef>
                <a:spcPts val="0"/>
              </a:spcBef>
              <a:spcAft>
                <a:spcPts val="0"/>
              </a:spcAft>
              <a:buSzPts val="2100"/>
              <a:buNone/>
              <a:defRPr sz="2100" b="1"/>
            </a:lvl7pPr>
            <a:lvl8pPr algn="ctr">
              <a:spcBef>
                <a:spcPts val="0"/>
              </a:spcBef>
              <a:spcAft>
                <a:spcPts val="0"/>
              </a:spcAft>
              <a:buSzPts val="2100"/>
              <a:buNone/>
              <a:defRPr sz="2100" b="1"/>
            </a:lvl8pPr>
            <a:lvl9pPr algn="ctr">
              <a:spcBef>
                <a:spcPts val="0"/>
              </a:spcBef>
              <a:spcAft>
                <a:spcPts val="0"/>
              </a:spcAft>
              <a:buSzPts val="2100"/>
              <a:buNone/>
              <a:defRPr sz="2100" b="1"/>
            </a:lvl9pPr>
          </a:lstStyle>
          <a:p>
            <a:endParaRPr/>
          </a:p>
        </p:txBody>
      </p:sp>
      <p:sp>
        <p:nvSpPr>
          <p:cNvPr id="82" name="Google Shape;82;p13">
            <a:extLst>
              <a:ext uri="{FF2B5EF4-FFF2-40B4-BE49-F238E27FC236}">
                <a16:creationId xmlns:a16="http://schemas.microsoft.com/office/drawing/2014/main" id="{24DF30E2-89CA-49F6-959D-224EA8E2F58B}"/>
              </a:ext>
            </a:extLst>
          </p:cNvPr>
          <p:cNvSpPr>
            <a:spLocks noGrp="1"/>
          </p:cNvSpPr>
          <p:nvPr>
            <p:ph type="subTitle" idx="8"/>
          </p:nvPr>
        </p:nvSpPr>
        <p:spPr>
          <a:xfrm>
            <a:off x="1903975" y="3565487"/>
            <a:ext cx="2486100" cy="618600"/>
          </a:xfrm>
          <a:prstGeom prst="rect">
            <a:avLst/>
          </a:prstGeom>
        </p:spPr>
        <p:txBody>
          <a:bodyPr spcFirstLastPara="1" wrap="square" lIns="91425" tIns="91425" rIns="91425" bIns="91425" anchor="t">
            <a:noAutofit/>
          </a:bodyPr>
          <a:lstStyle>
            <a:lvl1pPr>
              <a:lnSpc>
                <a:spcPct val="100000"/>
              </a:lnSpc>
              <a:spcBef>
                <a:spcPts val="0"/>
              </a:spcBef>
              <a:spcAft>
                <a:spcPts val="0"/>
              </a:spcAft>
              <a:buSzPts val="1400"/>
              <a:buNone/>
              <a:defRPr sz="1400">
                <a:solidFill>
                  <a:schemeClr val="dk1"/>
                </a:solidFill>
              </a:defRPr>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sp>
        <p:nvSpPr>
          <p:cNvPr id="83" name="Google Shape;83;p13">
            <a:extLst>
              <a:ext uri="{FF2B5EF4-FFF2-40B4-BE49-F238E27FC236}">
                <a16:creationId xmlns:a16="http://schemas.microsoft.com/office/drawing/2014/main" id="{15ECFC99-EF62-4881-B740-5C7D814708B4}"/>
              </a:ext>
            </a:extLst>
          </p:cNvPr>
          <p:cNvSpPr>
            <a:spLocks noGrp="1"/>
          </p:cNvSpPr>
          <p:nvPr>
            <p:ph type="title" idx="9" hasCustomPrompt="1"/>
          </p:nvPr>
        </p:nvSpPr>
        <p:spPr>
          <a:xfrm>
            <a:off x="798575" y="1417915"/>
            <a:ext cx="1039200" cy="667500"/>
          </a:xfrm>
          <a:prstGeom prst="rect">
            <a:avLst/>
          </a:prstGeom>
        </p:spPr>
        <p:txBody>
          <a:bodyPr spcFirstLastPara="1" wrap="square" lIns="91425" tIns="91425" rIns="91425" bIns="91425" anchor="t">
            <a:noAutofit/>
          </a:bodyPr>
          <a:lstStyle>
            <a:lvl1pPr algn="ctr">
              <a:spcBef>
                <a:spcPts val="0"/>
              </a:spcBef>
              <a:spcAft>
                <a:spcPts val="0"/>
              </a:spcAft>
              <a:buClr>
                <a:schemeClr val="dk2"/>
              </a:buClr>
              <a:buSzPts val="4000"/>
              <a:buNone/>
              <a:defRPr sz="3800">
                <a:solidFill>
                  <a:schemeClr val="accent1"/>
                </a:solidFill>
              </a:defRPr>
            </a:lvl1pPr>
            <a:lvl2pPr algn="ctr">
              <a:spcBef>
                <a:spcPts val="0"/>
              </a:spcBef>
              <a:spcAft>
                <a:spcPts val="0"/>
              </a:spcAft>
              <a:buClr>
                <a:schemeClr val="dk2"/>
              </a:buClr>
              <a:buSzPts val="4000"/>
              <a:buNone/>
              <a:defRPr sz="4000">
                <a:solidFill>
                  <a:schemeClr val="dk2"/>
                </a:solidFill>
              </a:defRPr>
            </a:lvl2pPr>
            <a:lvl3pPr algn="ctr">
              <a:spcBef>
                <a:spcPts val="0"/>
              </a:spcBef>
              <a:spcAft>
                <a:spcPts val="0"/>
              </a:spcAft>
              <a:buClr>
                <a:schemeClr val="dk2"/>
              </a:buClr>
              <a:buSzPts val="4000"/>
              <a:buNone/>
              <a:defRPr sz="4000">
                <a:solidFill>
                  <a:schemeClr val="dk2"/>
                </a:solidFill>
              </a:defRPr>
            </a:lvl3pPr>
            <a:lvl4pPr algn="ctr">
              <a:spcBef>
                <a:spcPts val="0"/>
              </a:spcBef>
              <a:spcAft>
                <a:spcPts val="0"/>
              </a:spcAft>
              <a:buClr>
                <a:schemeClr val="dk2"/>
              </a:buClr>
              <a:buSzPts val="4000"/>
              <a:buNone/>
              <a:defRPr sz="4000">
                <a:solidFill>
                  <a:schemeClr val="dk2"/>
                </a:solidFill>
              </a:defRPr>
            </a:lvl4pPr>
            <a:lvl5pPr algn="ctr">
              <a:spcBef>
                <a:spcPts val="0"/>
              </a:spcBef>
              <a:spcAft>
                <a:spcPts val="0"/>
              </a:spcAft>
              <a:buClr>
                <a:schemeClr val="dk2"/>
              </a:buClr>
              <a:buSzPts val="4000"/>
              <a:buNone/>
              <a:defRPr sz="4000">
                <a:solidFill>
                  <a:schemeClr val="dk2"/>
                </a:solidFill>
              </a:defRPr>
            </a:lvl5pPr>
            <a:lvl6pPr algn="ctr">
              <a:spcBef>
                <a:spcPts val="0"/>
              </a:spcBef>
              <a:spcAft>
                <a:spcPts val="0"/>
              </a:spcAft>
              <a:buClr>
                <a:schemeClr val="dk2"/>
              </a:buClr>
              <a:buSzPts val="4000"/>
              <a:buNone/>
              <a:defRPr sz="4000">
                <a:solidFill>
                  <a:schemeClr val="dk2"/>
                </a:solidFill>
              </a:defRPr>
            </a:lvl6pPr>
            <a:lvl7pPr algn="ctr">
              <a:spcBef>
                <a:spcPts val="0"/>
              </a:spcBef>
              <a:spcAft>
                <a:spcPts val="0"/>
              </a:spcAft>
              <a:buClr>
                <a:schemeClr val="dk2"/>
              </a:buClr>
              <a:buSzPts val="4000"/>
              <a:buNone/>
              <a:defRPr sz="4000">
                <a:solidFill>
                  <a:schemeClr val="dk2"/>
                </a:solidFill>
              </a:defRPr>
            </a:lvl7pPr>
            <a:lvl8pPr algn="ctr">
              <a:spcBef>
                <a:spcPts val="0"/>
              </a:spcBef>
              <a:spcAft>
                <a:spcPts val="0"/>
              </a:spcAft>
              <a:buClr>
                <a:schemeClr val="dk2"/>
              </a:buClr>
              <a:buSzPts val="4000"/>
              <a:buNone/>
              <a:defRPr sz="4000">
                <a:solidFill>
                  <a:schemeClr val="dk2"/>
                </a:solidFill>
              </a:defRPr>
            </a:lvl8pPr>
            <a:lvl9pPr algn="ctr">
              <a:spcBef>
                <a:spcPts val="0"/>
              </a:spcBef>
              <a:spcAft>
                <a:spcPts val="0"/>
              </a:spcAft>
              <a:buClr>
                <a:schemeClr val="dk2"/>
              </a:buClr>
              <a:buSzPts val="4000"/>
              <a:buNone/>
              <a:defRPr sz="4000">
                <a:solidFill>
                  <a:schemeClr val="dk2"/>
                </a:solidFill>
              </a:defRPr>
            </a:lvl9pPr>
          </a:lstStyle>
          <a:p>
            <a:r>
              <a:t>xx%</a:t>
            </a:r>
          </a:p>
        </p:txBody>
      </p:sp>
      <p:sp>
        <p:nvSpPr>
          <p:cNvPr id="84" name="Google Shape;84;p13">
            <a:extLst>
              <a:ext uri="{FF2B5EF4-FFF2-40B4-BE49-F238E27FC236}">
                <a16:creationId xmlns:a16="http://schemas.microsoft.com/office/drawing/2014/main" id="{52350714-04D3-4FFC-AA7E-2D4900CB58C0}"/>
              </a:ext>
            </a:extLst>
          </p:cNvPr>
          <p:cNvSpPr>
            <a:spLocks noGrp="1"/>
          </p:cNvSpPr>
          <p:nvPr>
            <p:ph type="title" idx="13" hasCustomPrompt="1"/>
          </p:nvPr>
        </p:nvSpPr>
        <p:spPr>
          <a:xfrm>
            <a:off x="4753975" y="1403976"/>
            <a:ext cx="1039200" cy="667500"/>
          </a:xfrm>
          <a:prstGeom prst="rect">
            <a:avLst/>
          </a:prstGeom>
        </p:spPr>
        <p:txBody>
          <a:bodyPr spcFirstLastPara="1" wrap="square" lIns="91425" tIns="91425" rIns="91425" bIns="91425" anchor="t">
            <a:noAutofit/>
          </a:bodyPr>
          <a:lstStyle>
            <a:lvl1pPr algn="ctr">
              <a:spcBef>
                <a:spcPts val="0"/>
              </a:spcBef>
              <a:spcAft>
                <a:spcPts val="0"/>
              </a:spcAft>
              <a:buClr>
                <a:schemeClr val="dk2"/>
              </a:buClr>
              <a:buSzPts val="4000"/>
              <a:buNone/>
              <a:defRPr sz="3800">
                <a:solidFill>
                  <a:schemeClr val="accent1"/>
                </a:solidFill>
              </a:defRPr>
            </a:lvl1pPr>
            <a:lvl2pPr algn="ctr">
              <a:spcBef>
                <a:spcPts val="0"/>
              </a:spcBef>
              <a:spcAft>
                <a:spcPts val="0"/>
              </a:spcAft>
              <a:buClr>
                <a:schemeClr val="dk2"/>
              </a:buClr>
              <a:buSzPts val="4000"/>
              <a:buNone/>
              <a:defRPr sz="4000">
                <a:solidFill>
                  <a:schemeClr val="dk2"/>
                </a:solidFill>
              </a:defRPr>
            </a:lvl2pPr>
            <a:lvl3pPr algn="ctr">
              <a:spcBef>
                <a:spcPts val="0"/>
              </a:spcBef>
              <a:spcAft>
                <a:spcPts val="0"/>
              </a:spcAft>
              <a:buClr>
                <a:schemeClr val="dk2"/>
              </a:buClr>
              <a:buSzPts val="4000"/>
              <a:buNone/>
              <a:defRPr sz="4000">
                <a:solidFill>
                  <a:schemeClr val="dk2"/>
                </a:solidFill>
              </a:defRPr>
            </a:lvl3pPr>
            <a:lvl4pPr algn="ctr">
              <a:spcBef>
                <a:spcPts val="0"/>
              </a:spcBef>
              <a:spcAft>
                <a:spcPts val="0"/>
              </a:spcAft>
              <a:buClr>
                <a:schemeClr val="dk2"/>
              </a:buClr>
              <a:buSzPts val="4000"/>
              <a:buNone/>
              <a:defRPr sz="4000">
                <a:solidFill>
                  <a:schemeClr val="dk2"/>
                </a:solidFill>
              </a:defRPr>
            </a:lvl4pPr>
            <a:lvl5pPr algn="ctr">
              <a:spcBef>
                <a:spcPts val="0"/>
              </a:spcBef>
              <a:spcAft>
                <a:spcPts val="0"/>
              </a:spcAft>
              <a:buClr>
                <a:schemeClr val="dk2"/>
              </a:buClr>
              <a:buSzPts val="4000"/>
              <a:buNone/>
              <a:defRPr sz="4000">
                <a:solidFill>
                  <a:schemeClr val="dk2"/>
                </a:solidFill>
              </a:defRPr>
            </a:lvl5pPr>
            <a:lvl6pPr algn="ctr">
              <a:spcBef>
                <a:spcPts val="0"/>
              </a:spcBef>
              <a:spcAft>
                <a:spcPts val="0"/>
              </a:spcAft>
              <a:buClr>
                <a:schemeClr val="dk2"/>
              </a:buClr>
              <a:buSzPts val="4000"/>
              <a:buNone/>
              <a:defRPr sz="4000">
                <a:solidFill>
                  <a:schemeClr val="dk2"/>
                </a:solidFill>
              </a:defRPr>
            </a:lvl6pPr>
            <a:lvl7pPr algn="ctr">
              <a:spcBef>
                <a:spcPts val="0"/>
              </a:spcBef>
              <a:spcAft>
                <a:spcPts val="0"/>
              </a:spcAft>
              <a:buClr>
                <a:schemeClr val="dk2"/>
              </a:buClr>
              <a:buSzPts val="4000"/>
              <a:buNone/>
              <a:defRPr sz="4000">
                <a:solidFill>
                  <a:schemeClr val="dk2"/>
                </a:solidFill>
              </a:defRPr>
            </a:lvl7pPr>
            <a:lvl8pPr algn="ctr">
              <a:spcBef>
                <a:spcPts val="0"/>
              </a:spcBef>
              <a:spcAft>
                <a:spcPts val="0"/>
              </a:spcAft>
              <a:buClr>
                <a:schemeClr val="dk2"/>
              </a:buClr>
              <a:buSzPts val="4000"/>
              <a:buNone/>
              <a:defRPr sz="4000">
                <a:solidFill>
                  <a:schemeClr val="dk2"/>
                </a:solidFill>
              </a:defRPr>
            </a:lvl8pPr>
            <a:lvl9pPr algn="ctr">
              <a:spcBef>
                <a:spcPts val="0"/>
              </a:spcBef>
              <a:spcAft>
                <a:spcPts val="0"/>
              </a:spcAft>
              <a:buClr>
                <a:schemeClr val="dk2"/>
              </a:buClr>
              <a:buSzPts val="4000"/>
              <a:buNone/>
              <a:defRPr sz="4000">
                <a:solidFill>
                  <a:schemeClr val="dk2"/>
                </a:solidFill>
              </a:defRPr>
            </a:lvl9pPr>
          </a:lstStyle>
          <a:p>
            <a:r>
              <a:t>xx%</a:t>
            </a:r>
          </a:p>
        </p:txBody>
      </p:sp>
      <p:sp>
        <p:nvSpPr>
          <p:cNvPr id="85" name="Google Shape;85;p13">
            <a:extLst>
              <a:ext uri="{FF2B5EF4-FFF2-40B4-BE49-F238E27FC236}">
                <a16:creationId xmlns:a16="http://schemas.microsoft.com/office/drawing/2014/main" id="{E76677C9-D05B-4958-9845-F2F7EF8D3627}"/>
              </a:ext>
            </a:extLst>
          </p:cNvPr>
          <p:cNvSpPr>
            <a:spLocks noGrp="1"/>
          </p:cNvSpPr>
          <p:nvPr>
            <p:ph type="title" idx="14" hasCustomPrompt="1"/>
          </p:nvPr>
        </p:nvSpPr>
        <p:spPr>
          <a:xfrm>
            <a:off x="798625" y="3176773"/>
            <a:ext cx="1039200" cy="667500"/>
          </a:xfrm>
          <a:prstGeom prst="rect">
            <a:avLst/>
          </a:prstGeom>
        </p:spPr>
        <p:txBody>
          <a:bodyPr spcFirstLastPara="1" wrap="square" lIns="91425" tIns="91425" rIns="91425" bIns="91425" anchor="t">
            <a:noAutofit/>
          </a:bodyPr>
          <a:lstStyle>
            <a:lvl1pPr algn="ctr">
              <a:spcBef>
                <a:spcPts val="0"/>
              </a:spcBef>
              <a:spcAft>
                <a:spcPts val="0"/>
              </a:spcAft>
              <a:buClr>
                <a:schemeClr val="dk2"/>
              </a:buClr>
              <a:buSzPts val="4000"/>
              <a:buNone/>
              <a:defRPr sz="3800">
                <a:solidFill>
                  <a:schemeClr val="accent1"/>
                </a:solidFill>
              </a:defRPr>
            </a:lvl1pPr>
            <a:lvl2pPr algn="ctr">
              <a:spcBef>
                <a:spcPts val="0"/>
              </a:spcBef>
              <a:spcAft>
                <a:spcPts val="0"/>
              </a:spcAft>
              <a:buClr>
                <a:schemeClr val="dk2"/>
              </a:buClr>
              <a:buSzPts val="4000"/>
              <a:buNone/>
              <a:defRPr sz="4000">
                <a:solidFill>
                  <a:schemeClr val="dk2"/>
                </a:solidFill>
              </a:defRPr>
            </a:lvl2pPr>
            <a:lvl3pPr algn="ctr">
              <a:spcBef>
                <a:spcPts val="0"/>
              </a:spcBef>
              <a:spcAft>
                <a:spcPts val="0"/>
              </a:spcAft>
              <a:buClr>
                <a:schemeClr val="dk2"/>
              </a:buClr>
              <a:buSzPts val="4000"/>
              <a:buNone/>
              <a:defRPr sz="4000">
                <a:solidFill>
                  <a:schemeClr val="dk2"/>
                </a:solidFill>
              </a:defRPr>
            </a:lvl3pPr>
            <a:lvl4pPr algn="ctr">
              <a:spcBef>
                <a:spcPts val="0"/>
              </a:spcBef>
              <a:spcAft>
                <a:spcPts val="0"/>
              </a:spcAft>
              <a:buClr>
                <a:schemeClr val="dk2"/>
              </a:buClr>
              <a:buSzPts val="4000"/>
              <a:buNone/>
              <a:defRPr sz="4000">
                <a:solidFill>
                  <a:schemeClr val="dk2"/>
                </a:solidFill>
              </a:defRPr>
            </a:lvl4pPr>
            <a:lvl5pPr algn="ctr">
              <a:spcBef>
                <a:spcPts val="0"/>
              </a:spcBef>
              <a:spcAft>
                <a:spcPts val="0"/>
              </a:spcAft>
              <a:buClr>
                <a:schemeClr val="dk2"/>
              </a:buClr>
              <a:buSzPts val="4000"/>
              <a:buNone/>
              <a:defRPr sz="4000">
                <a:solidFill>
                  <a:schemeClr val="dk2"/>
                </a:solidFill>
              </a:defRPr>
            </a:lvl5pPr>
            <a:lvl6pPr algn="ctr">
              <a:spcBef>
                <a:spcPts val="0"/>
              </a:spcBef>
              <a:spcAft>
                <a:spcPts val="0"/>
              </a:spcAft>
              <a:buClr>
                <a:schemeClr val="dk2"/>
              </a:buClr>
              <a:buSzPts val="4000"/>
              <a:buNone/>
              <a:defRPr sz="4000">
                <a:solidFill>
                  <a:schemeClr val="dk2"/>
                </a:solidFill>
              </a:defRPr>
            </a:lvl6pPr>
            <a:lvl7pPr algn="ctr">
              <a:spcBef>
                <a:spcPts val="0"/>
              </a:spcBef>
              <a:spcAft>
                <a:spcPts val="0"/>
              </a:spcAft>
              <a:buClr>
                <a:schemeClr val="dk2"/>
              </a:buClr>
              <a:buSzPts val="4000"/>
              <a:buNone/>
              <a:defRPr sz="4000">
                <a:solidFill>
                  <a:schemeClr val="dk2"/>
                </a:solidFill>
              </a:defRPr>
            </a:lvl7pPr>
            <a:lvl8pPr algn="ctr">
              <a:spcBef>
                <a:spcPts val="0"/>
              </a:spcBef>
              <a:spcAft>
                <a:spcPts val="0"/>
              </a:spcAft>
              <a:buClr>
                <a:schemeClr val="dk2"/>
              </a:buClr>
              <a:buSzPts val="4000"/>
              <a:buNone/>
              <a:defRPr sz="4000">
                <a:solidFill>
                  <a:schemeClr val="dk2"/>
                </a:solidFill>
              </a:defRPr>
            </a:lvl8pPr>
            <a:lvl9pPr algn="ctr">
              <a:spcBef>
                <a:spcPts val="0"/>
              </a:spcBef>
              <a:spcAft>
                <a:spcPts val="0"/>
              </a:spcAft>
              <a:buClr>
                <a:schemeClr val="dk2"/>
              </a:buClr>
              <a:buSzPts val="4000"/>
              <a:buNone/>
              <a:defRPr sz="4000">
                <a:solidFill>
                  <a:schemeClr val="dk2"/>
                </a:solidFill>
              </a:defRPr>
            </a:lvl9pPr>
          </a:lstStyle>
          <a:p>
            <a:r>
              <a:t>xx%</a:t>
            </a:r>
          </a:p>
        </p:txBody>
      </p:sp>
      <p:sp>
        <p:nvSpPr>
          <p:cNvPr id="86" name="Google Shape;86;p13">
            <a:extLst>
              <a:ext uri="{FF2B5EF4-FFF2-40B4-BE49-F238E27FC236}">
                <a16:creationId xmlns:a16="http://schemas.microsoft.com/office/drawing/2014/main" id="{82E36461-F753-4D7D-A2B2-7855AE20DFB1}"/>
              </a:ext>
            </a:extLst>
          </p:cNvPr>
          <p:cNvSpPr>
            <a:spLocks noGrp="1"/>
          </p:cNvSpPr>
          <p:nvPr>
            <p:ph type="title" idx="15" hasCustomPrompt="1"/>
          </p:nvPr>
        </p:nvSpPr>
        <p:spPr>
          <a:xfrm>
            <a:off x="4753975" y="3162833"/>
            <a:ext cx="1039200" cy="667500"/>
          </a:xfrm>
          <a:prstGeom prst="rect">
            <a:avLst/>
          </a:prstGeom>
        </p:spPr>
        <p:txBody>
          <a:bodyPr spcFirstLastPara="1" wrap="square" lIns="91425" tIns="91425" rIns="91425" bIns="91425" anchor="t">
            <a:noAutofit/>
          </a:bodyPr>
          <a:lstStyle>
            <a:lvl1pPr algn="ctr">
              <a:spcBef>
                <a:spcPts val="0"/>
              </a:spcBef>
              <a:spcAft>
                <a:spcPts val="0"/>
              </a:spcAft>
              <a:buClr>
                <a:schemeClr val="dk2"/>
              </a:buClr>
              <a:buSzPts val="4000"/>
              <a:buNone/>
              <a:defRPr sz="3800">
                <a:solidFill>
                  <a:schemeClr val="accent1"/>
                </a:solidFill>
              </a:defRPr>
            </a:lvl1pPr>
            <a:lvl2pPr algn="ctr">
              <a:spcBef>
                <a:spcPts val="0"/>
              </a:spcBef>
              <a:spcAft>
                <a:spcPts val="0"/>
              </a:spcAft>
              <a:buClr>
                <a:schemeClr val="dk2"/>
              </a:buClr>
              <a:buSzPts val="4000"/>
              <a:buNone/>
              <a:defRPr sz="4000">
                <a:solidFill>
                  <a:schemeClr val="dk2"/>
                </a:solidFill>
              </a:defRPr>
            </a:lvl2pPr>
            <a:lvl3pPr algn="ctr">
              <a:spcBef>
                <a:spcPts val="0"/>
              </a:spcBef>
              <a:spcAft>
                <a:spcPts val="0"/>
              </a:spcAft>
              <a:buClr>
                <a:schemeClr val="dk2"/>
              </a:buClr>
              <a:buSzPts val="4000"/>
              <a:buNone/>
              <a:defRPr sz="4000">
                <a:solidFill>
                  <a:schemeClr val="dk2"/>
                </a:solidFill>
              </a:defRPr>
            </a:lvl3pPr>
            <a:lvl4pPr algn="ctr">
              <a:spcBef>
                <a:spcPts val="0"/>
              </a:spcBef>
              <a:spcAft>
                <a:spcPts val="0"/>
              </a:spcAft>
              <a:buClr>
                <a:schemeClr val="dk2"/>
              </a:buClr>
              <a:buSzPts val="4000"/>
              <a:buNone/>
              <a:defRPr sz="4000">
                <a:solidFill>
                  <a:schemeClr val="dk2"/>
                </a:solidFill>
              </a:defRPr>
            </a:lvl4pPr>
            <a:lvl5pPr algn="ctr">
              <a:spcBef>
                <a:spcPts val="0"/>
              </a:spcBef>
              <a:spcAft>
                <a:spcPts val="0"/>
              </a:spcAft>
              <a:buClr>
                <a:schemeClr val="dk2"/>
              </a:buClr>
              <a:buSzPts val="4000"/>
              <a:buNone/>
              <a:defRPr sz="4000">
                <a:solidFill>
                  <a:schemeClr val="dk2"/>
                </a:solidFill>
              </a:defRPr>
            </a:lvl5pPr>
            <a:lvl6pPr algn="ctr">
              <a:spcBef>
                <a:spcPts val="0"/>
              </a:spcBef>
              <a:spcAft>
                <a:spcPts val="0"/>
              </a:spcAft>
              <a:buClr>
                <a:schemeClr val="dk2"/>
              </a:buClr>
              <a:buSzPts val="4000"/>
              <a:buNone/>
              <a:defRPr sz="4000">
                <a:solidFill>
                  <a:schemeClr val="dk2"/>
                </a:solidFill>
              </a:defRPr>
            </a:lvl6pPr>
            <a:lvl7pPr algn="ctr">
              <a:spcBef>
                <a:spcPts val="0"/>
              </a:spcBef>
              <a:spcAft>
                <a:spcPts val="0"/>
              </a:spcAft>
              <a:buClr>
                <a:schemeClr val="dk2"/>
              </a:buClr>
              <a:buSzPts val="4000"/>
              <a:buNone/>
              <a:defRPr sz="4000">
                <a:solidFill>
                  <a:schemeClr val="dk2"/>
                </a:solidFill>
              </a:defRPr>
            </a:lvl7pPr>
            <a:lvl8pPr algn="ctr">
              <a:spcBef>
                <a:spcPts val="0"/>
              </a:spcBef>
              <a:spcAft>
                <a:spcPts val="0"/>
              </a:spcAft>
              <a:buClr>
                <a:schemeClr val="dk2"/>
              </a:buClr>
              <a:buSzPts val="4000"/>
              <a:buNone/>
              <a:defRPr sz="4000">
                <a:solidFill>
                  <a:schemeClr val="dk2"/>
                </a:solidFill>
              </a:defRPr>
            </a:lvl8pPr>
            <a:lvl9pPr algn="ctr">
              <a:spcBef>
                <a:spcPts val="0"/>
              </a:spcBef>
              <a:spcAft>
                <a:spcPts val="0"/>
              </a:spcAft>
              <a:buClr>
                <a:schemeClr val="dk2"/>
              </a:buClr>
              <a:buSzPts val="4000"/>
              <a:buNone/>
              <a:defRPr sz="4000">
                <a:solidFill>
                  <a:schemeClr val="dk2"/>
                </a:solidFill>
              </a:defRPr>
            </a:lvl9pPr>
          </a:lstStyle>
          <a:p>
            <a:r>
              <a:t>xx%</a:t>
            </a:r>
          </a:p>
        </p:txBody>
      </p:sp>
      <p:cxnSp>
        <p:nvCxnSpPr>
          <p:cNvPr id="357" name="Google Shape;87;p13"/>
          <p:cNvCxnSpPr/>
          <p:nvPr/>
        </p:nvCxnSpPr>
        <p:spPr>
          <a:xfrm>
            <a:off x="-72550" y="274100"/>
            <a:ext cx="9287400" cy="0"/>
          </a:xfrm>
          <a:prstGeom prst="straightConnector1">
            <a:avLst/>
          </a:prstGeom>
          <a:ln w="28575" cap="flat">
            <a:solidFill>
              <a:schemeClr val="accent1"/>
            </a:solidFill>
            <a:prstDash val="solid"/>
            <a:round/>
            <a:headEnd type="none" w="med" len="med"/>
            <a:tailEnd type="none" w="med" len="med"/>
          </a:ln>
        </p:spPr>
      </p:cxnSp>
      <p:cxnSp>
        <p:nvCxnSpPr>
          <p:cNvPr id="358" name="Google Shape;88;p13"/>
          <p:cNvCxnSpPr/>
          <p:nvPr/>
        </p:nvCxnSpPr>
        <p:spPr>
          <a:xfrm>
            <a:off x="-72550" y="4877450"/>
            <a:ext cx="9287400" cy="0"/>
          </a:xfrm>
          <a:prstGeom prst="straightConnector1">
            <a:avLst/>
          </a:prstGeom>
          <a:ln w="28575" cap="flat">
            <a:solidFill>
              <a:schemeClr val="accent1"/>
            </a:solidFill>
            <a:prstDash val="solid"/>
            <a:round/>
            <a:headEnd type="none" w="med" len="med"/>
            <a:tailEnd type="none" w="med" len="med"/>
          </a:ln>
        </p:spPr>
      </p:cxn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able of contents 1">
  <p:cSld name="CUSTOM_11">
    <p:spTree>
      <p:nvGrpSpPr>
        <p:cNvPr id="1" name=""/>
        <p:cNvGrpSpPr/>
        <p:nvPr/>
      </p:nvGrpSpPr>
      <p:grpSpPr>
        <a:xfrm>
          <a:off x="0" y="0"/>
          <a:ext cx="0" cy="0"/>
          <a:chOff x="0" y="0"/>
          <a:chExt cx="0" cy="0"/>
        </a:xfrm>
      </p:grpSpPr>
      <p:sp>
        <p:nvSpPr>
          <p:cNvPr id="90" name="Google Shape;90;p14">
            <a:extLst>
              <a:ext uri="{FF2B5EF4-FFF2-40B4-BE49-F238E27FC236}">
                <a16:creationId xmlns:a16="http://schemas.microsoft.com/office/drawing/2014/main" id="{6A08E7B9-2E61-48A2-8CE8-A1A80857B15A}"/>
              </a:ext>
            </a:extLst>
          </p:cNvPr>
          <p:cNvSpPr>
            <a:spLocks noGrp="1"/>
          </p:cNvSpPr>
          <p:nvPr>
            <p:ph type="title"/>
          </p:nvPr>
        </p:nvSpPr>
        <p:spPr>
          <a:xfrm>
            <a:off x="720000" y="1677218"/>
            <a:ext cx="2336400" cy="405000"/>
          </a:xfrm>
          <a:prstGeom prst="rect">
            <a:avLst/>
          </a:prstGeom>
        </p:spPr>
        <p:txBody>
          <a:bodyPr spcFirstLastPara="1" wrap="square" lIns="91425" tIns="91425" rIns="91425" bIns="91425" anchor="t">
            <a:noAutofit/>
          </a:bodyPr>
          <a:lstStyle>
            <a:lvl1pPr algn="ctr">
              <a:spcBef>
                <a:spcPts val="0"/>
              </a:spcBef>
              <a:spcAft>
                <a:spcPts val="0"/>
              </a:spcAft>
              <a:buSzPts val="2400"/>
              <a:buNone/>
              <a:defRPr sz="2400"/>
            </a:lvl1pPr>
            <a:lvl2pPr>
              <a:spcBef>
                <a:spcPts val="0"/>
              </a:spcBef>
              <a:spcAft>
                <a:spcPts val="0"/>
              </a:spcAft>
              <a:buSzPts val="2400"/>
              <a:buNone/>
              <a:defRPr sz="2400"/>
            </a:lvl2pPr>
            <a:lvl3pPr>
              <a:spcBef>
                <a:spcPts val="0"/>
              </a:spcBef>
              <a:spcAft>
                <a:spcPts val="0"/>
              </a:spcAft>
              <a:buSzPts val="2400"/>
              <a:buNone/>
              <a:defRPr sz="2400"/>
            </a:lvl3pPr>
            <a:lvl4pPr>
              <a:spcBef>
                <a:spcPts val="0"/>
              </a:spcBef>
              <a:spcAft>
                <a:spcPts val="0"/>
              </a:spcAft>
              <a:buSzPts val="2400"/>
              <a:buNone/>
              <a:defRPr sz="2400"/>
            </a:lvl4pPr>
            <a:lvl5pPr>
              <a:spcBef>
                <a:spcPts val="0"/>
              </a:spcBef>
              <a:spcAft>
                <a:spcPts val="0"/>
              </a:spcAft>
              <a:buSzPts val="2400"/>
              <a:buNone/>
              <a:defRPr sz="2400"/>
            </a:lvl5pPr>
            <a:lvl6pPr>
              <a:spcBef>
                <a:spcPts val="0"/>
              </a:spcBef>
              <a:spcAft>
                <a:spcPts val="0"/>
              </a:spcAft>
              <a:buSzPts val="2400"/>
              <a:buNone/>
              <a:defRPr sz="2400"/>
            </a:lvl6pPr>
            <a:lvl7pPr>
              <a:spcBef>
                <a:spcPts val="0"/>
              </a:spcBef>
              <a:spcAft>
                <a:spcPts val="0"/>
              </a:spcAft>
              <a:buSzPts val="2400"/>
              <a:buNone/>
              <a:defRPr sz="2400"/>
            </a:lvl7pPr>
            <a:lvl8pPr>
              <a:spcBef>
                <a:spcPts val="0"/>
              </a:spcBef>
              <a:spcAft>
                <a:spcPts val="0"/>
              </a:spcAft>
              <a:buSzPts val="2400"/>
              <a:buNone/>
              <a:defRPr sz="2400"/>
            </a:lvl8pPr>
            <a:lvl9pPr>
              <a:spcBef>
                <a:spcPts val="0"/>
              </a:spcBef>
              <a:spcAft>
                <a:spcPts val="0"/>
              </a:spcAft>
              <a:buSzPts val="2400"/>
              <a:buNone/>
              <a:defRPr sz="2400"/>
            </a:lvl9pPr>
          </a:lstStyle>
          <a:p>
            <a:endParaRPr/>
          </a:p>
        </p:txBody>
      </p:sp>
      <p:sp>
        <p:nvSpPr>
          <p:cNvPr id="91" name="Google Shape;91;p14">
            <a:extLst>
              <a:ext uri="{FF2B5EF4-FFF2-40B4-BE49-F238E27FC236}">
                <a16:creationId xmlns:a16="http://schemas.microsoft.com/office/drawing/2014/main" id="{9C5C6CFC-110E-427D-9D80-1CA5A2FD2C82}"/>
              </a:ext>
            </a:extLst>
          </p:cNvPr>
          <p:cNvSpPr>
            <a:spLocks noGrp="1"/>
          </p:cNvSpPr>
          <p:nvPr>
            <p:ph type="title" idx="2" hasCustomPrompt="1"/>
          </p:nvPr>
        </p:nvSpPr>
        <p:spPr>
          <a:xfrm>
            <a:off x="1482600" y="1095325"/>
            <a:ext cx="811200" cy="572700"/>
          </a:xfrm>
          <a:prstGeom prst="rect">
            <a:avLst/>
          </a:prstGeom>
        </p:spPr>
        <p:txBody>
          <a:bodyPr spcFirstLastPara="1" wrap="square" lIns="91425" tIns="91425" rIns="91425" bIns="91425" anchor="t">
            <a:noAutofit/>
          </a:bodyPr>
          <a:lstStyle>
            <a:lvl1pPr algn="ctr">
              <a:spcBef>
                <a:spcPts val="0"/>
              </a:spcBef>
              <a:spcAft>
                <a:spcPts val="0"/>
              </a:spcAft>
              <a:buSzPts val="3900"/>
              <a:buNone/>
              <a:defRPr sz="3800"/>
            </a:lvl1pPr>
            <a:lvl2pPr>
              <a:spcBef>
                <a:spcPts val="0"/>
              </a:spcBef>
              <a:spcAft>
                <a:spcPts val="0"/>
              </a:spcAft>
              <a:buSzPts val="3900"/>
              <a:buNone/>
              <a:defRPr sz="3900"/>
            </a:lvl2pPr>
            <a:lvl3pPr>
              <a:spcBef>
                <a:spcPts val="0"/>
              </a:spcBef>
              <a:spcAft>
                <a:spcPts val="0"/>
              </a:spcAft>
              <a:buSzPts val="3900"/>
              <a:buNone/>
              <a:defRPr sz="3900"/>
            </a:lvl3pPr>
            <a:lvl4pPr>
              <a:spcBef>
                <a:spcPts val="0"/>
              </a:spcBef>
              <a:spcAft>
                <a:spcPts val="0"/>
              </a:spcAft>
              <a:buSzPts val="3900"/>
              <a:buNone/>
              <a:defRPr sz="3900"/>
            </a:lvl4pPr>
            <a:lvl5pPr>
              <a:spcBef>
                <a:spcPts val="0"/>
              </a:spcBef>
              <a:spcAft>
                <a:spcPts val="0"/>
              </a:spcAft>
              <a:buSzPts val="3900"/>
              <a:buNone/>
              <a:defRPr sz="3900"/>
            </a:lvl5pPr>
            <a:lvl6pPr>
              <a:spcBef>
                <a:spcPts val="0"/>
              </a:spcBef>
              <a:spcAft>
                <a:spcPts val="0"/>
              </a:spcAft>
              <a:buSzPts val="3900"/>
              <a:buNone/>
              <a:defRPr sz="3900"/>
            </a:lvl6pPr>
            <a:lvl7pPr>
              <a:spcBef>
                <a:spcPts val="0"/>
              </a:spcBef>
              <a:spcAft>
                <a:spcPts val="0"/>
              </a:spcAft>
              <a:buSzPts val="3900"/>
              <a:buNone/>
              <a:defRPr sz="3900"/>
            </a:lvl7pPr>
            <a:lvl8pPr>
              <a:spcBef>
                <a:spcPts val="0"/>
              </a:spcBef>
              <a:spcAft>
                <a:spcPts val="0"/>
              </a:spcAft>
              <a:buSzPts val="3900"/>
              <a:buNone/>
              <a:defRPr sz="3900"/>
            </a:lvl8pPr>
            <a:lvl9pPr>
              <a:spcBef>
                <a:spcPts val="0"/>
              </a:spcBef>
              <a:spcAft>
                <a:spcPts val="0"/>
              </a:spcAft>
              <a:buSzPts val="3900"/>
              <a:buNone/>
              <a:defRPr sz="3900"/>
            </a:lvl9pPr>
          </a:lstStyle>
          <a:p>
            <a:r>
              <a:t>xx%</a:t>
            </a:r>
          </a:p>
        </p:txBody>
      </p:sp>
      <p:sp>
        <p:nvSpPr>
          <p:cNvPr id="92" name="Google Shape;92;p14">
            <a:extLst>
              <a:ext uri="{FF2B5EF4-FFF2-40B4-BE49-F238E27FC236}">
                <a16:creationId xmlns:a16="http://schemas.microsoft.com/office/drawing/2014/main" id="{D43585C4-3BF4-40B7-ABB7-62C57117B368}"/>
              </a:ext>
            </a:extLst>
          </p:cNvPr>
          <p:cNvSpPr>
            <a:spLocks noGrp="1"/>
          </p:cNvSpPr>
          <p:nvPr>
            <p:ph type="subTitle" idx="1"/>
          </p:nvPr>
        </p:nvSpPr>
        <p:spPr>
          <a:xfrm>
            <a:off x="720000" y="2081199"/>
            <a:ext cx="2336400" cy="5727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1800"/>
              <a:buNone/>
              <a:defRPr sz="1400"/>
            </a:lvl1pPr>
            <a:lvl2pPr>
              <a:lnSpc>
                <a:spcPct val="100000"/>
              </a:lnSpc>
              <a:spcBef>
                <a:spcPts val="0"/>
              </a:spcBef>
              <a:spcAft>
                <a:spcPts val="0"/>
              </a:spcAft>
              <a:buSzPts val="1400"/>
              <a:buNone/>
              <a:defRPr/>
            </a:lvl2pPr>
            <a:lvl3pPr>
              <a:lnSpc>
                <a:spcPct val="100000"/>
              </a:lnSpc>
              <a:spcBef>
                <a:spcPts val="0"/>
              </a:spcBef>
              <a:spcAft>
                <a:spcPts val="0"/>
              </a:spcAft>
              <a:buSzPts val="1400"/>
              <a:buNone/>
              <a:defRPr/>
            </a:lvl3pPr>
            <a:lvl4pPr>
              <a:lnSpc>
                <a:spcPct val="100000"/>
              </a:lnSpc>
              <a:spcBef>
                <a:spcPts val="0"/>
              </a:spcBef>
              <a:spcAft>
                <a:spcPts val="0"/>
              </a:spcAft>
              <a:buSzPts val="1400"/>
              <a:buNone/>
              <a:defRPr/>
            </a:lvl4pPr>
            <a:lvl5pPr>
              <a:lnSpc>
                <a:spcPct val="100000"/>
              </a:lnSpc>
              <a:spcBef>
                <a:spcPts val="0"/>
              </a:spcBef>
              <a:spcAft>
                <a:spcPts val="0"/>
              </a:spcAft>
              <a:buSzPts val="1400"/>
              <a:buNone/>
              <a:defRPr/>
            </a:lvl5pPr>
            <a:lvl6pPr>
              <a:lnSpc>
                <a:spcPct val="100000"/>
              </a:lnSpc>
              <a:spcBef>
                <a:spcPts val="0"/>
              </a:spcBef>
              <a:spcAft>
                <a:spcPts val="0"/>
              </a:spcAft>
              <a:buSzPts val="1400"/>
              <a:buNone/>
              <a:defRPr/>
            </a:lvl6pPr>
            <a:lvl7pPr>
              <a:lnSpc>
                <a:spcPct val="100000"/>
              </a:lnSpc>
              <a:spcBef>
                <a:spcPts val="0"/>
              </a:spcBef>
              <a:spcAft>
                <a:spcPts val="0"/>
              </a:spcAft>
              <a:buSzPts val="1400"/>
              <a:buNone/>
              <a:defRPr/>
            </a:lvl7pPr>
            <a:lvl8pPr>
              <a:lnSpc>
                <a:spcPct val="100000"/>
              </a:lnSpc>
              <a:spcBef>
                <a:spcPts val="0"/>
              </a:spcBef>
              <a:spcAft>
                <a:spcPts val="0"/>
              </a:spcAft>
              <a:buSzPts val="1400"/>
              <a:buNone/>
              <a:defRPr/>
            </a:lvl8pPr>
            <a:lvl9pPr>
              <a:lnSpc>
                <a:spcPct val="100000"/>
              </a:lnSpc>
              <a:spcBef>
                <a:spcPts val="0"/>
              </a:spcBef>
              <a:spcAft>
                <a:spcPts val="0"/>
              </a:spcAft>
              <a:buSzPts val="1400"/>
              <a:buNone/>
              <a:defRPr/>
            </a:lvl9pPr>
          </a:lstStyle>
          <a:p>
            <a:endParaRPr/>
          </a:p>
        </p:txBody>
      </p:sp>
      <p:sp>
        <p:nvSpPr>
          <p:cNvPr id="93" name="Google Shape;93;p14">
            <a:extLst>
              <a:ext uri="{FF2B5EF4-FFF2-40B4-BE49-F238E27FC236}">
                <a16:creationId xmlns:a16="http://schemas.microsoft.com/office/drawing/2014/main" id="{6B1066C2-8325-4CB2-9D92-605E25951FB0}"/>
              </a:ext>
            </a:extLst>
          </p:cNvPr>
          <p:cNvSpPr>
            <a:spLocks noGrp="1"/>
          </p:cNvSpPr>
          <p:nvPr>
            <p:ph type="title" idx="3"/>
          </p:nvPr>
        </p:nvSpPr>
        <p:spPr>
          <a:xfrm>
            <a:off x="3403800" y="1677218"/>
            <a:ext cx="2336400" cy="405000"/>
          </a:xfrm>
          <a:prstGeom prst="rect">
            <a:avLst/>
          </a:prstGeom>
        </p:spPr>
        <p:txBody>
          <a:bodyPr spcFirstLastPara="1" wrap="square" lIns="91425" tIns="91425" rIns="91425" bIns="91425" anchor="t">
            <a:noAutofit/>
          </a:bodyPr>
          <a:lstStyle>
            <a:lvl1pPr algn="ctr">
              <a:spcBef>
                <a:spcPts val="0"/>
              </a:spcBef>
              <a:spcAft>
                <a:spcPts val="0"/>
              </a:spcAft>
              <a:buSzPts val="2400"/>
              <a:buNone/>
              <a:defRPr sz="2400"/>
            </a:lvl1pPr>
            <a:lvl2pPr>
              <a:spcBef>
                <a:spcPts val="0"/>
              </a:spcBef>
              <a:spcAft>
                <a:spcPts val="0"/>
              </a:spcAft>
              <a:buSzPts val="2400"/>
              <a:buNone/>
              <a:defRPr sz="2400"/>
            </a:lvl2pPr>
            <a:lvl3pPr>
              <a:spcBef>
                <a:spcPts val="0"/>
              </a:spcBef>
              <a:spcAft>
                <a:spcPts val="0"/>
              </a:spcAft>
              <a:buSzPts val="2400"/>
              <a:buNone/>
              <a:defRPr sz="2400"/>
            </a:lvl3pPr>
            <a:lvl4pPr>
              <a:spcBef>
                <a:spcPts val="0"/>
              </a:spcBef>
              <a:spcAft>
                <a:spcPts val="0"/>
              </a:spcAft>
              <a:buSzPts val="2400"/>
              <a:buNone/>
              <a:defRPr sz="2400"/>
            </a:lvl4pPr>
            <a:lvl5pPr>
              <a:spcBef>
                <a:spcPts val="0"/>
              </a:spcBef>
              <a:spcAft>
                <a:spcPts val="0"/>
              </a:spcAft>
              <a:buSzPts val="2400"/>
              <a:buNone/>
              <a:defRPr sz="2400"/>
            </a:lvl5pPr>
            <a:lvl6pPr>
              <a:spcBef>
                <a:spcPts val="0"/>
              </a:spcBef>
              <a:spcAft>
                <a:spcPts val="0"/>
              </a:spcAft>
              <a:buSzPts val="2400"/>
              <a:buNone/>
              <a:defRPr sz="2400"/>
            </a:lvl6pPr>
            <a:lvl7pPr>
              <a:spcBef>
                <a:spcPts val="0"/>
              </a:spcBef>
              <a:spcAft>
                <a:spcPts val="0"/>
              </a:spcAft>
              <a:buSzPts val="2400"/>
              <a:buNone/>
              <a:defRPr sz="2400"/>
            </a:lvl7pPr>
            <a:lvl8pPr>
              <a:spcBef>
                <a:spcPts val="0"/>
              </a:spcBef>
              <a:spcAft>
                <a:spcPts val="0"/>
              </a:spcAft>
              <a:buSzPts val="2400"/>
              <a:buNone/>
              <a:defRPr sz="2400"/>
            </a:lvl8pPr>
            <a:lvl9pPr>
              <a:spcBef>
                <a:spcPts val="0"/>
              </a:spcBef>
              <a:spcAft>
                <a:spcPts val="0"/>
              </a:spcAft>
              <a:buSzPts val="2400"/>
              <a:buNone/>
              <a:defRPr sz="2400"/>
            </a:lvl9pPr>
          </a:lstStyle>
          <a:p>
            <a:endParaRPr/>
          </a:p>
        </p:txBody>
      </p:sp>
      <p:sp>
        <p:nvSpPr>
          <p:cNvPr id="94" name="Google Shape;94;p14">
            <a:extLst>
              <a:ext uri="{FF2B5EF4-FFF2-40B4-BE49-F238E27FC236}">
                <a16:creationId xmlns:a16="http://schemas.microsoft.com/office/drawing/2014/main" id="{D132E14E-0718-45E3-8422-CBA034050D33}"/>
              </a:ext>
            </a:extLst>
          </p:cNvPr>
          <p:cNvSpPr>
            <a:spLocks noGrp="1"/>
          </p:cNvSpPr>
          <p:nvPr>
            <p:ph type="title" idx="4" hasCustomPrompt="1"/>
          </p:nvPr>
        </p:nvSpPr>
        <p:spPr>
          <a:xfrm>
            <a:off x="4166400" y="1095325"/>
            <a:ext cx="811200" cy="572700"/>
          </a:xfrm>
          <a:prstGeom prst="rect">
            <a:avLst/>
          </a:prstGeom>
        </p:spPr>
        <p:txBody>
          <a:bodyPr spcFirstLastPara="1" wrap="square" lIns="91425" tIns="91425" rIns="91425" bIns="91425" anchor="t">
            <a:noAutofit/>
          </a:bodyPr>
          <a:lstStyle>
            <a:lvl1pPr algn="ctr">
              <a:spcBef>
                <a:spcPts val="0"/>
              </a:spcBef>
              <a:spcAft>
                <a:spcPts val="0"/>
              </a:spcAft>
              <a:buSzPts val="3900"/>
              <a:buNone/>
              <a:defRPr sz="3800"/>
            </a:lvl1pPr>
            <a:lvl2pPr>
              <a:spcBef>
                <a:spcPts val="0"/>
              </a:spcBef>
              <a:spcAft>
                <a:spcPts val="0"/>
              </a:spcAft>
              <a:buSzPts val="3900"/>
              <a:buNone/>
              <a:defRPr sz="3900"/>
            </a:lvl2pPr>
            <a:lvl3pPr>
              <a:spcBef>
                <a:spcPts val="0"/>
              </a:spcBef>
              <a:spcAft>
                <a:spcPts val="0"/>
              </a:spcAft>
              <a:buSzPts val="3900"/>
              <a:buNone/>
              <a:defRPr sz="3900"/>
            </a:lvl3pPr>
            <a:lvl4pPr>
              <a:spcBef>
                <a:spcPts val="0"/>
              </a:spcBef>
              <a:spcAft>
                <a:spcPts val="0"/>
              </a:spcAft>
              <a:buSzPts val="3900"/>
              <a:buNone/>
              <a:defRPr sz="3900"/>
            </a:lvl4pPr>
            <a:lvl5pPr>
              <a:spcBef>
                <a:spcPts val="0"/>
              </a:spcBef>
              <a:spcAft>
                <a:spcPts val="0"/>
              </a:spcAft>
              <a:buSzPts val="3900"/>
              <a:buNone/>
              <a:defRPr sz="3900"/>
            </a:lvl5pPr>
            <a:lvl6pPr>
              <a:spcBef>
                <a:spcPts val="0"/>
              </a:spcBef>
              <a:spcAft>
                <a:spcPts val="0"/>
              </a:spcAft>
              <a:buSzPts val="3900"/>
              <a:buNone/>
              <a:defRPr sz="3900"/>
            </a:lvl6pPr>
            <a:lvl7pPr>
              <a:spcBef>
                <a:spcPts val="0"/>
              </a:spcBef>
              <a:spcAft>
                <a:spcPts val="0"/>
              </a:spcAft>
              <a:buSzPts val="3900"/>
              <a:buNone/>
              <a:defRPr sz="3900"/>
            </a:lvl7pPr>
            <a:lvl8pPr>
              <a:spcBef>
                <a:spcPts val="0"/>
              </a:spcBef>
              <a:spcAft>
                <a:spcPts val="0"/>
              </a:spcAft>
              <a:buSzPts val="3900"/>
              <a:buNone/>
              <a:defRPr sz="3900"/>
            </a:lvl8pPr>
            <a:lvl9pPr>
              <a:spcBef>
                <a:spcPts val="0"/>
              </a:spcBef>
              <a:spcAft>
                <a:spcPts val="0"/>
              </a:spcAft>
              <a:buSzPts val="3900"/>
              <a:buNone/>
              <a:defRPr sz="3900"/>
            </a:lvl9pPr>
          </a:lstStyle>
          <a:p>
            <a:r>
              <a:t>xx%</a:t>
            </a:r>
          </a:p>
        </p:txBody>
      </p:sp>
      <p:sp>
        <p:nvSpPr>
          <p:cNvPr id="95" name="Google Shape;95;p14">
            <a:extLst>
              <a:ext uri="{FF2B5EF4-FFF2-40B4-BE49-F238E27FC236}">
                <a16:creationId xmlns:a16="http://schemas.microsoft.com/office/drawing/2014/main" id="{26652E22-1FC7-4E96-9F98-189B17A28C4D}"/>
              </a:ext>
            </a:extLst>
          </p:cNvPr>
          <p:cNvSpPr>
            <a:spLocks noGrp="1"/>
          </p:cNvSpPr>
          <p:nvPr>
            <p:ph type="subTitle" idx="5"/>
          </p:nvPr>
        </p:nvSpPr>
        <p:spPr>
          <a:xfrm>
            <a:off x="3403800" y="2081208"/>
            <a:ext cx="2336400" cy="5727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1800"/>
              <a:buNone/>
              <a:defRPr sz="1400">
                <a:solidFill>
                  <a:schemeClr val="dk1"/>
                </a:solidFill>
              </a:defRPr>
            </a:lvl1pPr>
            <a:lvl2pPr>
              <a:lnSpc>
                <a:spcPct val="100000"/>
              </a:lnSpc>
              <a:spcBef>
                <a:spcPts val="0"/>
              </a:spcBef>
              <a:spcAft>
                <a:spcPts val="0"/>
              </a:spcAft>
              <a:buSzPts val="1400"/>
              <a:buNone/>
              <a:defRPr/>
            </a:lvl2pPr>
            <a:lvl3pPr>
              <a:lnSpc>
                <a:spcPct val="100000"/>
              </a:lnSpc>
              <a:spcBef>
                <a:spcPts val="0"/>
              </a:spcBef>
              <a:spcAft>
                <a:spcPts val="0"/>
              </a:spcAft>
              <a:buSzPts val="1400"/>
              <a:buNone/>
              <a:defRPr/>
            </a:lvl3pPr>
            <a:lvl4pPr>
              <a:lnSpc>
                <a:spcPct val="100000"/>
              </a:lnSpc>
              <a:spcBef>
                <a:spcPts val="0"/>
              </a:spcBef>
              <a:spcAft>
                <a:spcPts val="0"/>
              </a:spcAft>
              <a:buSzPts val="1400"/>
              <a:buNone/>
              <a:defRPr/>
            </a:lvl4pPr>
            <a:lvl5pPr>
              <a:lnSpc>
                <a:spcPct val="100000"/>
              </a:lnSpc>
              <a:spcBef>
                <a:spcPts val="0"/>
              </a:spcBef>
              <a:spcAft>
                <a:spcPts val="0"/>
              </a:spcAft>
              <a:buSzPts val="1400"/>
              <a:buNone/>
              <a:defRPr/>
            </a:lvl5pPr>
            <a:lvl6pPr>
              <a:lnSpc>
                <a:spcPct val="100000"/>
              </a:lnSpc>
              <a:spcBef>
                <a:spcPts val="0"/>
              </a:spcBef>
              <a:spcAft>
                <a:spcPts val="0"/>
              </a:spcAft>
              <a:buSzPts val="1400"/>
              <a:buNone/>
              <a:defRPr/>
            </a:lvl6pPr>
            <a:lvl7pPr>
              <a:lnSpc>
                <a:spcPct val="100000"/>
              </a:lnSpc>
              <a:spcBef>
                <a:spcPts val="0"/>
              </a:spcBef>
              <a:spcAft>
                <a:spcPts val="0"/>
              </a:spcAft>
              <a:buSzPts val="1400"/>
              <a:buNone/>
              <a:defRPr/>
            </a:lvl7pPr>
            <a:lvl8pPr>
              <a:lnSpc>
                <a:spcPct val="100000"/>
              </a:lnSpc>
              <a:spcBef>
                <a:spcPts val="0"/>
              </a:spcBef>
              <a:spcAft>
                <a:spcPts val="0"/>
              </a:spcAft>
              <a:buSzPts val="1400"/>
              <a:buNone/>
              <a:defRPr/>
            </a:lvl8pPr>
            <a:lvl9pPr>
              <a:lnSpc>
                <a:spcPct val="100000"/>
              </a:lnSpc>
              <a:spcBef>
                <a:spcPts val="0"/>
              </a:spcBef>
              <a:spcAft>
                <a:spcPts val="0"/>
              </a:spcAft>
              <a:buSzPts val="1400"/>
              <a:buNone/>
              <a:defRPr/>
            </a:lvl9pPr>
          </a:lstStyle>
          <a:p>
            <a:endParaRPr/>
          </a:p>
        </p:txBody>
      </p:sp>
      <p:sp>
        <p:nvSpPr>
          <p:cNvPr id="96" name="Google Shape;96;p14">
            <a:extLst>
              <a:ext uri="{FF2B5EF4-FFF2-40B4-BE49-F238E27FC236}">
                <a16:creationId xmlns:a16="http://schemas.microsoft.com/office/drawing/2014/main" id="{2FA11C5D-D64D-4489-8C6F-33E728168DE2}"/>
              </a:ext>
            </a:extLst>
          </p:cNvPr>
          <p:cNvSpPr>
            <a:spLocks noGrp="1"/>
          </p:cNvSpPr>
          <p:nvPr>
            <p:ph type="title" idx="6"/>
          </p:nvPr>
        </p:nvSpPr>
        <p:spPr>
          <a:xfrm>
            <a:off x="6087600" y="1677218"/>
            <a:ext cx="2336400" cy="405000"/>
          </a:xfrm>
          <a:prstGeom prst="rect">
            <a:avLst/>
          </a:prstGeom>
        </p:spPr>
        <p:txBody>
          <a:bodyPr spcFirstLastPara="1" wrap="square" lIns="91425" tIns="91425" rIns="91425" bIns="91425" anchor="t">
            <a:noAutofit/>
          </a:bodyPr>
          <a:lstStyle>
            <a:lvl1pPr algn="ctr">
              <a:spcBef>
                <a:spcPts val="0"/>
              </a:spcBef>
              <a:spcAft>
                <a:spcPts val="0"/>
              </a:spcAft>
              <a:buSzPts val="2400"/>
              <a:buNone/>
              <a:defRPr sz="2400"/>
            </a:lvl1pPr>
            <a:lvl2pPr>
              <a:spcBef>
                <a:spcPts val="0"/>
              </a:spcBef>
              <a:spcAft>
                <a:spcPts val="0"/>
              </a:spcAft>
              <a:buSzPts val="2400"/>
              <a:buNone/>
              <a:defRPr sz="2400"/>
            </a:lvl2pPr>
            <a:lvl3pPr>
              <a:spcBef>
                <a:spcPts val="0"/>
              </a:spcBef>
              <a:spcAft>
                <a:spcPts val="0"/>
              </a:spcAft>
              <a:buSzPts val="2400"/>
              <a:buNone/>
              <a:defRPr sz="2400"/>
            </a:lvl3pPr>
            <a:lvl4pPr>
              <a:spcBef>
                <a:spcPts val="0"/>
              </a:spcBef>
              <a:spcAft>
                <a:spcPts val="0"/>
              </a:spcAft>
              <a:buSzPts val="2400"/>
              <a:buNone/>
              <a:defRPr sz="2400"/>
            </a:lvl4pPr>
            <a:lvl5pPr>
              <a:spcBef>
                <a:spcPts val="0"/>
              </a:spcBef>
              <a:spcAft>
                <a:spcPts val="0"/>
              </a:spcAft>
              <a:buSzPts val="2400"/>
              <a:buNone/>
              <a:defRPr sz="2400"/>
            </a:lvl5pPr>
            <a:lvl6pPr>
              <a:spcBef>
                <a:spcPts val="0"/>
              </a:spcBef>
              <a:spcAft>
                <a:spcPts val="0"/>
              </a:spcAft>
              <a:buSzPts val="2400"/>
              <a:buNone/>
              <a:defRPr sz="2400"/>
            </a:lvl6pPr>
            <a:lvl7pPr>
              <a:spcBef>
                <a:spcPts val="0"/>
              </a:spcBef>
              <a:spcAft>
                <a:spcPts val="0"/>
              </a:spcAft>
              <a:buSzPts val="2400"/>
              <a:buNone/>
              <a:defRPr sz="2400"/>
            </a:lvl7pPr>
            <a:lvl8pPr>
              <a:spcBef>
                <a:spcPts val="0"/>
              </a:spcBef>
              <a:spcAft>
                <a:spcPts val="0"/>
              </a:spcAft>
              <a:buSzPts val="2400"/>
              <a:buNone/>
              <a:defRPr sz="2400"/>
            </a:lvl8pPr>
            <a:lvl9pPr>
              <a:spcBef>
                <a:spcPts val="0"/>
              </a:spcBef>
              <a:spcAft>
                <a:spcPts val="0"/>
              </a:spcAft>
              <a:buSzPts val="2400"/>
              <a:buNone/>
              <a:defRPr sz="2400"/>
            </a:lvl9pPr>
          </a:lstStyle>
          <a:p>
            <a:endParaRPr/>
          </a:p>
        </p:txBody>
      </p:sp>
      <p:sp>
        <p:nvSpPr>
          <p:cNvPr id="97" name="Google Shape;97;p14">
            <a:extLst>
              <a:ext uri="{FF2B5EF4-FFF2-40B4-BE49-F238E27FC236}">
                <a16:creationId xmlns:a16="http://schemas.microsoft.com/office/drawing/2014/main" id="{BB09EC41-AE2E-4BDB-BCBE-BD5B9743A76F}"/>
              </a:ext>
            </a:extLst>
          </p:cNvPr>
          <p:cNvSpPr>
            <a:spLocks noGrp="1"/>
          </p:cNvSpPr>
          <p:nvPr>
            <p:ph type="title" idx="7" hasCustomPrompt="1"/>
          </p:nvPr>
        </p:nvSpPr>
        <p:spPr>
          <a:xfrm>
            <a:off x="6850200" y="1095325"/>
            <a:ext cx="811200" cy="572700"/>
          </a:xfrm>
          <a:prstGeom prst="rect">
            <a:avLst/>
          </a:prstGeom>
        </p:spPr>
        <p:txBody>
          <a:bodyPr spcFirstLastPara="1" wrap="square" lIns="91425" tIns="91425" rIns="91425" bIns="91425" anchor="t">
            <a:noAutofit/>
          </a:bodyPr>
          <a:lstStyle>
            <a:lvl1pPr algn="ctr">
              <a:spcBef>
                <a:spcPts val="0"/>
              </a:spcBef>
              <a:spcAft>
                <a:spcPts val="0"/>
              </a:spcAft>
              <a:buSzPts val="3900"/>
              <a:buNone/>
              <a:defRPr sz="3800"/>
            </a:lvl1pPr>
            <a:lvl2pPr>
              <a:spcBef>
                <a:spcPts val="0"/>
              </a:spcBef>
              <a:spcAft>
                <a:spcPts val="0"/>
              </a:spcAft>
              <a:buSzPts val="3900"/>
              <a:buNone/>
              <a:defRPr sz="3900"/>
            </a:lvl2pPr>
            <a:lvl3pPr>
              <a:spcBef>
                <a:spcPts val="0"/>
              </a:spcBef>
              <a:spcAft>
                <a:spcPts val="0"/>
              </a:spcAft>
              <a:buSzPts val="3900"/>
              <a:buNone/>
              <a:defRPr sz="3900"/>
            </a:lvl3pPr>
            <a:lvl4pPr>
              <a:spcBef>
                <a:spcPts val="0"/>
              </a:spcBef>
              <a:spcAft>
                <a:spcPts val="0"/>
              </a:spcAft>
              <a:buSzPts val="3900"/>
              <a:buNone/>
              <a:defRPr sz="3900"/>
            </a:lvl4pPr>
            <a:lvl5pPr>
              <a:spcBef>
                <a:spcPts val="0"/>
              </a:spcBef>
              <a:spcAft>
                <a:spcPts val="0"/>
              </a:spcAft>
              <a:buSzPts val="3900"/>
              <a:buNone/>
              <a:defRPr sz="3900"/>
            </a:lvl5pPr>
            <a:lvl6pPr>
              <a:spcBef>
                <a:spcPts val="0"/>
              </a:spcBef>
              <a:spcAft>
                <a:spcPts val="0"/>
              </a:spcAft>
              <a:buSzPts val="3900"/>
              <a:buNone/>
              <a:defRPr sz="3900"/>
            </a:lvl6pPr>
            <a:lvl7pPr>
              <a:spcBef>
                <a:spcPts val="0"/>
              </a:spcBef>
              <a:spcAft>
                <a:spcPts val="0"/>
              </a:spcAft>
              <a:buSzPts val="3900"/>
              <a:buNone/>
              <a:defRPr sz="3900"/>
            </a:lvl7pPr>
            <a:lvl8pPr>
              <a:spcBef>
                <a:spcPts val="0"/>
              </a:spcBef>
              <a:spcAft>
                <a:spcPts val="0"/>
              </a:spcAft>
              <a:buSzPts val="3900"/>
              <a:buNone/>
              <a:defRPr sz="3900"/>
            </a:lvl8pPr>
            <a:lvl9pPr>
              <a:spcBef>
                <a:spcPts val="0"/>
              </a:spcBef>
              <a:spcAft>
                <a:spcPts val="0"/>
              </a:spcAft>
              <a:buSzPts val="3900"/>
              <a:buNone/>
              <a:defRPr sz="3900"/>
            </a:lvl9pPr>
          </a:lstStyle>
          <a:p>
            <a:r>
              <a:t>xx%</a:t>
            </a:r>
          </a:p>
        </p:txBody>
      </p:sp>
      <p:sp>
        <p:nvSpPr>
          <p:cNvPr id="98" name="Google Shape;98;p14">
            <a:extLst>
              <a:ext uri="{FF2B5EF4-FFF2-40B4-BE49-F238E27FC236}">
                <a16:creationId xmlns:a16="http://schemas.microsoft.com/office/drawing/2014/main" id="{5BC514BC-1288-44E3-81FB-D1ED0AB34E32}"/>
              </a:ext>
            </a:extLst>
          </p:cNvPr>
          <p:cNvSpPr>
            <a:spLocks noGrp="1"/>
          </p:cNvSpPr>
          <p:nvPr>
            <p:ph type="subTitle" idx="8"/>
          </p:nvPr>
        </p:nvSpPr>
        <p:spPr>
          <a:xfrm>
            <a:off x="6087600" y="2081208"/>
            <a:ext cx="2336400" cy="5727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1800"/>
              <a:buNone/>
              <a:defRPr sz="1400">
                <a:solidFill>
                  <a:schemeClr val="dk1"/>
                </a:solidFill>
              </a:defRPr>
            </a:lvl1pPr>
            <a:lvl2pPr>
              <a:lnSpc>
                <a:spcPct val="100000"/>
              </a:lnSpc>
              <a:spcBef>
                <a:spcPts val="0"/>
              </a:spcBef>
              <a:spcAft>
                <a:spcPts val="0"/>
              </a:spcAft>
              <a:buSzPts val="1400"/>
              <a:buNone/>
              <a:defRPr/>
            </a:lvl2pPr>
            <a:lvl3pPr>
              <a:lnSpc>
                <a:spcPct val="100000"/>
              </a:lnSpc>
              <a:spcBef>
                <a:spcPts val="0"/>
              </a:spcBef>
              <a:spcAft>
                <a:spcPts val="0"/>
              </a:spcAft>
              <a:buSzPts val="1400"/>
              <a:buNone/>
              <a:defRPr/>
            </a:lvl3pPr>
            <a:lvl4pPr>
              <a:lnSpc>
                <a:spcPct val="100000"/>
              </a:lnSpc>
              <a:spcBef>
                <a:spcPts val="0"/>
              </a:spcBef>
              <a:spcAft>
                <a:spcPts val="0"/>
              </a:spcAft>
              <a:buSzPts val="1400"/>
              <a:buNone/>
              <a:defRPr/>
            </a:lvl4pPr>
            <a:lvl5pPr>
              <a:lnSpc>
                <a:spcPct val="100000"/>
              </a:lnSpc>
              <a:spcBef>
                <a:spcPts val="0"/>
              </a:spcBef>
              <a:spcAft>
                <a:spcPts val="0"/>
              </a:spcAft>
              <a:buSzPts val="1400"/>
              <a:buNone/>
              <a:defRPr/>
            </a:lvl5pPr>
            <a:lvl6pPr>
              <a:lnSpc>
                <a:spcPct val="100000"/>
              </a:lnSpc>
              <a:spcBef>
                <a:spcPts val="0"/>
              </a:spcBef>
              <a:spcAft>
                <a:spcPts val="0"/>
              </a:spcAft>
              <a:buSzPts val="1400"/>
              <a:buNone/>
              <a:defRPr/>
            </a:lvl6pPr>
            <a:lvl7pPr>
              <a:lnSpc>
                <a:spcPct val="100000"/>
              </a:lnSpc>
              <a:spcBef>
                <a:spcPts val="0"/>
              </a:spcBef>
              <a:spcAft>
                <a:spcPts val="0"/>
              </a:spcAft>
              <a:buSzPts val="1400"/>
              <a:buNone/>
              <a:defRPr/>
            </a:lvl7pPr>
            <a:lvl8pPr>
              <a:lnSpc>
                <a:spcPct val="100000"/>
              </a:lnSpc>
              <a:spcBef>
                <a:spcPts val="0"/>
              </a:spcBef>
              <a:spcAft>
                <a:spcPts val="0"/>
              </a:spcAft>
              <a:buSzPts val="1400"/>
              <a:buNone/>
              <a:defRPr/>
            </a:lvl8pPr>
            <a:lvl9pPr>
              <a:lnSpc>
                <a:spcPct val="100000"/>
              </a:lnSpc>
              <a:spcBef>
                <a:spcPts val="0"/>
              </a:spcBef>
              <a:spcAft>
                <a:spcPts val="0"/>
              </a:spcAft>
              <a:buSzPts val="1400"/>
              <a:buNone/>
              <a:defRPr/>
            </a:lvl9pPr>
          </a:lstStyle>
          <a:p>
            <a:endParaRPr/>
          </a:p>
        </p:txBody>
      </p:sp>
      <p:sp>
        <p:nvSpPr>
          <p:cNvPr id="99" name="Google Shape;99;p14">
            <a:extLst>
              <a:ext uri="{FF2B5EF4-FFF2-40B4-BE49-F238E27FC236}">
                <a16:creationId xmlns:a16="http://schemas.microsoft.com/office/drawing/2014/main" id="{4D570D14-BC98-4588-B2FD-0DE3BA51CB81}"/>
              </a:ext>
            </a:extLst>
          </p:cNvPr>
          <p:cNvSpPr>
            <a:spLocks noGrp="1"/>
          </p:cNvSpPr>
          <p:nvPr>
            <p:ph type="title" idx="9"/>
          </p:nvPr>
        </p:nvSpPr>
        <p:spPr>
          <a:xfrm>
            <a:off x="720000" y="3313579"/>
            <a:ext cx="2336400" cy="405000"/>
          </a:xfrm>
          <a:prstGeom prst="rect">
            <a:avLst/>
          </a:prstGeom>
        </p:spPr>
        <p:txBody>
          <a:bodyPr spcFirstLastPara="1" wrap="square" lIns="91425" tIns="91425" rIns="91425" bIns="91425" anchor="t">
            <a:noAutofit/>
          </a:bodyPr>
          <a:lstStyle>
            <a:lvl1pPr algn="ctr">
              <a:spcBef>
                <a:spcPts val="0"/>
              </a:spcBef>
              <a:spcAft>
                <a:spcPts val="0"/>
              </a:spcAft>
              <a:buSzPts val="2400"/>
              <a:buNone/>
              <a:defRPr sz="2400"/>
            </a:lvl1pPr>
            <a:lvl2pPr>
              <a:spcBef>
                <a:spcPts val="0"/>
              </a:spcBef>
              <a:spcAft>
                <a:spcPts val="0"/>
              </a:spcAft>
              <a:buSzPts val="2400"/>
              <a:buNone/>
              <a:defRPr sz="2400"/>
            </a:lvl2pPr>
            <a:lvl3pPr>
              <a:spcBef>
                <a:spcPts val="0"/>
              </a:spcBef>
              <a:spcAft>
                <a:spcPts val="0"/>
              </a:spcAft>
              <a:buSzPts val="2400"/>
              <a:buNone/>
              <a:defRPr sz="2400"/>
            </a:lvl3pPr>
            <a:lvl4pPr>
              <a:spcBef>
                <a:spcPts val="0"/>
              </a:spcBef>
              <a:spcAft>
                <a:spcPts val="0"/>
              </a:spcAft>
              <a:buSzPts val="2400"/>
              <a:buNone/>
              <a:defRPr sz="2400"/>
            </a:lvl4pPr>
            <a:lvl5pPr>
              <a:spcBef>
                <a:spcPts val="0"/>
              </a:spcBef>
              <a:spcAft>
                <a:spcPts val="0"/>
              </a:spcAft>
              <a:buSzPts val="2400"/>
              <a:buNone/>
              <a:defRPr sz="2400"/>
            </a:lvl5pPr>
            <a:lvl6pPr>
              <a:spcBef>
                <a:spcPts val="0"/>
              </a:spcBef>
              <a:spcAft>
                <a:spcPts val="0"/>
              </a:spcAft>
              <a:buSzPts val="2400"/>
              <a:buNone/>
              <a:defRPr sz="2400"/>
            </a:lvl6pPr>
            <a:lvl7pPr>
              <a:spcBef>
                <a:spcPts val="0"/>
              </a:spcBef>
              <a:spcAft>
                <a:spcPts val="0"/>
              </a:spcAft>
              <a:buSzPts val="2400"/>
              <a:buNone/>
              <a:defRPr sz="2400"/>
            </a:lvl7pPr>
            <a:lvl8pPr>
              <a:spcBef>
                <a:spcPts val="0"/>
              </a:spcBef>
              <a:spcAft>
                <a:spcPts val="0"/>
              </a:spcAft>
              <a:buSzPts val="2400"/>
              <a:buNone/>
              <a:defRPr sz="2400"/>
            </a:lvl8pPr>
            <a:lvl9pPr>
              <a:spcBef>
                <a:spcPts val="0"/>
              </a:spcBef>
              <a:spcAft>
                <a:spcPts val="0"/>
              </a:spcAft>
              <a:buSzPts val="2400"/>
              <a:buNone/>
              <a:defRPr sz="2400"/>
            </a:lvl9pPr>
          </a:lstStyle>
          <a:p>
            <a:endParaRPr/>
          </a:p>
        </p:txBody>
      </p:sp>
      <p:sp>
        <p:nvSpPr>
          <p:cNvPr id="100" name="Google Shape;100;p14">
            <a:extLst>
              <a:ext uri="{FF2B5EF4-FFF2-40B4-BE49-F238E27FC236}">
                <a16:creationId xmlns:a16="http://schemas.microsoft.com/office/drawing/2014/main" id="{A5611C29-B903-4A84-8825-E07AAAAD6CFD}"/>
              </a:ext>
            </a:extLst>
          </p:cNvPr>
          <p:cNvSpPr>
            <a:spLocks noGrp="1"/>
          </p:cNvSpPr>
          <p:nvPr>
            <p:ph type="title" idx="13" hasCustomPrompt="1"/>
          </p:nvPr>
        </p:nvSpPr>
        <p:spPr>
          <a:xfrm>
            <a:off x="1482600" y="2714087"/>
            <a:ext cx="811200" cy="572700"/>
          </a:xfrm>
          <a:prstGeom prst="rect">
            <a:avLst/>
          </a:prstGeom>
        </p:spPr>
        <p:txBody>
          <a:bodyPr spcFirstLastPara="1" wrap="square" lIns="91425" tIns="91425" rIns="91425" bIns="91425" anchor="t">
            <a:noAutofit/>
          </a:bodyPr>
          <a:lstStyle>
            <a:lvl1pPr algn="ctr">
              <a:spcBef>
                <a:spcPts val="0"/>
              </a:spcBef>
              <a:spcAft>
                <a:spcPts val="0"/>
              </a:spcAft>
              <a:buSzPts val="3900"/>
              <a:buNone/>
              <a:defRPr sz="3800"/>
            </a:lvl1pPr>
            <a:lvl2pPr>
              <a:spcBef>
                <a:spcPts val="0"/>
              </a:spcBef>
              <a:spcAft>
                <a:spcPts val="0"/>
              </a:spcAft>
              <a:buSzPts val="3900"/>
              <a:buNone/>
              <a:defRPr sz="3900"/>
            </a:lvl2pPr>
            <a:lvl3pPr>
              <a:spcBef>
                <a:spcPts val="0"/>
              </a:spcBef>
              <a:spcAft>
                <a:spcPts val="0"/>
              </a:spcAft>
              <a:buSzPts val="3900"/>
              <a:buNone/>
              <a:defRPr sz="3900"/>
            </a:lvl3pPr>
            <a:lvl4pPr>
              <a:spcBef>
                <a:spcPts val="0"/>
              </a:spcBef>
              <a:spcAft>
                <a:spcPts val="0"/>
              </a:spcAft>
              <a:buSzPts val="3900"/>
              <a:buNone/>
              <a:defRPr sz="3900"/>
            </a:lvl4pPr>
            <a:lvl5pPr>
              <a:spcBef>
                <a:spcPts val="0"/>
              </a:spcBef>
              <a:spcAft>
                <a:spcPts val="0"/>
              </a:spcAft>
              <a:buSzPts val="3900"/>
              <a:buNone/>
              <a:defRPr sz="3900"/>
            </a:lvl5pPr>
            <a:lvl6pPr>
              <a:spcBef>
                <a:spcPts val="0"/>
              </a:spcBef>
              <a:spcAft>
                <a:spcPts val="0"/>
              </a:spcAft>
              <a:buSzPts val="3900"/>
              <a:buNone/>
              <a:defRPr sz="3900"/>
            </a:lvl6pPr>
            <a:lvl7pPr>
              <a:spcBef>
                <a:spcPts val="0"/>
              </a:spcBef>
              <a:spcAft>
                <a:spcPts val="0"/>
              </a:spcAft>
              <a:buSzPts val="3900"/>
              <a:buNone/>
              <a:defRPr sz="3900"/>
            </a:lvl7pPr>
            <a:lvl8pPr>
              <a:spcBef>
                <a:spcPts val="0"/>
              </a:spcBef>
              <a:spcAft>
                <a:spcPts val="0"/>
              </a:spcAft>
              <a:buSzPts val="3900"/>
              <a:buNone/>
              <a:defRPr sz="3900"/>
            </a:lvl8pPr>
            <a:lvl9pPr>
              <a:spcBef>
                <a:spcPts val="0"/>
              </a:spcBef>
              <a:spcAft>
                <a:spcPts val="0"/>
              </a:spcAft>
              <a:buSzPts val="3900"/>
              <a:buNone/>
              <a:defRPr sz="3900"/>
            </a:lvl9pPr>
          </a:lstStyle>
          <a:p>
            <a:r>
              <a:t>xx%</a:t>
            </a:r>
          </a:p>
        </p:txBody>
      </p:sp>
      <p:sp>
        <p:nvSpPr>
          <p:cNvPr id="101" name="Google Shape;101;p14">
            <a:extLst>
              <a:ext uri="{FF2B5EF4-FFF2-40B4-BE49-F238E27FC236}">
                <a16:creationId xmlns:a16="http://schemas.microsoft.com/office/drawing/2014/main" id="{4E723ADB-E5D8-466F-B394-F4845651F5D4}"/>
              </a:ext>
            </a:extLst>
          </p:cNvPr>
          <p:cNvSpPr>
            <a:spLocks noGrp="1"/>
          </p:cNvSpPr>
          <p:nvPr>
            <p:ph type="subTitle" idx="14"/>
          </p:nvPr>
        </p:nvSpPr>
        <p:spPr>
          <a:xfrm>
            <a:off x="720000" y="3705863"/>
            <a:ext cx="2336400" cy="5727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1800"/>
              <a:buNone/>
              <a:defRPr sz="1400">
                <a:solidFill>
                  <a:schemeClr val="dk1"/>
                </a:solidFill>
              </a:defRPr>
            </a:lvl1pPr>
            <a:lvl2pPr>
              <a:lnSpc>
                <a:spcPct val="100000"/>
              </a:lnSpc>
              <a:spcBef>
                <a:spcPts val="0"/>
              </a:spcBef>
              <a:spcAft>
                <a:spcPts val="0"/>
              </a:spcAft>
              <a:buSzPts val="1400"/>
              <a:buNone/>
              <a:defRPr/>
            </a:lvl2pPr>
            <a:lvl3pPr>
              <a:lnSpc>
                <a:spcPct val="100000"/>
              </a:lnSpc>
              <a:spcBef>
                <a:spcPts val="0"/>
              </a:spcBef>
              <a:spcAft>
                <a:spcPts val="0"/>
              </a:spcAft>
              <a:buSzPts val="1400"/>
              <a:buNone/>
              <a:defRPr/>
            </a:lvl3pPr>
            <a:lvl4pPr>
              <a:lnSpc>
                <a:spcPct val="100000"/>
              </a:lnSpc>
              <a:spcBef>
                <a:spcPts val="0"/>
              </a:spcBef>
              <a:spcAft>
                <a:spcPts val="0"/>
              </a:spcAft>
              <a:buSzPts val="1400"/>
              <a:buNone/>
              <a:defRPr/>
            </a:lvl4pPr>
            <a:lvl5pPr>
              <a:lnSpc>
                <a:spcPct val="100000"/>
              </a:lnSpc>
              <a:spcBef>
                <a:spcPts val="0"/>
              </a:spcBef>
              <a:spcAft>
                <a:spcPts val="0"/>
              </a:spcAft>
              <a:buSzPts val="1400"/>
              <a:buNone/>
              <a:defRPr/>
            </a:lvl5pPr>
            <a:lvl6pPr>
              <a:lnSpc>
                <a:spcPct val="100000"/>
              </a:lnSpc>
              <a:spcBef>
                <a:spcPts val="0"/>
              </a:spcBef>
              <a:spcAft>
                <a:spcPts val="0"/>
              </a:spcAft>
              <a:buSzPts val="1400"/>
              <a:buNone/>
              <a:defRPr/>
            </a:lvl6pPr>
            <a:lvl7pPr>
              <a:lnSpc>
                <a:spcPct val="100000"/>
              </a:lnSpc>
              <a:spcBef>
                <a:spcPts val="0"/>
              </a:spcBef>
              <a:spcAft>
                <a:spcPts val="0"/>
              </a:spcAft>
              <a:buSzPts val="1400"/>
              <a:buNone/>
              <a:defRPr/>
            </a:lvl7pPr>
            <a:lvl8pPr>
              <a:lnSpc>
                <a:spcPct val="100000"/>
              </a:lnSpc>
              <a:spcBef>
                <a:spcPts val="0"/>
              </a:spcBef>
              <a:spcAft>
                <a:spcPts val="0"/>
              </a:spcAft>
              <a:buSzPts val="1400"/>
              <a:buNone/>
              <a:defRPr/>
            </a:lvl8pPr>
            <a:lvl9pPr>
              <a:lnSpc>
                <a:spcPct val="100000"/>
              </a:lnSpc>
              <a:spcBef>
                <a:spcPts val="0"/>
              </a:spcBef>
              <a:spcAft>
                <a:spcPts val="0"/>
              </a:spcAft>
              <a:buSzPts val="1400"/>
              <a:buNone/>
              <a:defRPr/>
            </a:lvl9pPr>
          </a:lstStyle>
          <a:p>
            <a:endParaRPr/>
          </a:p>
        </p:txBody>
      </p:sp>
      <p:sp>
        <p:nvSpPr>
          <p:cNvPr id="102" name="Google Shape;102;p14">
            <a:extLst>
              <a:ext uri="{FF2B5EF4-FFF2-40B4-BE49-F238E27FC236}">
                <a16:creationId xmlns:a16="http://schemas.microsoft.com/office/drawing/2014/main" id="{974F8BC5-FA9F-44A4-BAF1-B803456DD00F}"/>
              </a:ext>
            </a:extLst>
          </p:cNvPr>
          <p:cNvSpPr>
            <a:spLocks noGrp="1"/>
          </p:cNvSpPr>
          <p:nvPr>
            <p:ph type="title" idx="15"/>
          </p:nvPr>
        </p:nvSpPr>
        <p:spPr>
          <a:xfrm>
            <a:off x="3403800" y="3313579"/>
            <a:ext cx="2336400" cy="405000"/>
          </a:xfrm>
          <a:prstGeom prst="rect">
            <a:avLst/>
          </a:prstGeom>
        </p:spPr>
        <p:txBody>
          <a:bodyPr spcFirstLastPara="1" wrap="square" lIns="91425" tIns="91425" rIns="91425" bIns="91425" anchor="t">
            <a:noAutofit/>
          </a:bodyPr>
          <a:lstStyle>
            <a:lvl1pPr algn="ctr">
              <a:spcBef>
                <a:spcPts val="0"/>
              </a:spcBef>
              <a:spcAft>
                <a:spcPts val="0"/>
              </a:spcAft>
              <a:buSzPts val="2400"/>
              <a:buNone/>
              <a:defRPr sz="2400"/>
            </a:lvl1pPr>
            <a:lvl2pPr>
              <a:spcBef>
                <a:spcPts val="0"/>
              </a:spcBef>
              <a:spcAft>
                <a:spcPts val="0"/>
              </a:spcAft>
              <a:buSzPts val="2400"/>
              <a:buNone/>
              <a:defRPr sz="2400"/>
            </a:lvl2pPr>
            <a:lvl3pPr>
              <a:spcBef>
                <a:spcPts val="0"/>
              </a:spcBef>
              <a:spcAft>
                <a:spcPts val="0"/>
              </a:spcAft>
              <a:buSzPts val="2400"/>
              <a:buNone/>
              <a:defRPr sz="2400"/>
            </a:lvl3pPr>
            <a:lvl4pPr>
              <a:spcBef>
                <a:spcPts val="0"/>
              </a:spcBef>
              <a:spcAft>
                <a:spcPts val="0"/>
              </a:spcAft>
              <a:buSzPts val="2400"/>
              <a:buNone/>
              <a:defRPr sz="2400"/>
            </a:lvl4pPr>
            <a:lvl5pPr>
              <a:spcBef>
                <a:spcPts val="0"/>
              </a:spcBef>
              <a:spcAft>
                <a:spcPts val="0"/>
              </a:spcAft>
              <a:buSzPts val="2400"/>
              <a:buNone/>
              <a:defRPr sz="2400"/>
            </a:lvl5pPr>
            <a:lvl6pPr>
              <a:spcBef>
                <a:spcPts val="0"/>
              </a:spcBef>
              <a:spcAft>
                <a:spcPts val="0"/>
              </a:spcAft>
              <a:buSzPts val="2400"/>
              <a:buNone/>
              <a:defRPr sz="2400"/>
            </a:lvl6pPr>
            <a:lvl7pPr>
              <a:spcBef>
                <a:spcPts val="0"/>
              </a:spcBef>
              <a:spcAft>
                <a:spcPts val="0"/>
              </a:spcAft>
              <a:buSzPts val="2400"/>
              <a:buNone/>
              <a:defRPr sz="2400"/>
            </a:lvl7pPr>
            <a:lvl8pPr>
              <a:spcBef>
                <a:spcPts val="0"/>
              </a:spcBef>
              <a:spcAft>
                <a:spcPts val="0"/>
              </a:spcAft>
              <a:buSzPts val="2400"/>
              <a:buNone/>
              <a:defRPr sz="2400"/>
            </a:lvl8pPr>
            <a:lvl9pPr>
              <a:spcBef>
                <a:spcPts val="0"/>
              </a:spcBef>
              <a:spcAft>
                <a:spcPts val="0"/>
              </a:spcAft>
              <a:buSzPts val="2400"/>
              <a:buNone/>
              <a:defRPr sz="2400"/>
            </a:lvl9pPr>
          </a:lstStyle>
          <a:p>
            <a:endParaRPr/>
          </a:p>
        </p:txBody>
      </p:sp>
      <p:sp>
        <p:nvSpPr>
          <p:cNvPr id="103" name="Google Shape;103;p14">
            <a:extLst>
              <a:ext uri="{FF2B5EF4-FFF2-40B4-BE49-F238E27FC236}">
                <a16:creationId xmlns:a16="http://schemas.microsoft.com/office/drawing/2014/main" id="{6245815D-2D67-425D-9F51-2604E594339C}"/>
              </a:ext>
            </a:extLst>
          </p:cNvPr>
          <p:cNvSpPr>
            <a:spLocks noGrp="1"/>
          </p:cNvSpPr>
          <p:nvPr>
            <p:ph type="title" idx="16" hasCustomPrompt="1"/>
          </p:nvPr>
        </p:nvSpPr>
        <p:spPr>
          <a:xfrm>
            <a:off x="4166400" y="2714087"/>
            <a:ext cx="811200" cy="572700"/>
          </a:xfrm>
          <a:prstGeom prst="rect">
            <a:avLst/>
          </a:prstGeom>
        </p:spPr>
        <p:txBody>
          <a:bodyPr spcFirstLastPara="1" wrap="square" lIns="91425" tIns="91425" rIns="91425" bIns="91425" anchor="t">
            <a:noAutofit/>
          </a:bodyPr>
          <a:lstStyle>
            <a:lvl1pPr algn="ctr">
              <a:spcBef>
                <a:spcPts val="0"/>
              </a:spcBef>
              <a:spcAft>
                <a:spcPts val="0"/>
              </a:spcAft>
              <a:buSzPts val="3900"/>
              <a:buNone/>
              <a:defRPr sz="3800"/>
            </a:lvl1pPr>
            <a:lvl2pPr>
              <a:spcBef>
                <a:spcPts val="0"/>
              </a:spcBef>
              <a:spcAft>
                <a:spcPts val="0"/>
              </a:spcAft>
              <a:buSzPts val="3900"/>
              <a:buNone/>
              <a:defRPr sz="3900"/>
            </a:lvl2pPr>
            <a:lvl3pPr>
              <a:spcBef>
                <a:spcPts val="0"/>
              </a:spcBef>
              <a:spcAft>
                <a:spcPts val="0"/>
              </a:spcAft>
              <a:buSzPts val="3900"/>
              <a:buNone/>
              <a:defRPr sz="3900"/>
            </a:lvl3pPr>
            <a:lvl4pPr>
              <a:spcBef>
                <a:spcPts val="0"/>
              </a:spcBef>
              <a:spcAft>
                <a:spcPts val="0"/>
              </a:spcAft>
              <a:buSzPts val="3900"/>
              <a:buNone/>
              <a:defRPr sz="3900"/>
            </a:lvl4pPr>
            <a:lvl5pPr>
              <a:spcBef>
                <a:spcPts val="0"/>
              </a:spcBef>
              <a:spcAft>
                <a:spcPts val="0"/>
              </a:spcAft>
              <a:buSzPts val="3900"/>
              <a:buNone/>
              <a:defRPr sz="3900"/>
            </a:lvl5pPr>
            <a:lvl6pPr>
              <a:spcBef>
                <a:spcPts val="0"/>
              </a:spcBef>
              <a:spcAft>
                <a:spcPts val="0"/>
              </a:spcAft>
              <a:buSzPts val="3900"/>
              <a:buNone/>
              <a:defRPr sz="3900"/>
            </a:lvl6pPr>
            <a:lvl7pPr>
              <a:spcBef>
                <a:spcPts val="0"/>
              </a:spcBef>
              <a:spcAft>
                <a:spcPts val="0"/>
              </a:spcAft>
              <a:buSzPts val="3900"/>
              <a:buNone/>
              <a:defRPr sz="3900"/>
            </a:lvl7pPr>
            <a:lvl8pPr>
              <a:spcBef>
                <a:spcPts val="0"/>
              </a:spcBef>
              <a:spcAft>
                <a:spcPts val="0"/>
              </a:spcAft>
              <a:buSzPts val="3900"/>
              <a:buNone/>
              <a:defRPr sz="3900"/>
            </a:lvl8pPr>
            <a:lvl9pPr>
              <a:spcBef>
                <a:spcPts val="0"/>
              </a:spcBef>
              <a:spcAft>
                <a:spcPts val="0"/>
              </a:spcAft>
              <a:buSzPts val="3900"/>
              <a:buNone/>
              <a:defRPr sz="3900"/>
            </a:lvl9pPr>
          </a:lstStyle>
          <a:p>
            <a:r>
              <a:t>xx%</a:t>
            </a:r>
          </a:p>
        </p:txBody>
      </p:sp>
      <p:sp>
        <p:nvSpPr>
          <p:cNvPr id="104" name="Google Shape;104;p14">
            <a:extLst>
              <a:ext uri="{FF2B5EF4-FFF2-40B4-BE49-F238E27FC236}">
                <a16:creationId xmlns:a16="http://schemas.microsoft.com/office/drawing/2014/main" id="{E8E47543-0C2D-4F44-8F57-D81529C12371}"/>
              </a:ext>
            </a:extLst>
          </p:cNvPr>
          <p:cNvSpPr>
            <a:spLocks noGrp="1"/>
          </p:cNvSpPr>
          <p:nvPr>
            <p:ph type="subTitle" idx="17"/>
          </p:nvPr>
        </p:nvSpPr>
        <p:spPr>
          <a:xfrm>
            <a:off x="3403800" y="3705863"/>
            <a:ext cx="2336400" cy="5727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1800"/>
              <a:buNone/>
              <a:defRPr sz="1400">
                <a:solidFill>
                  <a:schemeClr val="dk1"/>
                </a:solidFill>
              </a:defRPr>
            </a:lvl1pPr>
            <a:lvl2pPr>
              <a:lnSpc>
                <a:spcPct val="100000"/>
              </a:lnSpc>
              <a:spcBef>
                <a:spcPts val="0"/>
              </a:spcBef>
              <a:spcAft>
                <a:spcPts val="0"/>
              </a:spcAft>
              <a:buSzPts val="1400"/>
              <a:buNone/>
              <a:defRPr/>
            </a:lvl2pPr>
            <a:lvl3pPr>
              <a:lnSpc>
                <a:spcPct val="100000"/>
              </a:lnSpc>
              <a:spcBef>
                <a:spcPts val="0"/>
              </a:spcBef>
              <a:spcAft>
                <a:spcPts val="0"/>
              </a:spcAft>
              <a:buSzPts val="1400"/>
              <a:buNone/>
              <a:defRPr/>
            </a:lvl3pPr>
            <a:lvl4pPr>
              <a:lnSpc>
                <a:spcPct val="100000"/>
              </a:lnSpc>
              <a:spcBef>
                <a:spcPts val="0"/>
              </a:spcBef>
              <a:spcAft>
                <a:spcPts val="0"/>
              </a:spcAft>
              <a:buSzPts val="1400"/>
              <a:buNone/>
              <a:defRPr/>
            </a:lvl4pPr>
            <a:lvl5pPr>
              <a:lnSpc>
                <a:spcPct val="100000"/>
              </a:lnSpc>
              <a:spcBef>
                <a:spcPts val="0"/>
              </a:spcBef>
              <a:spcAft>
                <a:spcPts val="0"/>
              </a:spcAft>
              <a:buSzPts val="1400"/>
              <a:buNone/>
              <a:defRPr/>
            </a:lvl5pPr>
            <a:lvl6pPr>
              <a:lnSpc>
                <a:spcPct val="100000"/>
              </a:lnSpc>
              <a:spcBef>
                <a:spcPts val="0"/>
              </a:spcBef>
              <a:spcAft>
                <a:spcPts val="0"/>
              </a:spcAft>
              <a:buSzPts val="1400"/>
              <a:buNone/>
              <a:defRPr/>
            </a:lvl6pPr>
            <a:lvl7pPr>
              <a:lnSpc>
                <a:spcPct val="100000"/>
              </a:lnSpc>
              <a:spcBef>
                <a:spcPts val="0"/>
              </a:spcBef>
              <a:spcAft>
                <a:spcPts val="0"/>
              </a:spcAft>
              <a:buSzPts val="1400"/>
              <a:buNone/>
              <a:defRPr/>
            </a:lvl7pPr>
            <a:lvl8pPr>
              <a:lnSpc>
                <a:spcPct val="100000"/>
              </a:lnSpc>
              <a:spcBef>
                <a:spcPts val="0"/>
              </a:spcBef>
              <a:spcAft>
                <a:spcPts val="0"/>
              </a:spcAft>
              <a:buSzPts val="1400"/>
              <a:buNone/>
              <a:defRPr/>
            </a:lvl8pPr>
            <a:lvl9pPr>
              <a:lnSpc>
                <a:spcPct val="100000"/>
              </a:lnSpc>
              <a:spcBef>
                <a:spcPts val="0"/>
              </a:spcBef>
              <a:spcAft>
                <a:spcPts val="0"/>
              </a:spcAft>
              <a:buSzPts val="1400"/>
              <a:buNone/>
              <a:defRPr/>
            </a:lvl9pPr>
          </a:lstStyle>
          <a:p>
            <a:endParaRPr/>
          </a:p>
        </p:txBody>
      </p:sp>
      <p:sp>
        <p:nvSpPr>
          <p:cNvPr id="105" name="Google Shape;105;p14">
            <a:extLst>
              <a:ext uri="{FF2B5EF4-FFF2-40B4-BE49-F238E27FC236}">
                <a16:creationId xmlns:a16="http://schemas.microsoft.com/office/drawing/2014/main" id="{543DF977-895D-48F2-B6FA-07E5A9468B7B}"/>
              </a:ext>
            </a:extLst>
          </p:cNvPr>
          <p:cNvSpPr>
            <a:spLocks noGrp="1"/>
          </p:cNvSpPr>
          <p:nvPr>
            <p:ph type="title" idx="18"/>
          </p:nvPr>
        </p:nvSpPr>
        <p:spPr>
          <a:xfrm>
            <a:off x="6087600" y="3313579"/>
            <a:ext cx="2336400" cy="405000"/>
          </a:xfrm>
          <a:prstGeom prst="rect">
            <a:avLst/>
          </a:prstGeom>
        </p:spPr>
        <p:txBody>
          <a:bodyPr spcFirstLastPara="1" wrap="square" lIns="91425" tIns="91425" rIns="91425" bIns="91425" anchor="t">
            <a:noAutofit/>
          </a:bodyPr>
          <a:lstStyle>
            <a:lvl1pPr algn="ctr">
              <a:spcBef>
                <a:spcPts val="0"/>
              </a:spcBef>
              <a:spcAft>
                <a:spcPts val="0"/>
              </a:spcAft>
              <a:buSzPts val="2400"/>
              <a:buNone/>
              <a:defRPr sz="2400"/>
            </a:lvl1pPr>
            <a:lvl2pPr>
              <a:spcBef>
                <a:spcPts val="0"/>
              </a:spcBef>
              <a:spcAft>
                <a:spcPts val="0"/>
              </a:spcAft>
              <a:buSzPts val="2400"/>
              <a:buNone/>
              <a:defRPr sz="2400"/>
            </a:lvl2pPr>
            <a:lvl3pPr>
              <a:spcBef>
                <a:spcPts val="0"/>
              </a:spcBef>
              <a:spcAft>
                <a:spcPts val="0"/>
              </a:spcAft>
              <a:buSzPts val="2400"/>
              <a:buNone/>
              <a:defRPr sz="2400"/>
            </a:lvl3pPr>
            <a:lvl4pPr>
              <a:spcBef>
                <a:spcPts val="0"/>
              </a:spcBef>
              <a:spcAft>
                <a:spcPts val="0"/>
              </a:spcAft>
              <a:buSzPts val="2400"/>
              <a:buNone/>
              <a:defRPr sz="2400"/>
            </a:lvl4pPr>
            <a:lvl5pPr>
              <a:spcBef>
                <a:spcPts val="0"/>
              </a:spcBef>
              <a:spcAft>
                <a:spcPts val="0"/>
              </a:spcAft>
              <a:buSzPts val="2400"/>
              <a:buNone/>
              <a:defRPr sz="2400"/>
            </a:lvl5pPr>
            <a:lvl6pPr>
              <a:spcBef>
                <a:spcPts val="0"/>
              </a:spcBef>
              <a:spcAft>
                <a:spcPts val="0"/>
              </a:spcAft>
              <a:buSzPts val="2400"/>
              <a:buNone/>
              <a:defRPr sz="2400"/>
            </a:lvl6pPr>
            <a:lvl7pPr>
              <a:spcBef>
                <a:spcPts val="0"/>
              </a:spcBef>
              <a:spcAft>
                <a:spcPts val="0"/>
              </a:spcAft>
              <a:buSzPts val="2400"/>
              <a:buNone/>
              <a:defRPr sz="2400"/>
            </a:lvl7pPr>
            <a:lvl8pPr>
              <a:spcBef>
                <a:spcPts val="0"/>
              </a:spcBef>
              <a:spcAft>
                <a:spcPts val="0"/>
              </a:spcAft>
              <a:buSzPts val="2400"/>
              <a:buNone/>
              <a:defRPr sz="2400"/>
            </a:lvl8pPr>
            <a:lvl9pPr>
              <a:spcBef>
                <a:spcPts val="0"/>
              </a:spcBef>
              <a:spcAft>
                <a:spcPts val="0"/>
              </a:spcAft>
              <a:buSzPts val="2400"/>
              <a:buNone/>
              <a:defRPr sz="2400"/>
            </a:lvl9pPr>
          </a:lstStyle>
          <a:p>
            <a:endParaRPr/>
          </a:p>
        </p:txBody>
      </p:sp>
      <p:sp>
        <p:nvSpPr>
          <p:cNvPr id="106" name="Google Shape;106;p14">
            <a:extLst>
              <a:ext uri="{FF2B5EF4-FFF2-40B4-BE49-F238E27FC236}">
                <a16:creationId xmlns:a16="http://schemas.microsoft.com/office/drawing/2014/main" id="{79B580BD-7D03-48C1-BEF7-34A96B2B2432}"/>
              </a:ext>
            </a:extLst>
          </p:cNvPr>
          <p:cNvSpPr>
            <a:spLocks noGrp="1"/>
          </p:cNvSpPr>
          <p:nvPr>
            <p:ph type="title" idx="19" hasCustomPrompt="1"/>
          </p:nvPr>
        </p:nvSpPr>
        <p:spPr>
          <a:xfrm>
            <a:off x="6850200" y="2714087"/>
            <a:ext cx="811200" cy="572700"/>
          </a:xfrm>
          <a:prstGeom prst="rect">
            <a:avLst/>
          </a:prstGeom>
        </p:spPr>
        <p:txBody>
          <a:bodyPr spcFirstLastPara="1" wrap="square" lIns="91425" tIns="91425" rIns="91425" bIns="91425" anchor="t">
            <a:noAutofit/>
          </a:bodyPr>
          <a:lstStyle>
            <a:lvl1pPr algn="ctr">
              <a:spcBef>
                <a:spcPts val="0"/>
              </a:spcBef>
              <a:spcAft>
                <a:spcPts val="0"/>
              </a:spcAft>
              <a:buSzPts val="3900"/>
              <a:buNone/>
              <a:defRPr sz="3800"/>
            </a:lvl1pPr>
            <a:lvl2pPr>
              <a:spcBef>
                <a:spcPts val="0"/>
              </a:spcBef>
              <a:spcAft>
                <a:spcPts val="0"/>
              </a:spcAft>
              <a:buSzPts val="3900"/>
              <a:buNone/>
              <a:defRPr sz="3900"/>
            </a:lvl2pPr>
            <a:lvl3pPr>
              <a:spcBef>
                <a:spcPts val="0"/>
              </a:spcBef>
              <a:spcAft>
                <a:spcPts val="0"/>
              </a:spcAft>
              <a:buSzPts val="3900"/>
              <a:buNone/>
              <a:defRPr sz="3900"/>
            </a:lvl3pPr>
            <a:lvl4pPr>
              <a:spcBef>
                <a:spcPts val="0"/>
              </a:spcBef>
              <a:spcAft>
                <a:spcPts val="0"/>
              </a:spcAft>
              <a:buSzPts val="3900"/>
              <a:buNone/>
              <a:defRPr sz="3900"/>
            </a:lvl4pPr>
            <a:lvl5pPr>
              <a:spcBef>
                <a:spcPts val="0"/>
              </a:spcBef>
              <a:spcAft>
                <a:spcPts val="0"/>
              </a:spcAft>
              <a:buSzPts val="3900"/>
              <a:buNone/>
              <a:defRPr sz="3900"/>
            </a:lvl5pPr>
            <a:lvl6pPr>
              <a:spcBef>
                <a:spcPts val="0"/>
              </a:spcBef>
              <a:spcAft>
                <a:spcPts val="0"/>
              </a:spcAft>
              <a:buSzPts val="3900"/>
              <a:buNone/>
              <a:defRPr sz="3900"/>
            </a:lvl6pPr>
            <a:lvl7pPr>
              <a:spcBef>
                <a:spcPts val="0"/>
              </a:spcBef>
              <a:spcAft>
                <a:spcPts val="0"/>
              </a:spcAft>
              <a:buSzPts val="3900"/>
              <a:buNone/>
              <a:defRPr sz="3900"/>
            </a:lvl7pPr>
            <a:lvl8pPr>
              <a:spcBef>
                <a:spcPts val="0"/>
              </a:spcBef>
              <a:spcAft>
                <a:spcPts val="0"/>
              </a:spcAft>
              <a:buSzPts val="3900"/>
              <a:buNone/>
              <a:defRPr sz="3900"/>
            </a:lvl8pPr>
            <a:lvl9pPr>
              <a:spcBef>
                <a:spcPts val="0"/>
              </a:spcBef>
              <a:spcAft>
                <a:spcPts val="0"/>
              </a:spcAft>
              <a:buSzPts val="3900"/>
              <a:buNone/>
              <a:defRPr sz="3900"/>
            </a:lvl9pPr>
          </a:lstStyle>
          <a:p>
            <a:r>
              <a:t>xx%</a:t>
            </a:r>
          </a:p>
        </p:txBody>
      </p:sp>
      <p:sp>
        <p:nvSpPr>
          <p:cNvPr id="107" name="Google Shape;107;p14">
            <a:extLst>
              <a:ext uri="{FF2B5EF4-FFF2-40B4-BE49-F238E27FC236}">
                <a16:creationId xmlns:a16="http://schemas.microsoft.com/office/drawing/2014/main" id="{AD3A569A-E398-4E75-95F4-70D4F8251D00}"/>
              </a:ext>
            </a:extLst>
          </p:cNvPr>
          <p:cNvSpPr>
            <a:spLocks noGrp="1"/>
          </p:cNvSpPr>
          <p:nvPr>
            <p:ph type="subTitle" idx="20"/>
          </p:nvPr>
        </p:nvSpPr>
        <p:spPr>
          <a:xfrm>
            <a:off x="6087600" y="3705863"/>
            <a:ext cx="2336400" cy="5727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1800"/>
              <a:buNone/>
              <a:defRPr sz="1400">
                <a:solidFill>
                  <a:schemeClr val="dk1"/>
                </a:solidFill>
              </a:defRPr>
            </a:lvl1pPr>
            <a:lvl2pPr>
              <a:lnSpc>
                <a:spcPct val="100000"/>
              </a:lnSpc>
              <a:spcBef>
                <a:spcPts val="0"/>
              </a:spcBef>
              <a:spcAft>
                <a:spcPts val="0"/>
              </a:spcAft>
              <a:buSzPts val="1400"/>
              <a:buNone/>
              <a:defRPr/>
            </a:lvl2pPr>
            <a:lvl3pPr>
              <a:lnSpc>
                <a:spcPct val="100000"/>
              </a:lnSpc>
              <a:spcBef>
                <a:spcPts val="0"/>
              </a:spcBef>
              <a:spcAft>
                <a:spcPts val="0"/>
              </a:spcAft>
              <a:buSzPts val="1400"/>
              <a:buNone/>
              <a:defRPr/>
            </a:lvl3pPr>
            <a:lvl4pPr>
              <a:lnSpc>
                <a:spcPct val="100000"/>
              </a:lnSpc>
              <a:spcBef>
                <a:spcPts val="0"/>
              </a:spcBef>
              <a:spcAft>
                <a:spcPts val="0"/>
              </a:spcAft>
              <a:buSzPts val="1400"/>
              <a:buNone/>
              <a:defRPr/>
            </a:lvl4pPr>
            <a:lvl5pPr>
              <a:lnSpc>
                <a:spcPct val="100000"/>
              </a:lnSpc>
              <a:spcBef>
                <a:spcPts val="0"/>
              </a:spcBef>
              <a:spcAft>
                <a:spcPts val="0"/>
              </a:spcAft>
              <a:buSzPts val="1400"/>
              <a:buNone/>
              <a:defRPr/>
            </a:lvl5pPr>
            <a:lvl6pPr>
              <a:lnSpc>
                <a:spcPct val="100000"/>
              </a:lnSpc>
              <a:spcBef>
                <a:spcPts val="0"/>
              </a:spcBef>
              <a:spcAft>
                <a:spcPts val="0"/>
              </a:spcAft>
              <a:buSzPts val="1400"/>
              <a:buNone/>
              <a:defRPr/>
            </a:lvl6pPr>
            <a:lvl7pPr>
              <a:lnSpc>
                <a:spcPct val="100000"/>
              </a:lnSpc>
              <a:spcBef>
                <a:spcPts val="0"/>
              </a:spcBef>
              <a:spcAft>
                <a:spcPts val="0"/>
              </a:spcAft>
              <a:buSzPts val="1400"/>
              <a:buNone/>
              <a:defRPr/>
            </a:lvl7pPr>
            <a:lvl8pPr>
              <a:lnSpc>
                <a:spcPct val="100000"/>
              </a:lnSpc>
              <a:spcBef>
                <a:spcPts val="0"/>
              </a:spcBef>
              <a:spcAft>
                <a:spcPts val="0"/>
              </a:spcAft>
              <a:buSzPts val="1400"/>
              <a:buNone/>
              <a:defRPr/>
            </a:lvl8pPr>
            <a:lvl9pPr>
              <a:lnSpc>
                <a:spcPct val="100000"/>
              </a:lnSpc>
              <a:spcBef>
                <a:spcPts val="0"/>
              </a:spcBef>
              <a:spcAft>
                <a:spcPts val="0"/>
              </a:spcAft>
              <a:buSzPts val="1400"/>
              <a:buNone/>
              <a:defRPr/>
            </a:lvl9pPr>
          </a:lstStyle>
          <a:p>
            <a:endParaRPr/>
          </a:p>
        </p:txBody>
      </p:sp>
      <p:sp>
        <p:nvSpPr>
          <p:cNvPr id="108" name="Google Shape;108;p14">
            <a:extLst>
              <a:ext uri="{FF2B5EF4-FFF2-40B4-BE49-F238E27FC236}">
                <a16:creationId xmlns:a16="http://schemas.microsoft.com/office/drawing/2014/main" id="{D51DDA5A-E911-4675-BC32-AF8125772C7D}"/>
              </a:ext>
            </a:extLst>
          </p:cNvPr>
          <p:cNvSpPr>
            <a:spLocks noGrp="1"/>
          </p:cNvSpPr>
          <p:nvPr>
            <p:ph type="title" idx="21"/>
          </p:nvPr>
        </p:nvSpPr>
        <p:spPr>
          <a:xfrm>
            <a:off x="2332400" y="445025"/>
            <a:ext cx="4479300" cy="572700"/>
          </a:xfrm>
          <a:prstGeom prst="rect">
            <a:avLst/>
          </a:prstGeom>
        </p:spPr>
        <p:txBody>
          <a:bodyPr spcFirstLastPara="1" wrap="square" lIns="91425" tIns="91425" rIns="91425" bIns="91425" anchor="t">
            <a:noAutofit/>
          </a:bodyPr>
          <a:lstStyle>
            <a:lvl1pPr algn="ctr">
              <a:spcBef>
                <a:spcPts val="0"/>
              </a:spcBef>
              <a:spcAft>
                <a:spcPts val="0"/>
              </a:spcAft>
              <a:buSzPts val="3000"/>
              <a:buNone/>
              <a:defRPr/>
            </a:lvl1pPr>
            <a:lvl2pPr>
              <a:spcBef>
                <a:spcPts val="0"/>
              </a:spcBef>
              <a:spcAft>
                <a:spcPts val="0"/>
              </a:spcAft>
              <a:buSzPts val="3000"/>
              <a:buNone/>
              <a:defRPr/>
            </a:lvl2pPr>
            <a:lvl3pPr>
              <a:spcBef>
                <a:spcPts val="0"/>
              </a:spcBef>
              <a:spcAft>
                <a:spcPts val="0"/>
              </a:spcAft>
              <a:buSzPts val="3000"/>
              <a:buNone/>
              <a:defRPr/>
            </a:lvl3pPr>
            <a:lvl4pPr>
              <a:spcBef>
                <a:spcPts val="0"/>
              </a:spcBef>
              <a:spcAft>
                <a:spcPts val="0"/>
              </a:spcAft>
              <a:buSzPts val="3000"/>
              <a:buNone/>
              <a:defRPr/>
            </a:lvl4pPr>
            <a:lvl5pPr>
              <a:spcBef>
                <a:spcPts val="0"/>
              </a:spcBef>
              <a:spcAft>
                <a:spcPts val="0"/>
              </a:spcAft>
              <a:buSzPts val="3000"/>
              <a:buNone/>
              <a:defRPr/>
            </a:lvl5pPr>
            <a:lvl6pPr>
              <a:spcBef>
                <a:spcPts val="0"/>
              </a:spcBef>
              <a:spcAft>
                <a:spcPts val="0"/>
              </a:spcAft>
              <a:buSzPts val="3000"/>
              <a:buNone/>
              <a:defRPr/>
            </a:lvl6pPr>
            <a:lvl7pPr>
              <a:spcBef>
                <a:spcPts val="0"/>
              </a:spcBef>
              <a:spcAft>
                <a:spcPts val="0"/>
              </a:spcAft>
              <a:buSzPts val="3000"/>
              <a:buNone/>
              <a:defRPr/>
            </a:lvl7pPr>
            <a:lvl8pPr>
              <a:spcBef>
                <a:spcPts val="0"/>
              </a:spcBef>
              <a:spcAft>
                <a:spcPts val="0"/>
              </a:spcAft>
              <a:buSzPts val="3000"/>
              <a:buNone/>
              <a:defRPr/>
            </a:lvl8pPr>
            <a:lvl9pPr>
              <a:spcBef>
                <a:spcPts val="0"/>
              </a:spcBef>
              <a:spcAft>
                <a:spcPts val="0"/>
              </a:spcAft>
              <a:buSzPts val="3000"/>
              <a:buNone/>
              <a:defRPr/>
            </a:lvl9pPr>
          </a:lstStyle>
          <a:p>
            <a:endParaRPr/>
          </a:p>
        </p:txBody>
      </p:sp>
      <p:cxnSp>
        <p:nvCxnSpPr>
          <p:cNvPr id="523" name="Google Shape;109;p14"/>
          <p:cNvCxnSpPr/>
          <p:nvPr/>
        </p:nvCxnSpPr>
        <p:spPr>
          <a:xfrm>
            <a:off x="-72550" y="274100"/>
            <a:ext cx="9287400" cy="0"/>
          </a:xfrm>
          <a:prstGeom prst="straightConnector1">
            <a:avLst/>
          </a:prstGeom>
          <a:ln w="28575" cap="flat">
            <a:solidFill>
              <a:schemeClr val="accent1"/>
            </a:solidFill>
            <a:prstDash val="solid"/>
            <a:round/>
            <a:headEnd type="none" w="med" len="med"/>
            <a:tailEnd type="none" w="med" len="med"/>
          </a:ln>
        </p:spPr>
      </p:cxnSp>
      <p:cxnSp>
        <p:nvCxnSpPr>
          <p:cNvPr id="524" name="Google Shape;110;p14"/>
          <p:cNvCxnSpPr/>
          <p:nvPr/>
        </p:nvCxnSpPr>
        <p:spPr>
          <a:xfrm>
            <a:off x="-72550" y="4877450"/>
            <a:ext cx="9287400" cy="0"/>
          </a:xfrm>
          <a:prstGeom prst="straightConnector1">
            <a:avLst/>
          </a:prstGeom>
          <a:ln w="28575" cap="flat">
            <a:solidFill>
              <a:schemeClr val="accent1"/>
            </a:solidFill>
            <a:prstDash val="solid"/>
            <a:round/>
            <a:headEnd type="none" w="med" len="med"/>
            <a:tailEnd type="none" w="med" len="med"/>
          </a:ln>
        </p:spPr>
      </p:cxnSp>
      <p:cxnSp>
        <p:nvCxnSpPr>
          <p:cNvPr id="525" name="Google Shape;111;p14"/>
          <p:cNvCxnSpPr/>
          <p:nvPr/>
        </p:nvCxnSpPr>
        <p:spPr>
          <a:xfrm>
            <a:off x="-250225" y="4076450"/>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cxnSp>
        <p:nvCxnSpPr>
          <p:cNvPr id="526" name="Google Shape;112;p14"/>
          <p:cNvCxnSpPr/>
          <p:nvPr/>
        </p:nvCxnSpPr>
        <p:spPr>
          <a:xfrm>
            <a:off x="7441150" y="-48375"/>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Quote">
  <p:cSld name="CUSTOM_2">
    <p:spTree>
      <p:nvGrpSpPr>
        <p:cNvPr id="1" name=""/>
        <p:cNvGrpSpPr/>
        <p:nvPr/>
      </p:nvGrpSpPr>
      <p:grpSpPr>
        <a:xfrm>
          <a:off x="0" y="0"/>
          <a:ext cx="0" cy="0"/>
          <a:chOff x="0" y="0"/>
          <a:chExt cx="0" cy="0"/>
        </a:xfrm>
      </p:grpSpPr>
      <p:sp>
        <p:nvSpPr>
          <p:cNvPr id="114" name="Google Shape;114;p15">
            <a:extLst>
              <a:ext uri="{FF2B5EF4-FFF2-40B4-BE49-F238E27FC236}">
                <a16:creationId xmlns:a16="http://schemas.microsoft.com/office/drawing/2014/main" id="{C98EFD39-52CA-4DB9-AC04-D33768344607}"/>
              </a:ext>
            </a:extLst>
          </p:cNvPr>
          <p:cNvSpPr>
            <a:spLocks noGrp="1"/>
          </p:cNvSpPr>
          <p:nvPr>
            <p:ph type="title"/>
          </p:nvPr>
        </p:nvSpPr>
        <p:spPr>
          <a:xfrm>
            <a:off x="2410500" y="2808253"/>
            <a:ext cx="4323000" cy="497700"/>
          </a:xfrm>
          <a:prstGeom prst="rect">
            <a:avLst/>
          </a:prstGeom>
        </p:spPr>
        <p:txBody>
          <a:bodyPr spcFirstLastPara="1" wrap="square" lIns="91425" tIns="91425" rIns="91425" bIns="91425" anchor="t">
            <a:noAutofit/>
          </a:bodyPr>
          <a:lstStyle>
            <a:lvl1pPr algn="ctr">
              <a:spcBef>
                <a:spcPts val="0"/>
              </a:spcBef>
              <a:spcAft>
                <a:spcPts val="0"/>
              </a:spcAft>
              <a:buSzPts val="4800"/>
              <a:buNone/>
              <a:defRPr/>
            </a:lvl1pPr>
            <a:lvl2pPr algn="ctr">
              <a:spcBef>
                <a:spcPts val="0"/>
              </a:spcBef>
              <a:spcAft>
                <a:spcPts val="0"/>
              </a:spcAft>
              <a:buSzPts val="4800"/>
              <a:buFont typeface="Crimson Text"/>
              <a:buNone/>
              <a:defRPr sz="4800">
                <a:latin typeface="Crimson Text"/>
                <a:ea typeface="Crimson Text"/>
                <a:cs typeface="Crimson Text"/>
              </a:defRPr>
            </a:lvl2pPr>
            <a:lvl3pPr algn="ctr">
              <a:spcBef>
                <a:spcPts val="0"/>
              </a:spcBef>
              <a:spcAft>
                <a:spcPts val="0"/>
              </a:spcAft>
              <a:buSzPts val="4800"/>
              <a:buFont typeface="Crimson Text"/>
              <a:buNone/>
              <a:defRPr sz="4800">
                <a:latin typeface="Crimson Text"/>
                <a:ea typeface="Crimson Text"/>
                <a:cs typeface="Crimson Text"/>
              </a:defRPr>
            </a:lvl3pPr>
            <a:lvl4pPr algn="ctr">
              <a:spcBef>
                <a:spcPts val="0"/>
              </a:spcBef>
              <a:spcAft>
                <a:spcPts val="0"/>
              </a:spcAft>
              <a:buSzPts val="4800"/>
              <a:buFont typeface="Crimson Text"/>
              <a:buNone/>
              <a:defRPr sz="4800">
                <a:latin typeface="Crimson Text"/>
                <a:ea typeface="Crimson Text"/>
                <a:cs typeface="Crimson Text"/>
              </a:defRPr>
            </a:lvl4pPr>
            <a:lvl5pPr algn="ctr">
              <a:spcBef>
                <a:spcPts val="0"/>
              </a:spcBef>
              <a:spcAft>
                <a:spcPts val="0"/>
              </a:spcAft>
              <a:buSzPts val="4800"/>
              <a:buFont typeface="Crimson Text"/>
              <a:buNone/>
              <a:defRPr sz="4800">
                <a:latin typeface="Crimson Text"/>
                <a:ea typeface="Crimson Text"/>
                <a:cs typeface="Crimson Text"/>
              </a:defRPr>
            </a:lvl5pPr>
            <a:lvl6pPr algn="ctr">
              <a:spcBef>
                <a:spcPts val="0"/>
              </a:spcBef>
              <a:spcAft>
                <a:spcPts val="0"/>
              </a:spcAft>
              <a:buSzPts val="4800"/>
              <a:buFont typeface="Crimson Text"/>
              <a:buNone/>
              <a:defRPr sz="4800">
                <a:latin typeface="Crimson Text"/>
                <a:ea typeface="Crimson Text"/>
                <a:cs typeface="Crimson Text"/>
              </a:defRPr>
            </a:lvl6pPr>
            <a:lvl7pPr algn="ctr">
              <a:spcBef>
                <a:spcPts val="0"/>
              </a:spcBef>
              <a:spcAft>
                <a:spcPts val="0"/>
              </a:spcAft>
              <a:buSzPts val="4800"/>
              <a:buFont typeface="Crimson Text"/>
              <a:buNone/>
              <a:defRPr sz="4800">
                <a:latin typeface="Crimson Text"/>
                <a:ea typeface="Crimson Text"/>
                <a:cs typeface="Crimson Text"/>
              </a:defRPr>
            </a:lvl7pPr>
            <a:lvl8pPr algn="ctr">
              <a:spcBef>
                <a:spcPts val="0"/>
              </a:spcBef>
              <a:spcAft>
                <a:spcPts val="0"/>
              </a:spcAft>
              <a:buSzPts val="4800"/>
              <a:buFont typeface="Crimson Text"/>
              <a:buNone/>
              <a:defRPr sz="4800">
                <a:latin typeface="Crimson Text"/>
                <a:ea typeface="Crimson Text"/>
                <a:cs typeface="Crimson Text"/>
              </a:defRPr>
            </a:lvl8pPr>
            <a:lvl9pPr algn="ctr">
              <a:spcBef>
                <a:spcPts val="0"/>
              </a:spcBef>
              <a:spcAft>
                <a:spcPts val="0"/>
              </a:spcAft>
              <a:buSzPts val="4800"/>
              <a:buFont typeface="Crimson Text"/>
              <a:buNone/>
              <a:defRPr sz="4800">
                <a:latin typeface="Crimson Text"/>
                <a:ea typeface="Crimson Text"/>
                <a:cs typeface="Crimson Text"/>
              </a:defRPr>
            </a:lvl9pPr>
          </a:lstStyle>
          <a:p>
            <a:endParaRPr/>
          </a:p>
        </p:txBody>
      </p:sp>
      <p:sp>
        <p:nvSpPr>
          <p:cNvPr id="115" name="Google Shape;115;p15">
            <a:extLst>
              <a:ext uri="{FF2B5EF4-FFF2-40B4-BE49-F238E27FC236}">
                <a16:creationId xmlns:a16="http://schemas.microsoft.com/office/drawing/2014/main" id="{ED58371B-8FDB-4EB9-9071-DA96BD01A616}"/>
              </a:ext>
            </a:extLst>
          </p:cNvPr>
          <p:cNvSpPr>
            <a:spLocks noGrp="1"/>
          </p:cNvSpPr>
          <p:nvPr>
            <p:ph type="subTitle" idx="1"/>
          </p:nvPr>
        </p:nvSpPr>
        <p:spPr>
          <a:xfrm>
            <a:off x="1842900" y="1661963"/>
            <a:ext cx="5458200" cy="9972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1800"/>
              <a:buNone/>
              <a:defRPr sz="2000"/>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cxnSp>
        <p:nvCxnSpPr>
          <p:cNvPr id="188" name="Google Shape;116;p15"/>
          <p:cNvCxnSpPr/>
          <p:nvPr/>
        </p:nvCxnSpPr>
        <p:spPr>
          <a:xfrm>
            <a:off x="-72550" y="274100"/>
            <a:ext cx="9287400" cy="0"/>
          </a:xfrm>
          <a:prstGeom prst="straightConnector1">
            <a:avLst/>
          </a:prstGeom>
          <a:ln w="28575" cap="flat">
            <a:solidFill>
              <a:schemeClr val="accent1"/>
            </a:solidFill>
            <a:prstDash val="solid"/>
            <a:round/>
            <a:headEnd type="none" w="med" len="med"/>
            <a:tailEnd type="none" w="med" len="med"/>
          </a:ln>
        </p:spPr>
      </p:cxnSp>
      <p:cxnSp>
        <p:nvCxnSpPr>
          <p:cNvPr id="189" name="Google Shape;117;p15"/>
          <p:cNvCxnSpPr/>
          <p:nvPr/>
        </p:nvCxnSpPr>
        <p:spPr>
          <a:xfrm>
            <a:off x="-72550" y="4877450"/>
            <a:ext cx="9287400" cy="0"/>
          </a:xfrm>
          <a:prstGeom prst="straightConnector1">
            <a:avLst/>
          </a:prstGeom>
          <a:ln w="28575" cap="flat">
            <a:solidFill>
              <a:schemeClr val="accent1"/>
            </a:solidFill>
            <a:prstDash val="solid"/>
            <a:round/>
            <a:headEnd type="none" w="med" len="med"/>
            <a:tailEnd type="none" w="med" len="med"/>
          </a:ln>
        </p:spPr>
      </p:cxn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Quote 1">
  <p:cSld name="CUSTOM_12">
    <p:spTree>
      <p:nvGrpSpPr>
        <p:cNvPr id="1" name=""/>
        <p:cNvGrpSpPr/>
        <p:nvPr/>
      </p:nvGrpSpPr>
      <p:grpSpPr>
        <a:xfrm>
          <a:off x="0" y="0"/>
          <a:ext cx="0" cy="0"/>
          <a:chOff x="0" y="0"/>
          <a:chExt cx="0" cy="0"/>
        </a:xfrm>
      </p:grpSpPr>
      <p:sp>
        <p:nvSpPr>
          <p:cNvPr id="119" name="Google Shape;119;p16">
            <a:extLst>
              <a:ext uri="{FF2B5EF4-FFF2-40B4-BE49-F238E27FC236}">
                <a16:creationId xmlns:a16="http://schemas.microsoft.com/office/drawing/2014/main" id="{1FED7D40-A8C7-45CE-B64C-1D64CEFB28C0}"/>
              </a:ext>
            </a:extLst>
          </p:cNvPr>
          <p:cNvSpPr>
            <a:spLocks noGrp="1"/>
          </p:cNvSpPr>
          <p:nvPr>
            <p:ph type="title"/>
          </p:nvPr>
        </p:nvSpPr>
        <p:spPr>
          <a:xfrm>
            <a:off x="699900" y="2821263"/>
            <a:ext cx="4323000" cy="497700"/>
          </a:xfrm>
          <a:prstGeom prst="rect">
            <a:avLst/>
          </a:prstGeom>
        </p:spPr>
        <p:txBody>
          <a:bodyPr spcFirstLastPara="1" wrap="square" lIns="91425" tIns="91425" rIns="91425" bIns="91425" anchor="t">
            <a:noAutofit/>
          </a:bodyPr>
          <a:lstStyle>
            <a:lvl1pPr>
              <a:spcBef>
                <a:spcPts val="0"/>
              </a:spcBef>
              <a:spcAft>
                <a:spcPts val="0"/>
              </a:spcAft>
              <a:buSzPts val="4800"/>
              <a:buNone/>
              <a:defRPr/>
            </a:lvl1pPr>
            <a:lvl2pPr algn="ctr">
              <a:spcBef>
                <a:spcPts val="0"/>
              </a:spcBef>
              <a:spcAft>
                <a:spcPts val="0"/>
              </a:spcAft>
              <a:buSzPts val="4800"/>
              <a:buFont typeface="Crimson Text"/>
              <a:buNone/>
              <a:defRPr sz="4800">
                <a:latin typeface="Crimson Text"/>
                <a:ea typeface="Crimson Text"/>
                <a:cs typeface="Crimson Text"/>
              </a:defRPr>
            </a:lvl2pPr>
            <a:lvl3pPr algn="ctr">
              <a:spcBef>
                <a:spcPts val="0"/>
              </a:spcBef>
              <a:spcAft>
                <a:spcPts val="0"/>
              </a:spcAft>
              <a:buSzPts val="4800"/>
              <a:buFont typeface="Crimson Text"/>
              <a:buNone/>
              <a:defRPr sz="4800">
                <a:latin typeface="Crimson Text"/>
                <a:ea typeface="Crimson Text"/>
                <a:cs typeface="Crimson Text"/>
              </a:defRPr>
            </a:lvl3pPr>
            <a:lvl4pPr algn="ctr">
              <a:spcBef>
                <a:spcPts val="0"/>
              </a:spcBef>
              <a:spcAft>
                <a:spcPts val="0"/>
              </a:spcAft>
              <a:buSzPts val="4800"/>
              <a:buFont typeface="Crimson Text"/>
              <a:buNone/>
              <a:defRPr sz="4800">
                <a:latin typeface="Crimson Text"/>
                <a:ea typeface="Crimson Text"/>
                <a:cs typeface="Crimson Text"/>
              </a:defRPr>
            </a:lvl4pPr>
            <a:lvl5pPr algn="ctr">
              <a:spcBef>
                <a:spcPts val="0"/>
              </a:spcBef>
              <a:spcAft>
                <a:spcPts val="0"/>
              </a:spcAft>
              <a:buSzPts val="4800"/>
              <a:buFont typeface="Crimson Text"/>
              <a:buNone/>
              <a:defRPr sz="4800">
                <a:latin typeface="Crimson Text"/>
                <a:ea typeface="Crimson Text"/>
                <a:cs typeface="Crimson Text"/>
              </a:defRPr>
            </a:lvl5pPr>
            <a:lvl6pPr algn="ctr">
              <a:spcBef>
                <a:spcPts val="0"/>
              </a:spcBef>
              <a:spcAft>
                <a:spcPts val="0"/>
              </a:spcAft>
              <a:buSzPts val="4800"/>
              <a:buFont typeface="Crimson Text"/>
              <a:buNone/>
              <a:defRPr sz="4800">
                <a:latin typeface="Crimson Text"/>
                <a:ea typeface="Crimson Text"/>
                <a:cs typeface="Crimson Text"/>
              </a:defRPr>
            </a:lvl6pPr>
            <a:lvl7pPr algn="ctr">
              <a:spcBef>
                <a:spcPts val="0"/>
              </a:spcBef>
              <a:spcAft>
                <a:spcPts val="0"/>
              </a:spcAft>
              <a:buSzPts val="4800"/>
              <a:buFont typeface="Crimson Text"/>
              <a:buNone/>
              <a:defRPr sz="4800">
                <a:latin typeface="Crimson Text"/>
                <a:ea typeface="Crimson Text"/>
                <a:cs typeface="Crimson Text"/>
              </a:defRPr>
            </a:lvl7pPr>
            <a:lvl8pPr algn="ctr">
              <a:spcBef>
                <a:spcPts val="0"/>
              </a:spcBef>
              <a:spcAft>
                <a:spcPts val="0"/>
              </a:spcAft>
              <a:buSzPts val="4800"/>
              <a:buFont typeface="Crimson Text"/>
              <a:buNone/>
              <a:defRPr sz="4800">
                <a:latin typeface="Crimson Text"/>
                <a:ea typeface="Crimson Text"/>
                <a:cs typeface="Crimson Text"/>
              </a:defRPr>
            </a:lvl8pPr>
            <a:lvl9pPr algn="ctr">
              <a:spcBef>
                <a:spcPts val="0"/>
              </a:spcBef>
              <a:spcAft>
                <a:spcPts val="0"/>
              </a:spcAft>
              <a:buSzPts val="4800"/>
              <a:buFont typeface="Crimson Text"/>
              <a:buNone/>
              <a:defRPr sz="4800">
                <a:latin typeface="Crimson Text"/>
                <a:ea typeface="Crimson Text"/>
                <a:cs typeface="Crimson Text"/>
              </a:defRPr>
            </a:lvl9pPr>
          </a:lstStyle>
          <a:p>
            <a:endParaRPr/>
          </a:p>
        </p:txBody>
      </p:sp>
      <p:sp>
        <p:nvSpPr>
          <p:cNvPr id="120" name="Google Shape;120;p16">
            <a:extLst>
              <a:ext uri="{FF2B5EF4-FFF2-40B4-BE49-F238E27FC236}">
                <a16:creationId xmlns:a16="http://schemas.microsoft.com/office/drawing/2014/main" id="{26359747-3C58-4A07-B5A9-2A51642FF9FC}"/>
              </a:ext>
            </a:extLst>
          </p:cNvPr>
          <p:cNvSpPr>
            <a:spLocks noGrp="1"/>
          </p:cNvSpPr>
          <p:nvPr>
            <p:ph type="subTitle" idx="1"/>
          </p:nvPr>
        </p:nvSpPr>
        <p:spPr>
          <a:xfrm>
            <a:off x="699900" y="1675902"/>
            <a:ext cx="5458200" cy="997200"/>
          </a:xfrm>
          <a:prstGeom prst="rect">
            <a:avLst/>
          </a:prstGeom>
        </p:spPr>
        <p:txBody>
          <a:bodyPr spcFirstLastPara="1" wrap="square" lIns="91425" tIns="91425" rIns="91425" bIns="91425" anchor="t">
            <a:noAutofit/>
          </a:bodyPr>
          <a:lstStyle>
            <a:lvl1pPr>
              <a:lnSpc>
                <a:spcPct val="100000"/>
              </a:lnSpc>
              <a:spcBef>
                <a:spcPts val="0"/>
              </a:spcBef>
              <a:spcAft>
                <a:spcPts val="0"/>
              </a:spcAft>
              <a:buSzPts val="1800"/>
              <a:buNone/>
              <a:defRPr sz="2000"/>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cxnSp>
        <p:nvCxnSpPr>
          <p:cNvPr id="229" name="Google Shape;121;p16"/>
          <p:cNvCxnSpPr/>
          <p:nvPr/>
        </p:nvCxnSpPr>
        <p:spPr>
          <a:xfrm>
            <a:off x="-72550" y="274100"/>
            <a:ext cx="9287400" cy="0"/>
          </a:xfrm>
          <a:prstGeom prst="straightConnector1">
            <a:avLst/>
          </a:prstGeom>
          <a:ln w="28575" cap="flat">
            <a:solidFill>
              <a:schemeClr val="accent1"/>
            </a:solidFill>
            <a:prstDash val="solid"/>
            <a:round/>
            <a:headEnd type="none" w="med" len="med"/>
            <a:tailEnd type="none" w="med" len="med"/>
          </a:ln>
        </p:spPr>
      </p:cxnSp>
      <p:cxnSp>
        <p:nvCxnSpPr>
          <p:cNvPr id="230" name="Google Shape;122;p16"/>
          <p:cNvCxnSpPr/>
          <p:nvPr/>
        </p:nvCxnSpPr>
        <p:spPr>
          <a:xfrm>
            <a:off x="-72550" y="4877450"/>
            <a:ext cx="9287400" cy="0"/>
          </a:xfrm>
          <a:prstGeom prst="straightConnector1">
            <a:avLst/>
          </a:prstGeom>
          <a:ln w="28575" cap="flat">
            <a:solidFill>
              <a:schemeClr val="accent1"/>
            </a:solidFill>
            <a:prstDash val="solid"/>
            <a:round/>
            <a:headEnd type="none" w="med" len="med"/>
            <a:tailEnd type="none" w="med" len="med"/>
          </a:ln>
        </p:spPr>
      </p:cxnSp>
      <p:cxnSp>
        <p:nvCxnSpPr>
          <p:cNvPr id="231" name="Google Shape;123;p16"/>
          <p:cNvCxnSpPr/>
          <p:nvPr/>
        </p:nvCxnSpPr>
        <p:spPr>
          <a:xfrm flipH="1">
            <a:off x="7454238" y="4053663"/>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cxnSp>
        <p:nvCxnSpPr>
          <p:cNvPr id="232" name="Google Shape;124;p16"/>
          <p:cNvCxnSpPr/>
          <p:nvPr/>
        </p:nvCxnSpPr>
        <p:spPr>
          <a:xfrm flipH="1">
            <a:off x="-237137" y="-71162"/>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and text">
  <p:cSld name="CUSTOM_13">
    <p:spTree>
      <p:nvGrpSpPr>
        <p:cNvPr id="1" name=""/>
        <p:cNvGrpSpPr/>
        <p:nvPr/>
      </p:nvGrpSpPr>
      <p:grpSpPr>
        <a:xfrm>
          <a:off x="0" y="0"/>
          <a:ext cx="0" cy="0"/>
          <a:chOff x="0" y="0"/>
          <a:chExt cx="0" cy="0"/>
        </a:xfrm>
      </p:grpSpPr>
      <p:sp>
        <p:nvSpPr>
          <p:cNvPr id="126" name="Google Shape;126;p17">
            <a:extLst>
              <a:ext uri="{FF2B5EF4-FFF2-40B4-BE49-F238E27FC236}">
                <a16:creationId xmlns:a16="http://schemas.microsoft.com/office/drawing/2014/main" id="{82D83335-2330-48D2-A973-D16C8AEC01A9}"/>
              </a:ext>
            </a:extLst>
          </p:cNvPr>
          <p:cNvSpPr>
            <a:spLocks noGrp="1"/>
          </p:cNvSpPr>
          <p:nvPr>
            <p:ph type="subTitle" idx="1"/>
          </p:nvPr>
        </p:nvSpPr>
        <p:spPr>
          <a:xfrm>
            <a:off x="2648400" y="1682000"/>
            <a:ext cx="3847200" cy="2379900"/>
          </a:xfrm>
          <a:prstGeom prst="rect">
            <a:avLst/>
          </a:prstGeom>
        </p:spPr>
        <p:txBody>
          <a:bodyPr spcFirstLastPara="1" wrap="square" lIns="91425" tIns="91425" rIns="91425" bIns="91425" anchor="t">
            <a:noAutofit/>
          </a:bodyPr>
          <a:lstStyle>
            <a:lvl1pPr>
              <a:lnSpc>
                <a:spcPct val="100000"/>
              </a:lnSpc>
              <a:spcBef>
                <a:spcPts val="0"/>
              </a:spcBef>
              <a:spcAft>
                <a:spcPts val="0"/>
              </a:spcAft>
              <a:buClr>
                <a:schemeClr val="accent1"/>
              </a:buClr>
              <a:buSzPts val="1400"/>
              <a:buChar char="●"/>
              <a:defRPr sz="1400"/>
            </a:lvl1pPr>
            <a:lvl2pPr algn="ctr">
              <a:spcBef>
                <a:spcPts val="0"/>
              </a:spcBef>
              <a:spcAft>
                <a:spcPts val="0"/>
              </a:spcAft>
              <a:buClr>
                <a:schemeClr val="dk1"/>
              </a:buClr>
              <a:buSzPts val="1400"/>
              <a:buChar char="○"/>
              <a:defRPr/>
            </a:lvl2pPr>
            <a:lvl3pPr algn="ctr">
              <a:spcBef>
                <a:spcPts val="0"/>
              </a:spcBef>
              <a:spcAft>
                <a:spcPts val="0"/>
              </a:spcAft>
              <a:buClr>
                <a:schemeClr val="dk1"/>
              </a:buClr>
              <a:buSzPts val="1400"/>
              <a:buChar char="■"/>
              <a:defRPr/>
            </a:lvl3pPr>
            <a:lvl4pPr algn="ctr">
              <a:spcBef>
                <a:spcPts val="0"/>
              </a:spcBef>
              <a:spcAft>
                <a:spcPts val="0"/>
              </a:spcAft>
              <a:buClr>
                <a:schemeClr val="dk1"/>
              </a:buClr>
              <a:buSzPts val="1400"/>
              <a:buChar char="●"/>
              <a:defRPr/>
            </a:lvl4pPr>
            <a:lvl5pPr algn="ctr">
              <a:spcBef>
                <a:spcPts val="0"/>
              </a:spcBef>
              <a:spcAft>
                <a:spcPts val="0"/>
              </a:spcAft>
              <a:buClr>
                <a:schemeClr val="dk1"/>
              </a:buClr>
              <a:buSzPts val="1400"/>
              <a:buChar char="○"/>
              <a:defRPr/>
            </a:lvl5pPr>
            <a:lvl6pPr algn="ctr">
              <a:spcBef>
                <a:spcPts val="0"/>
              </a:spcBef>
              <a:spcAft>
                <a:spcPts val="0"/>
              </a:spcAft>
              <a:buClr>
                <a:schemeClr val="dk1"/>
              </a:buClr>
              <a:buSzPts val="1400"/>
              <a:buChar char="■"/>
              <a:defRPr/>
            </a:lvl6pPr>
            <a:lvl7pPr algn="ctr">
              <a:spcBef>
                <a:spcPts val="0"/>
              </a:spcBef>
              <a:spcAft>
                <a:spcPts val="0"/>
              </a:spcAft>
              <a:buClr>
                <a:schemeClr val="dk1"/>
              </a:buClr>
              <a:buSzPts val="1400"/>
              <a:buChar char="●"/>
              <a:defRPr/>
            </a:lvl7pPr>
            <a:lvl8pPr algn="ctr">
              <a:spcBef>
                <a:spcPts val="0"/>
              </a:spcBef>
              <a:spcAft>
                <a:spcPts val="0"/>
              </a:spcAft>
              <a:buClr>
                <a:schemeClr val="dk1"/>
              </a:buClr>
              <a:buSzPts val="1400"/>
              <a:buChar char="○"/>
              <a:defRPr/>
            </a:lvl8pPr>
            <a:lvl9pPr algn="ctr">
              <a:spcBef>
                <a:spcPts val="0"/>
              </a:spcBef>
              <a:spcAft>
                <a:spcPts val="0"/>
              </a:spcAft>
              <a:buClr>
                <a:schemeClr val="dk1"/>
              </a:buClr>
              <a:buSzPts val="1400"/>
              <a:buChar char="■"/>
              <a:defRPr/>
            </a:lvl9pPr>
          </a:lstStyle>
          <a:p>
            <a:endParaRPr/>
          </a:p>
        </p:txBody>
      </p:sp>
      <p:sp>
        <p:nvSpPr>
          <p:cNvPr id="127" name="Google Shape;127;p17">
            <a:extLst>
              <a:ext uri="{FF2B5EF4-FFF2-40B4-BE49-F238E27FC236}">
                <a16:creationId xmlns:a16="http://schemas.microsoft.com/office/drawing/2014/main" id="{148247A5-589F-40F0-9858-0B1CE31326B5}"/>
              </a:ext>
            </a:extLst>
          </p:cNvPr>
          <p:cNvSpPr>
            <a:spLocks noGrp="1"/>
          </p:cNvSpPr>
          <p:nvPr>
            <p:ph type="title"/>
          </p:nvPr>
        </p:nvSpPr>
        <p:spPr>
          <a:xfrm>
            <a:off x="1732050" y="445025"/>
            <a:ext cx="5679900" cy="572700"/>
          </a:xfrm>
          <a:prstGeom prst="rect">
            <a:avLst/>
          </a:prstGeom>
        </p:spPr>
        <p:txBody>
          <a:bodyPr spcFirstLastPara="1" wrap="square" lIns="91425" tIns="91425" rIns="91425" bIns="91425" anchor="t">
            <a:noAutofit/>
          </a:bodyPr>
          <a:lstStyle>
            <a:lvl1pPr algn="ctr">
              <a:spcBef>
                <a:spcPts val="0"/>
              </a:spcBef>
              <a:spcAft>
                <a:spcPts val="0"/>
              </a:spcAft>
              <a:buSzPts val="3000"/>
              <a:buNone/>
              <a:defRPr/>
            </a:lvl1pPr>
            <a:lvl2pPr algn="ctr">
              <a:spcBef>
                <a:spcPts val="0"/>
              </a:spcBef>
              <a:spcAft>
                <a:spcPts val="0"/>
              </a:spcAft>
              <a:buSzPts val="3000"/>
              <a:buNone/>
              <a:defRPr/>
            </a:lvl2pPr>
            <a:lvl3pPr algn="ctr">
              <a:spcBef>
                <a:spcPts val="0"/>
              </a:spcBef>
              <a:spcAft>
                <a:spcPts val="0"/>
              </a:spcAft>
              <a:buSzPts val="3000"/>
              <a:buNone/>
              <a:defRPr/>
            </a:lvl3pPr>
            <a:lvl4pPr algn="ctr">
              <a:spcBef>
                <a:spcPts val="0"/>
              </a:spcBef>
              <a:spcAft>
                <a:spcPts val="0"/>
              </a:spcAft>
              <a:buSzPts val="3000"/>
              <a:buNone/>
              <a:defRPr/>
            </a:lvl4pPr>
            <a:lvl5pPr algn="ctr">
              <a:spcBef>
                <a:spcPts val="0"/>
              </a:spcBef>
              <a:spcAft>
                <a:spcPts val="0"/>
              </a:spcAft>
              <a:buSzPts val="3000"/>
              <a:buNone/>
              <a:defRPr/>
            </a:lvl5pPr>
            <a:lvl6pPr algn="ctr">
              <a:spcBef>
                <a:spcPts val="0"/>
              </a:spcBef>
              <a:spcAft>
                <a:spcPts val="0"/>
              </a:spcAft>
              <a:buSzPts val="3000"/>
              <a:buNone/>
              <a:defRPr/>
            </a:lvl6pPr>
            <a:lvl7pPr algn="ctr">
              <a:spcBef>
                <a:spcPts val="0"/>
              </a:spcBef>
              <a:spcAft>
                <a:spcPts val="0"/>
              </a:spcAft>
              <a:buSzPts val="3000"/>
              <a:buNone/>
              <a:defRPr/>
            </a:lvl7pPr>
            <a:lvl8pPr algn="ctr">
              <a:spcBef>
                <a:spcPts val="0"/>
              </a:spcBef>
              <a:spcAft>
                <a:spcPts val="0"/>
              </a:spcAft>
              <a:buSzPts val="3000"/>
              <a:buNone/>
              <a:defRPr/>
            </a:lvl8pPr>
            <a:lvl9pPr algn="ctr">
              <a:spcBef>
                <a:spcPts val="0"/>
              </a:spcBef>
              <a:spcAft>
                <a:spcPts val="0"/>
              </a:spcAft>
              <a:buSzPts val="3000"/>
              <a:buNone/>
              <a:defRPr/>
            </a:lvl9pPr>
          </a:lstStyle>
          <a:p>
            <a:endParaRPr/>
          </a:p>
        </p:txBody>
      </p:sp>
      <p:cxnSp>
        <p:nvCxnSpPr>
          <p:cNvPr id="236" name="Google Shape;128;p17"/>
          <p:cNvCxnSpPr/>
          <p:nvPr/>
        </p:nvCxnSpPr>
        <p:spPr>
          <a:xfrm>
            <a:off x="-72550" y="274100"/>
            <a:ext cx="9287400" cy="0"/>
          </a:xfrm>
          <a:prstGeom prst="straightConnector1">
            <a:avLst/>
          </a:prstGeom>
          <a:ln w="28575" cap="flat">
            <a:solidFill>
              <a:schemeClr val="accent1"/>
            </a:solidFill>
            <a:prstDash val="solid"/>
            <a:round/>
            <a:headEnd type="none" w="med" len="med"/>
            <a:tailEnd type="none" w="med" len="med"/>
          </a:ln>
        </p:spPr>
      </p:cxnSp>
      <p:cxnSp>
        <p:nvCxnSpPr>
          <p:cNvPr id="237" name="Google Shape;129;p17"/>
          <p:cNvCxnSpPr/>
          <p:nvPr/>
        </p:nvCxnSpPr>
        <p:spPr>
          <a:xfrm>
            <a:off x="-72550" y="4877450"/>
            <a:ext cx="9287400" cy="0"/>
          </a:xfrm>
          <a:prstGeom prst="straightConnector1">
            <a:avLst/>
          </a:prstGeom>
          <a:ln w="28575" cap="flat">
            <a:solidFill>
              <a:schemeClr val="accent1"/>
            </a:solidFill>
            <a:prstDash val="solid"/>
            <a:round/>
            <a:headEnd type="none" w="med" len="med"/>
            <a:tailEnd type="none" w="med" len="med"/>
          </a:ln>
        </p:spPr>
      </p:cxnSp>
      <p:cxnSp>
        <p:nvCxnSpPr>
          <p:cNvPr id="238" name="Google Shape;130;p17"/>
          <p:cNvCxnSpPr/>
          <p:nvPr/>
        </p:nvCxnSpPr>
        <p:spPr>
          <a:xfrm>
            <a:off x="-250225" y="4076450"/>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cxnSp>
        <p:nvCxnSpPr>
          <p:cNvPr id="239" name="Google Shape;131;p17"/>
          <p:cNvCxnSpPr/>
          <p:nvPr/>
        </p:nvCxnSpPr>
        <p:spPr>
          <a:xfrm>
            <a:off x="7441150" y="-48375"/>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and text 1">
  <p:cSld name="CUSTOM_3">
    <p:spTree>
      <p:nvGrpSpPr>
        <p:cNvPr id="1" name=""/>
        <p:cNvGrpSpPr/>
        <p:nvPr/>
      </p:nvGrpSpPr>
      <p:grpSpPr>
        <a:xfrm>
          <a:off x="0" y="0"/>
          <a:ext cx="0" cy="0"/>
          <a:chOff x="0" y="0"/>
          <a:chExt cx="0" cy="0"/>
        </a:xfrm>
      </p:grpSpPr>
      <p:sp>
        <p:nvSpPr>
          <p:cNvPr id="133" name="Google Shape;133;p18">
            <a:extLst>
              <a:ext uri="{FF2B5EF4-FFF2-40B4-BE49-F238E27FC236}">
                <a16:creationId xmlns:a16="http://schemas.microsoft.com/office/drawing/2014/main" id="{132219A1-C762-4DB9-861B-1F00609E62C4}"/>
              </a:ext>
            </a:extLst>
          </p:cNvPr>
          <p:cNvSpPr>
            <a:spLocks noGrp="1"/>
          </p:cNvSpPr>
          <p:nvPr>
            <p:ph type="title"/>
          </p:nvPr>
        </p:nvSpPr>
        <p:spPr>
          <a:xfrm>
            <a:off x="1994850" y="1482825"/>
            <a:ext cx="5154300" cy="1291200"/>
          </a:xfrm>
          <a:prstGeom prst="rect">
            <a:avLst/>
          </a:prstGeom>
        </p:spPr>
        <p:txBody>
          <a:bodyPr spcFirstLastPara="1" wrap="square" lIns="91425" tIns="91425" rIns="91425" bIns="91425" anchor="t">
            <a:noAutofit/>
          </a:bodyPr>
          <a:lstStyle>
            <a:lvl1pPr algn="ctr">
              <a:spcBef>
                <a:spcPts val="0"/>
              </a:spcBef>
              <a:spcAft>
                <a:spcPts val="0"/>
              </a:spcAft>
              <a:buSzPts val="9000"/>
              <a:buNone/>
              <a:defRPr sz="9000"/>
            </a:lvl1pPr>
            <a:lvl2pPr algn="ctr">
              <a:spcBef>
                <a:spcPts val="0"/>
              </a:spcBef>
              <a:spcAft>
                <a:spcPts val="0"/>
              </a:spcAft>
              <a:buSzPts val="9000"/>
              <a:buNone/>
              <a:defRPr sz="9000"/>
            </a:lvl2pPr>
            <a:lvl3pPr algn="ctr">
              <a:spcBef>
                <a:spcPts val="0"/>
              </a:spcBef>
              <a:spcAft>
                <a:spcPts val="0"/>
              </a:spcAft>
              <a:buSzPts val="9000"/>
              <a:buNone/>
              <a:defRPr sz="9000"/>
            </a:lvl3pPr>
            <a:lvl4pPr algn="ctr">
              <a:spcBef>
                <a:spcPts val="0"/>
              </a:spcBef>
              <a:spcAft>
                <a:spcPts val="0"/>
              </a:spcAft>
              <a:buSzPts val="9000"/>
              <a:buNone/>
              <a:defRPr sz="9000"/>
            </a:lvl4pPr>
            <a:lvl5pPr algn="ctr">
              <a:spcBef>
                <a:spcPts val="0"/>
              </a:spcBef>
              <a:spcAft>
                <a:spcPts val="0"/>
              </a:spcAft>
              <a:buSzPts val="9000"/>
              <a:buNone/>
              <a:defRPr sz="9000"/>
            </a:lvl5pPr>
            <a:lvl6pPr algn="ctr">
              <a:spcBef>
                <a:spcPts val="0"/>
              </a:spcBef>
              <a:spcAft>
                <a:spcPts val="0"/>
              </a:spcAft>
              <a:buSzPts val="9000"/>
              <a:buNone/>
              <a:defRPr sz="9000"/>
            </a:lvl6pPr>
            <a:lvl7pPr algn="ctr">
              <a:spcBef>
                <a:spcPts val="0"/>
              </a:spcBef>
              <a:spcAft>
                <a:spcPts val="0"/>
              </a:spcAft>
              <a:buSzPts val="9000"/>
              <a:buNone/>
              <a:defRPr sz="9000"/>
            </a:lvl7pPr>
            <a:lvl8pPr algn="ctr">
              <a:spcBef>
                <a:spcPts val="0"/>
              </a:spcBef>
              <a:spcAft>
                <a:spcPts val="0"/>
              </a:spcAft>
              <a:buSzPts val="9000"/>
              <a:buNone/>
              <a:defRPr sz="9000"/>
            </a:lvl8pPr>
            <a:lvl9pPr algn="ctr">
              <a:spcBef>
                <a:spcPts val="0"/>
              </a:spcBef>
              <a:spcAft>
                <a:spcPts val="0"/>
              </a:spcAft>
              <a:buSzPts val="9000"/>
              <a:buNone/>
              <a:defRPr sz="9000"/>
            </a:lvl9pPr>
          </a:lstStyle>
          <a:p>
            <a:endParaRPr/>
          </a:p>
        </p:txBody>
      </p:sp>
      <p:sp>
        <p:nvSpPr>
          <p:cNvPr id="134" name="Google Shape;134;p18">
            <a:extLst>
              <a:ext uri="{FF2B5EF4-FFF2-40B4-BE49-F238E27FC236}">
                <a16:creationId xmlns:a16="http://schemas.microsoft.com/office/drawing/2014/main" id="{D642A2C2-5622-4C51-B327-96E08E4E18AC}"/>
              </a:ext>
            </a:extLst>
          </p:cNvPr>
          <p:cNvSpPr>
            <a:spLocks noGrp="1"/>
          </p:cNvSpPr>
          <p:nvPr>
            <p:ph type="subTitle" idx="1"/>
          </p:nvPr>
        </p:nvSpPr>
        <p:spPr>
          <a:xfrm>
            <a:off x="2299500" y="2972150"/>
            <a:ext cx="4545000" cy="5544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1800"/>
              <a:buNone/>
              <a:defRPr sz="1400"/>
            </a:lvl1pPr>
            <a:lvl2pPr algn="ctr">
              <a:lnSpc>
                <a:spcPct val="100000"/>
              </a:lnSpc>
              <a:spcBef>
                <a:spcPts val="0"/>
              </a:spcBef>
              <a:spcAft>
                <a:spcPts val="0"/>
              </a:spcAft>
              <a:buSzPts val="2100"/>
              <a:buNone/>
              <a:defRPr sz="2100"/>
            </a:lvl2pPr>
            <a:lvl3pPr algn="ctr">
              <a:lnSpc>
                <a:spcPct val="100000"/>
              </a:lnSpc>
              <a:spcBef>
                <a:spcPts val="0"/>
              </a:spcBef>
              <a:spcAft>
                <a:spcPts val="0"/>
              </a:spcAft>
              <a:buSzPts val="2100"/>
              <a:buNone/>
              <a:defRPr sz="2100"/>
            </a:lvl3pPr>
            <a:lvl4pPr algn="ctr">
              <a:lnSpc>
                <a:spcPct val="100000"/>
              </a:lnSpc>
              <a:spcBef>
                <a:spcPts val="0"/>
              </a:spcBef>
              <a:spcAft>
                <a:spcPts val="0"/>
              </a:spcAft>
              <a:buSzPts val="2100"/>
              <a:buNone/>
              <a:defRPr sz="2100"/>
            </a:lvl4pPr>
            <a:lvl5pPr algn="ctr">
              <a:lnSpc>
                <a:spcPct val="100000"/>
              </a:lnSpc>
              <a:spcBef>
                <a:spcPts val="0"/>
              </a:spcBef>
              <a:spcAft>
                <a:spcPts val="0"/>
              </a:spcAft>
              <a:buSzPts val="2100"/>
              <a:buNone/>
              <a:defRPr sz="2100"/>
            </a:lvl5pPr>
            <a:lvl6pPr algn="ctr">
              <a:lnSpc>
                <a:spcPct val="100000"/>
              </a:lnSpc>
              <a:spcBef>
                <a:spcPts val="0"/>
              </a:spcBef>
              <a:spcAft>
                <a:spcPts val="0"/>
              </a:spcAft>
              <a:buSzPts val="2100"/>
              <a:buNone/>
              <a:defRPr sz="2100"/>
            </a:lvl6pPr>
            <a:lvl7pPr algn="ctr">
              <a:lnSpc>
                <a:spcPct val="100000"/>
              </a:lnSpc>
              <a:spcBef>
                <a:spcPts val="0"/>
              </a:spcBef>
              <a:spcAft>
                <a:spcPts val="0"/>
              </a:spcAft>
              <a:buSzPts val="2100"/>
              <a:buNone/>
              <a:defRPr sz="2100"/>
            </a:lvl7pPr>
            <a:lvl8pPr algn="ctr">
              <a:lnSpc>
                <a:spcPct val="100000"/>
              </a:lnSpc>
              <a:spcBef>
                <a:spcPts val="0"/>
              </a:spcBef>
              <a:spcAft>
                <a:spcPts val="0"/>
              </a:spcAft>
              <a:buSzPts val="2100"/>
              <a:buNone/>
              <a:defRPr sz="2100"/>
            </a:lvl8pPr>
            <a:lvl9pPr algn="ctr">
              <a:lnSpc>
                <a:spcPct val="100000"/>
              </a:lnSpc>
              <a:spcBef>
                <a:spcPts val="0"/>
              </a:spcBef>
              <a:spcAft>
                <a:spcPts val="0"/>
              </a:spcAft>
              <a:buSzPts val="2100"/>
              <a:buNone/>
              <a:defRPr sz="2100"/>
            </a:lvl9pPr>
          </a:lstStyle>
          <a:p>
            <a:endParaRPr/>
          </a:p>
        </p:txBody>
      </p:sp>
      <p:cxnSp>
        <p:nvCxnSpPr>
          <p:cNvPr id="207" name="Google Shape;135;p18"/>
          <p:cNvCxnSpPr/>
          <p:nvPr/>
        </p:nvCxnSpPr>
        <p:spPr>
          <a:xfrm>
            <a:off x="-72550" y="274100"/>
            <a:ext cx="9287400" cy="0"/>
          </a:xfrm>
          <a:prstGeom prst="straightConnector1">
            <a:avLst/>
          </a:prstGeom>
          <a:ln w="28575" cap="flat">
            <a:solidFill>
              <a:schemeClr val="accent1"/>
            </a:solidFill>
            <a:prstDash val="solid"/>
            <a:round/>
            <a:headEnd type="none" w="med" len="med"/>
            <a:tailEnd type="none" w="med" len="med"/>
          </a:ln>
        </p:spPr>
      </p:cxnSp>
      <p:cxnSp>
        <p:nvCxnSpPr>
          <p:cNvPr id="208" name="Google Shape;136;p18"/>
          <p:cNvCxnSpPr/>
          <p:nvPr/>
        </p:nvCxnSpPr>
        <p:spPr>
          <a:xfrm>
            <a:off x="-72550" y="4877450"/>
            <a:ext cx="9287400" cy="0"/>
          </a:xfrm>
          <a:prstGeom prst="straightConnector1">
            <a:avLst/>
          </a:prstGeom>
          <a:ln w="28575" cap="flat">
            <a:solidFill>
              <a:schemeClr val="accent1"/>
            </a:solidFill>
            <a:prstDash val="solid"/>
            <a:round/>
            <a:headEnd type="none" w="med" len="med"/>
            <a:tailEnd type="none" w="med" len="med"/>
          </a:ln>
        </p:spPr>
      </p:cxn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and text 2">
  <p:cSld name="CUSTOM_14">
    <p:spTree>
      <p:nvGrpSpPr>
        <p:cNvPr id="1" name=""/>
        <p:cNvGrpSpPr/>
        <p:nvPr/>
      </p:nvGrpSpPr>
      <p:grpSpPr>
        <a:xfrm>
          <a:off x="0" y="0"/>
          <a:ext cx="0" cy="0"/>
          <a:chOff x="0" y="0"/>
          <a:chExt cx="0" cy="0"/>
        </a:xfrm>
      </p:grpSpPr>
      <p:sp>
        <p:nvSpPr>
          <p:cNvPr id="138" name="Google Shape;138;p19">
            <a:extLst>
              <a:ext uri="{FF2B5EF4-FFF2-40B4-BE49-F238E27FC236}">
                <a16:creationId xmlns:a16="http://schemas.microsoft.com/office/drawing/2014/main" id="{2882EEC4-E537-44B2-A909-53DE08D24002}"/>
              </a:ext>
            </a:extLst>
          </p:cNvPr>
          <p:cNvSpPr>
            <a:spLocks noGrp="1"/>
          </p:cNvSpPr>
          <p:nvPr>
            <p:ph type="title"/>
          </p:nvPr>
        </p:nvSpPr>
        <p:spPr>
          <a:xfrm>
            <a:off x="3742850" y="1549875"/>
            <a:ext cx="4545000" cy="1291200"/>
          </a:xfrm>
          <a:prstGeom prst="rect">
            <a:avLst/>
          </a:prstGeom>
        </p:spPr>
        <p:txBody>
          <a:bodyPr spcFirstLastPara="1" wrap="square" lIns="91425" tIns="91425" rIns="91425" bIns="91425" anchor="t">
            <a:noAutofit/>
          </a:bodyPr>
          <a:lstStyle>
            <a:lvl1pPr>
              <a:spcBef>
                <a:spcPts val="0"/>
              </a:spcBef>
              <a:spcAft>
                <a:spcPts val="0"/>
              </a:spcAft>
              <a:buSzPts val="9000"/>
              <a:buNone/>
              <a:defRPr sz="9000"/>
            </a:lvl1pPr>
            <a:lvl2pPr>
              <a:spcBef>
                <a:spcPts val="0"/>
              </a:spcBef>
              <a:spcAft>
                <a:spcPts val="0"/>
              </a:spcAft>
              <a:buSzPts val="9000"/>
              <a:buNone/>
              <a:defRPr sz="9000"/>
            </a:lvl2pPr>
            <a:lvl3pPr>
              <a:spcBef>
                <a:spcPts val="0"/>
              </a:spcBef>
              <a:spcAft>
                <a:spcPts val="0"/>
              </a:spcAft>
              <a:buSzPts val="9000"/>
              <a:buNone/>
              <a:defRPr sz="9000"/>
            </a:lvl3pPr>
            <a:lvl4pPr>
              <a:spcBef>
                <a:spcPts val="0"/>
              </a:spcBef>
              <a:spcAft>
                <a:spcPts val="0"/>
              </a:spcAft>
              <a:buSzPts val="9000"/>
              <a:buNone/>
              <a:defRPr sz="9000"/>
            </a:lvl4pPr>
            <a:lvl5pPr>
              <a:spcBef>
                <a:spcPts val="0"/>
              </a:spcBef>
              <a:spcAft>
                <a:spcPts val="0"/>
              </a:spcAft>
              <a:buSzPts val="9000"/>
              <a:buNone/>
              <a:defRPr sz="9000"/>
            </a:lvl5pPr>
            <a:lvl6pPr>
              <a:spcBef>
                <a:spcPts val="0"/>
              </a:spcBef>
              <a:spcAft>
                <a:spcPts val="0"/>
              </a:spcAft>
              <a:buSzPts val="9000"/>
              <a:buNone/>
              <a:defRPr sz="9000"/>
            </a:lvl6pPr>
            <a:lvl7pPr>
              <a:spcBef>
                <a:spcPts val="0"/>
              </a:spcBef>
              <a:spcAft>
                <a:spcPts val="0"/>
              </a:spcAft>
              <a:buSzPts val="9000"/>
              <a:buNone/>
              <a:defRPr sz="9000"/>
            </a:lvl7pPr>
            <a:lvl8pPr>
              <a:spcBef>
                <a:spcPts val="0"/>
              </a:spcBef>
              <a:spcAft>
                <a:spcPts val="0"/>
              </a:spcAft>
              <a:buSzPts val="9000"/>
              <a:buNone/>
              <a:defRPr sz="9000"/>
            </a:lvl8pPr>
            <a:lvl9pPr>
              <a:spcBef>
                <a:spcPts val="0"/>
              </a:spcBef>
              <a:spcAft>
                <a:spcPts val="0"/>
              </a:spcAft>
              <a:buSzPts val="9000"/>
              <a:buNone/>
              <a:defRPr sz="9000"/>
            </a:lvl9pPr>
          </a:lstStyle>
          <a:p>
            <a:endParaRPr/>
          </a:p>
        </p:txBody>
      </p:sp>
      <p:sp>
        <p:nvSpPr>
          <p:cNvPr id="139" name="Google Shape;139;p19">
            <a:extLst>
              <a:ext uri="{FF2B5EF4-FFF2-40B4-BE49-F238E27FC236}">
                <a16:creationId xmlns:a16="http://schemas.microsoft.com/office/drawing/2014/main" id="{DC5B7603-219B-4B34-AF03-D30C4437D418}"/>
              </a:ext>
            </a:extLst>
          </p:cNvPr>
          <p:cNvSpPr>
            <a:spLocks noGrp="1"/>
          </p:cNvSpPr>
          <p:nvPr>
            <p:ph type="subTitle" idx="1"/>
          </p:nvPr>
        </p:nvSpPr>
        <p:spPr>
          <a:xfrm>
            <a:off x="3742850" y="3039213"/>
            <a:ext cx="4545000" cy="554400"/>
          </a:xfrm>
          <a:prstGeom prst="rect">
            <a:avLst/>
          </a:prstGeom>
        </p:spPr>
        <p:txBody>
          <a:bodyPr spcFirstLastPara="1" wrap="square" lIns="91425" tIns="91425" rIns="91425" bIns="91425" anchor="t">
            <a:noAutofit/>
          </a:bodyPr>
          <a:lstStyle>
            <a:lvl1pPr>
              <a:lnSpc>
                <a:spcPct val="100000"/>
              </a:lnSpc>
              <a:spcBef>
                <a:spcPts val="0"/>
              </a:spcBef>
              <a:spcAft>
                <a:spcPts val="0"/>
              </a:spcAft>
              <a:buSzPts val="1800"/>
              <a:buNone/>
              <a:defRPr sz="1400"/>
            </a:lvl1pPr>
            <a:lvl2pPr>
              <a:lnSpc>
                <a:spcPct val="100000"/>
              </a:lnSpc>
              <a:spcBef>
                <a:spcPts val="0"/>
              </a:spcBef>
              <a:spcAft>
                <a:spcPts val="0"/>
              </a:spcAft>
              <a:buSzPts val="2100"/>
              <a:buNone/>
              <a:defRPr sz="2100"/>
            </a:lvl2pPr>
            <a:lvl3pPr>
              <a:lnSpc>
                <a:spcPct val="100000"/>
              </a:lnSpc>
              <a:spcBef>
                <a:spcPts val="0"/>
              </a:spcBef>
              <a:spcAft>
                <a:spcPts val="0"/>
              </a:spcAft>
              <a:buSzPts val="2100"/>
              <a:buNone/>
              <a:defRPr sz="2100"/>
            </a:lvl3pPr>
            <a:lvl4pPr>
              <a:lnSpc>
                <a:spcPct val="100000"/>
              </a:lnSpc>
              <a:spcBef>
                <a:spcPts val="0"/>
              </a:spcBef>
              <a:spcAft>
                <a:spcPts val="0"/>
              </a:spcAft>
              <a:buSzPts val="2100"/>
              <a:buNone/>
              <a:defRPr sz="2100"/>
            </a:lvl4pPr>
            <a:lvl5pPr>
              <a:lnSpc>
                <a:spcPct val="100000"/>
              </a:lnSpc>
              <a:spcBef>
                <a:spcPts val="0"/>
              </a:spcBef>
              <a:spcAft>
                <a:spcPts val="0"/>
              </a:spcAft>
              <a:buSzPts val="2100"/>
              <a:buNone/>
              <a:defRPr sz="2100"/>
            </a:lvl5pPr>
            <a:lvl6pPr>
              <a:lnSpc>
                <a:spcPct val="100000"/>
              </a:lnSpc>
              <a:spcBef>
                <a:spcPts val="0"/>
              </a:spcBef>
              <a:spcAft>
                <a:spcPts val="0"/>
              </a:spcAft>
              <a:buSzPts val="2100"/>
              <a:buNone/>
              <a:defRPr sz="2100"/>
            </a:lvl6pPr>
            <a:lvl7pPr>
              <a:lnSpc>
                <a:spcPct val="100000"/>
              </a:lnSpc>
              <a:spcBef>
                <a:spcPts val="0"/>
              </a:spcBef>
              <a:spcAft>
                <a:spcPts val="0"/>
              </a:spcAft>
              <a:buSzPts val="2100"/>
              <a:buNone/>
              <a:defRPr sz="2100"/>
            </a:lvl7pPr>
            <a:lvl8pPr>
              <a:lnSpc>
                <a:spcPct val="100000"/>
              </a:lnSpc>
              <a:spcBef>
                <a:spcPts val="0"/>
              </a:spcBef>
              <a:spcAft>
                <a:spcPts val="0"/>
              </a:spcAft>
              <a:buSzPts val="2100"/>
              <a:buNone/>
              <a:defRPr sz="2100"/>
            </a:lvl8pPr>
            <a:lvl9pPr>
              <a:lnSpc>
                <a:spcPct val="100000"/>
              </a:lnSpc>
              <a:spcBef>
                <a:spcPts val="0"/>
              </a:spcBef>
              <a:spcAft>
                <a:spcPts val="0"/>
              </a:spcAft>
              <a:buSzPts val="2100"/>
              <a:buNone/>
              <a:defRPr sz="2100"/>
            </a:lvl9pPr>
          </a:lstStyle>
          <a:p>
            <a:endParaRPr/>
          </a:p>
        </p:txBody>
      </p:sp>
      <p:cxnSp>
        <p:nvCxnSpPr>
          <p:cNvPr id="284" name="Google Shape;140;p19"/>
          <p:cNvCxnSpPr/>
          <p:nvPr/>
        </p:nvCxnSpPr>
        <p:spPr>
          <a:xfrm>
            <a:off x="-72550" y="274100"/>
            <a:ext cx="9287400" cy="0"/>
          </a:xfrm>
          <a:prstGeom prst="straightConnector1">
            <a:avLst/>
          </a:prstGeom>
          <a:ln w="28575" cap="flat">
            <a:solidFill>
              <a:schemeClr val="accent1"/>
            </a:solidFill>
            <a:prstDash val="solid"/>
            <a:round/>
            <a:headEnd type="none" w="med" len="med"/>
            <a:tailEnd type="none" w="med" len="med"/>
          </a:ln>
        </p:spPr>
      </p:cxnSp>
      <p:cxnSp>
        <p:nvCxnSpPr>
          <p:cNvPr id="285" name="Google Shape;141;p19"/>
          <p:cNvCxnSpPr/>
          <p:nvPr/>
        </p:nvCxnSpPr>
        <p:spPr>
          <a:xfrm>
            <a:off x="-72550" y="4877450"/>
            <a:ext cx="9287400" cy="0"/>
          </a:xfrm>
          <a:prstGeom prst="straightConnector1">
            <a:avLst/>
          </a:prstGeom>
          <a:ln w="28575" cap="flat">
            <a:solidFill>
              <a:schemeClr val="accent1"/>
            </a:solidFill>
            <a:prstDash val="solid"/>
            <a:round/>
            <a:headEnd type="none" w="med" len="med"/>
            <a:tailEnd type="none" w="med" len="med"/>
          </a:ln>
        </p:spPr>
      </p:cxnSp>
      <p:cxnSp>
        <p:nvCxnSpPr>
          <p:cNvPr id="286" name="Google Shape;142;p19"/>
          <p:cNvCxnSpPr/>
          <p:nvPr/>
        </p:nvCxnSpPr>
        <p:spPr>
          <a:xfrm>
            <a:off x="-250225" y="4076450"/>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cxnSp>
        <p:nvCxnSpPr>
          <p:cNvPr id="287" name="Google Shape;143;p19"/>
          <p:cNvCxnSpPr/>
          <p:nvPr/>
        </p:nvCxnSpPr>
        <p:spPr>
          <a:xfrm>
            <a:off x="7441150" y="-48375"/>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cxnSp>
        <p:nvCxnSpPr>
          <p:cNvPr id="288" name="Google Shape;144;p19"/>
          <p:cNvCxnSpPr/>
          <p:nvPr/>
        </p:nvCxnSpPr>
        <p:spPr>
          <a:xfrm flipH="1">
            <a:off x="7454238" y="4053663"/>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cxnSp>
        <p:nvCxnSpPr>
          <p:cNvPr id="289" name="Google Shape;145;p19"/>
          <p:cNvCxnSpPr/>
          <p:nvPr/>
        </p:nvCxnSpPr>
        <p:spPr>
          <a:xfrm flipH="1">
            <a:off x="-237137" y="-71162"/>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Section header 1">
  <p:cSld name="CUSTOM_15">
    <p:spTree>
      <p:nvGrpSpPr>
        <p:cNvPr id="1" name=""/>
        <p:cNvGrpSpPr/>
        <p:nvPr/>
      </p:nvGrpSpPr>
      <p:grpSpPr>
        <a:xfrm>
          <a:off x="0" y="0"/>
          <a:ext cx="0" cy="0"/>
          <a:chOff x="0" y="0"/>
          <a:chExt cx="0" cy="0"/>
        </a:xfrm>
      </p:grpSpPr>
      <p:sp>
        <p:nvSpPr>
          <p:cNvPr id="147" name="Google Shape;147;p20">
            <a:extLst>
              <a:ext uri="{FF2B5EF4-FFF2-40B4-BE49-F238E27FC236}">
                <a16:creationId xmlns:a16="http://schemas.microsoft.com/office/drawing/2014/main" id="{DE7E234E-5F16-4907-958E-498BA91D045C}"/>
              </a:ext>
            </a:extLst>
          </p:cNvPr>
          <p:cNvSpPr>
            <a:spLocks noGrp="1"/>
          </p:cNvSpPr>
          <p:nvPr>
            <p:ph type="title"/>
          </p:nvPr>
        </p:nvSpPr>
        <p:spPr>
          <a:xfrm>
            <a:off x="1677925" y="2511803"/>
            <a:ext cx="3714900" cy="805800"/>
          </a:xfrm>
          <a:prstGeom prst="rect">
            <a:avLst/>
          </a:prstGeom>
          <a:noFill/>
        </p:spPr>
        <p:txBody>
          <a:bodyPr spcFirstLastPara="1" wrap="square" lIns="91425" tIns="91425" rIns="91425" bIns="91425" anchor="t">
            <a:noAutofit/>
          </a:bodyPr>
          <a:lstStyle>
            <a:lvl1pPr algn="r">
              <a:spcBef>
                <a:spcPts val="0"/>
              </a:spcBef>
              <a:spcAft>
                <a:spcPts val="0"/>
              </a:spcAft>
              <a:buClr>
                <a:schemeClr val="accent4"/>
              </a:buClr>
              <a:buSzPts val="3600"/>
              <a:buNone/>
              <a:defRPr sz="5000"/>
            </a:lvl1pPr>
            <a:lvl2pPr algn="ctr">
              <a:spcBef>
                <a:spcPts val="0"/>
              </a:spcBef>
              <a:spcAft>
                <a:spcPts val="0"/>
              </a:spcAft>
              <a:buSzPts val="3600"/>
              <a:buNone/>
              <a:defRPr sz="3600"/>
            </a:lvl2pPr>
            <a:lvl3pPr algn="ctr">
              <a:spcBef>
                <a:spcPts val="0"/>
              </a:spcBef>
              <a:spcAft>
                <a:spcPts val="0"/>
              </a:spcAft>
              <a:buSzPts val="3600"/>
              <a:buNone/>
              <a:defRPr sz="3600"/>
            </a:lvl3pPr>
            <a:lvl4pPr algn="ctr">
              <a:spcBef>
                <a:spcPts val="0"/>
              </a:spcBef>
              <a:spcAft>
                <a:spcPts val="0"/>
              </a:spcAft>
              <a:buSzPts val="3600"/>
              <a:buNone/>
              <a:defRPr sz="3600"/>
            </a:lvl4pPr>
            <a:lvl5pPr algn="ctr">
              <a:spcBef>
                <a:spcPts val="0"/>
              </a:spcBef>
              <a:spcAft>
                <a:spcPts val="0"/>
              </a:spcAft>
              <a:buSzPts val="3600"/>
              <a:buNone/>
              <a:defRPr sz="3600"/>
            </a:lvl5pPr>
            <a:lvl6pPr algn="ctr">
              <a:spcBef>
                <a:spcPts val="0"/>
              </a:spcBef>
              <a:spcAft>
                <a:spcPts val="0"/>
              </a:spcAft>
              <a:buSzPts val="3600"/>
              <a:buNone/>
              <a:defRPr sz="3600"/>
            </a:lvl6pPr>
            <a:lvl7pPr algn="ctr">
              <a:spcBef>
                <a:spcPts val="0"/>
              </a:spcBef>
              <a:spcAft>
                <a:spcPts val="0"/>
              </a:spcAft>
              <a:buSzPts val="3600"/>
              <a:buNone/>
              <a:defRPr sz="3600"/>
            </a:lvl7pPr>
            <a:lvl8pPr algn="ctr">
              <a:spcBef>
                <a:spcPts val="0"/>
              </a:spcBef>
              <a:spcAft>
                <a:spcPts val="0"/>
              </a:spcAft>
              <a:buSzPts val="3600"/>
              <a:buNone/>
              <a:defRPr sz="3600"/>
            </a:lvl8pPr>
            <a:lvl9pPr algn="ctr">
              <a:spcBef>
                <a:spcPts val="0"/>
              </a:spcBef>
              <a:spcAft>
                <a:spcPts val="0"/>
              </a:spcAft>
              <a:buSzPts val="3600"/>
              <a:buNone/>
              <a:defRPr sz="3600"/>
            </a:lvl9pPr>
          </a:lstStyle>
          <a:p>
            <a:endParaRPr/>
          </a:p>
        </p:txBody>
      </p:sp>
      <p:sp>
        <p:nvSpPr>
          <p:cNvPr id="148" name="Google Shape;148;p20">
            <a:extLst>
              <a:ext uri="{FF2B5EF4-FFF2-40B4-BE49-F238E27FC236}">
                <a16:creationId xmlns:a16="http://schemas.microsoft.com/office/drawing/2014/main" id="{018ABC17-0E5C-4E66-9236-9F82A7ED2ACF}"/>
              </a:ext>
            </a:extLst>
          </p:cNvPr>
          <p:cNvSpPr>
            <a:spLocks noGrp="1"/>
          </p:cNvSpPr>
          <p:nvPr>
            <p:ph type="title" idx="2" hasCustomPrompt="1"/>
          </p:nvPr>
        </p:nvSpPr>
        <p:spPr>
          <a:xfrm>
            <a:off x="3741925" y="1484693"/>
            <a:ext cx="1650900" cy="978300"/>
          </a:xfrm>
          <a:prstGeom prst="rect">
            <a:avLst/>
          </a:prstGeom>
        </p:spPr>
        <p:txBody>
          <a:bodyPr spcFirstLastPara="1" wrap="square" lIns="91425" tIns="91425" rIns="91425" bIns="91425" anchor="t">
            <a:noAutofit/>
          </a:bodyPr>
          <a:lstStyle>
            <a:lvl1pPr algn="r">
              <a:spcBef>
                <a:spcPts val="0"/>
              </a:spcBef>
              <a:spcAft>
                <a:spcPts val="0"/>
              </a:spcAft>
              <a:buSzPts val="6000"/>
              <a:buNone/>
              <a:defRPr sz="7000">
                <a:solidFill>
                  <a:schemeClr val="accent1"/>
                </a:solidFill>
              </a:defRPr>
            </a:lvl1pPr>
            <a:lvl2pPr algn="ctr">
              <a:spcBef>
                <a:spcPts val="0"/>
              </a:spcBef>
              <a:spcAft>
                <a:spcPts val="0"/>
              </a:spcAft>
              <a:buSzPts val="6000"/>
              <a:buNone/>
              <a:defRPr sz="6000" b="1"/>
            </a:lvl2pPr>
            <a:lvl3pPr algn="ctr">
              <a:spcBef>
                <a:spcPts val="0"/>
              </a:spcBef>
              <a:spcAft>
                <a:spcPts val="0"/>
              </a:spcAft>
              <a:buSzPts val="6000"/>
              <a:buNone/>
              <a:defRPr sz="6000" b="1"/>
            </a:lvl3pPr>
            <a:lvl4pPr algn="ctr">
              <a:spcBef>
                <a:spcPts val="0"/>
              </a:spcBef>
              <a:spcAft>
                <a:spcPts val="0"/>
              </a:spcAft>
              <a:buSzPts val="6000"/>
              <a:buNone/>
              <a:defRPr sz="6000" b="1"/>
            </a:lvl4pPr>
            <a:lvl5pPr algn="ctr">
              <a:spcBef>
                <a:spcPts val="0"/>
              </a:spcBef>
              <a:spcAft>
                <a:spcPts val="0"/>
              </a:spcAft>
              <a:buSzPts val="6000"/>
              <a:buNone/>
              <a:defRPr sz="6000" b="1"/>
            </a:lvl5pPr>
            <a:lvl6pPr algn="ctr">
              <a:spcBef>
                <a:spcPts val="0"/>
              </a:spcBef>
              <a:spcAft>
                <a:spcPts val="0"/>
              </a:spcAft>
              <a:buSzPts val="6000"/>
              <a:buNone/>
              <a:defRPr sz="6000" b="1"/>
            </a:lvl6pPr>
            <a:lvl7pPr algn="ctr">
              <a:spcBef>
                <a:spcPts val="0"/>
              </a:spcBef>
              <a:spcAft>
                <a:spcPts val="0"/>
              </a:spcAft>
              <a:buSzPts val="6000"/>
              <a:buNone/>
              <a:defRPr sz="6000" b="1"/>
            </a:lvl7pPr>
            <a:lvl8pPr algn="ctr">
              <a:spcBef>
                <a:spcPts val="0"/>
              </a:spcBef>
              <a:spcAft>
                <a:spcPts val="0"/>
              </a:spcAft>
              <a:buSzPts val="6000"/>
              <a:buNone/>
              <a:defRPr sz="6000" b="1"/>
            </a:lvl8pPr>
            <a:lvl9pPr algn="ctr">
              <a:spcBef>
                <a:spcPts val="0"/>
              </a:spcBef>
              <a:spcAft>
                <a:spcPts val="0"/>
              </a:spcAft>
              <a:buSzPts val="6000"/>
              <a:buNone/>
              <a:defRPr sz="6000" b="1"/>
            </a:lvl9pPr>
          </a:lstStyle>
          <a:p>
            <a:r>
              <a:t>xx%</a:t>
            </a:r>
          </a:p>
        </p:txBody>
      </p:sp>
      <p:sp>
        <p:nvSpPr>
          <p:cNvPr id="149" name="Google Shape;149;p20">
            <a:extLst>
              <a:ext uri="{FF2B5EF4-FFF2-40B4-BE49-F238E27FC236}">
                <a16:creationId xmlns:a16="http://schemas.microsoft.com/office/drawing/2014/main" id="{6D69640D-FBF2-4757-A91A-250690547023}"/>
              </a:ext>
            </a:extLst>
          </p:cNvPr>
          <p:cNvSpPr>
            <a:spLocks noGrp="1"/>
          </p:cNvSpPr>
          <p:nvPr>
            <p:ph type="subTitle" idx="1"/>
          </p:nvPr>
        </p:nvSpPr>
        <p:spPr>
          <a:xfrm>
            <a:off x="831625" y="3244000"/>
            <a:ext cx="4561200" cy="393000"/>
          </a:xfrm>
          <a:prstGeom prst="rect">
            <a:avLst/>
          </a:prstGeom>
        </p:spPr>
        <p:txBody>
          <a:bodyPr spcFirstLastPara="1" wrap="square" lIns="91425" tIns="91425" rIns="91425" bIns="91425" anchor="t">
            <a:noAutofit/>
          </a:bodyPr>
          <a:lstStyle>
            <a:lvl1pPr algn="r">
              <a:lnSpc>
                <a:spcPct val="100000"/>
              </a:lnSpc>
              <a:spcBef>
                <a:spcPts val="0"/>
              </a:spcBef>
              <a:spcAft>
                <a:spcPts val="0"/>
              </a:spcAft>
              <a:buSzPts val="1800"/>
              <a:buNone/>
              <a:defRPr sz="1400">
                <a:solidFill>
                  <a:schemeClr val="dk1"/>
                </a:solidFill>
              </a:defRPr>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cxnSp>
        <p:nvCxnSpPr>
          <p:cNvPr id="276" name="Google Shape;150;p20"/>
          <p:cNvCxnSpPr/>
          <p:nvPr/>
        </p:nvCxnSpPr>
        <p:spPr>
          <a:xfrm rot="10800000">
            <a:off x="-300" y="274100"/>
            <a:ext cx="9287400" cy="0"/>
          </a:xfrm>
          <a:prstGeom prst="straightConnector1">
            <a:avLst/>
          </a:prstGeom>
          <a:ln w="28575" cap="flat">
            <a:solidFill>
              <a:schemeClr val="accent1"/>
            </a:solidFill>
            <a:prstDash val="solid"/>
            <a:round/>
            <a:headEnd type="none" w="med" len="med"/>
            <a:tailEnd type="none" w="med" len="med"/>
          </a:ln>
        </p:spPr>
      </p:cxnSp>
      <p:cxnSp>
        <p:nvCxnSpPr>
          <p:cNvPr id="277" name="Google Shape;151;p20"/>
          <p:cNvCxnSpPr/>
          <p:nvPr/>
        </p:nvCxnSpPr>
        <p:spPr>
          <a:xfrm rot="10800000">
            <a:off x="-300" y="4877450"/>
            <a:ext cx="9287400" cy="0"/>
          </a:xfrm>
          <a:prstGeom prst="straightConnector1">
            <a:avLst/>
          </a:prstGeom>
          <a:ln w="28575" cap="flat">
            <a:solidFill>
              <a:schemeClr val="accent1"/>
            </a:solidFill>
            <a:prstDash val="solid"/>
            <a:round/>
            <a:headEnd type="none" w="med" len="med"/>
            <a:tailEnd type="none" w="med" len="med"/>
          </a:ln>
        </p:spPr>
      </p:cxnSp>
      <p:cxnSp>
        <p:nvCxnSpPr>
          <p:cNvPr id="278" name="Google Shape;152;p20"/>
          <p:cNvCxnSpPr/>
          <p:nvPr/>
        </p:nvCxnSpPr>
        <p:spPr>
          <a:xfrm>
            <a:off x="-112875" y="3979775"/>
            <a:ext cx="1378500" cy="1236300"/>
          </a:xfrm>
          <a:prstGeom prst="curvedConnector3">
            <a:avLst>
              <a:gd name="adj1" fmla="val 50000"/>
            </a:avLst>
          </a:prstGeom>
          <a:ln w="28575" cap="flat">
            <a:solidFill>
              <a:schemeClr val="accent2"/>
            </a:solidFill>
            <a:prstDash val="solid"/>
            <a:round/>
            <a:headEnd type="none" w="med" len="med"/>
            <a:tailEnd type="none" w="med" len="med"/>
          </a:ln>
        </p:spPr>
      </p:cxnSp>
      <p:cxnSp>
        <p:nvCxnSpPr>
          <p:cNvPr id="279" name="Google Shape;153;p20"/>
          <p:cNvCxnSpPr/>
          <p:nvPr/>
        </p:nvCxnSpPr>
        <p:spPr>
          <a:xfrm>
            <a:off x="7908725" y="-88700"/>
            <a:ext cx="1418700" cy="1064400"/>
          </a:xfrm>
          <a:prstGeom prst="curvedConnector3">
            <a:avLst>
              <a:gd name="adj1" fmla="val 50000"/>
            </a:avLst>
          </a:prstGeom>
          <a:ln w="28575" cap="flat">
            <a:solidFill>
              <a:schemeClr val="accent2"/>
            </a:solidFill>
            <a:prstDash val="solid"/>
            <a:round/>
            <a:headEnd type="none" w="med" len="med"/>
            <a:tailEnd type="none" w="med" len="med"/>
          </a:ln>
        </p:spPr>
      </p:cxn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itle only">
  <p:cSld name="TITLE_ONLY_1">
    <p:spTree>
      <p:nvGrpSpPr>
        <p:cNvPr id="1" name=""/>
        <p:cNvGrpSpPr/>
        <p:nvPr/>
      </p:nvGrpSpPr>
      <p:grpSpPr>
        <a:xfrm>
          <a:off x="0" y="0"/>
          <a:ext cx="0" cy="0"/>
          <a:chOff x="0" y="0"/>
          <a:chExt cx="0" cy="0"/>
        </a:xfrm>
      </p:grpSpPr>
      <p:sp>
        <p:nvSpPr>
          <p:cNvPr id="155" name="Google Shape;155;p21">
            <a:extLst>
              <a:ext uri="{FF2B5EF4-FFF2-40B4-BE49-F238E27FC236}">
                <a16:creationId xmlns:a16="http://schemas.microsoft.com/office/drawing/2014/main" id="{23F898CD-82FC-4683-84D2-5C78A41750CB}"/>
              </a:ext>
            </a:extLst>
          </p:cNvPr>
          <p:cNvSpPr>
            <a:spLocks noGrp="1"/>
          </p:cNvSpPr>
          <p:nvPr>
            <p:ph type="title"/>
          </p:nvPr>
        </p:nvSpPr>
        <p:spPr>
          <a:xfrm>
            <a:off x="713225" y="445025"/>
            <a:ext cx="7717500" cy="572700"/>
          </a:xfrm>
          <a:prstGeom prst="rect">
            <a:avLst/>
          </a:prstGeom>
        </p:spPr>
        <p:txBody>
          <a:bodyPr spcFirstLastPara="1" wrap="square" lIns="91425" tIns="91425" rIns="91425" bIns="91425" anchor="t">
            <a:noAutofit/>
          </a:bodyPr>
          <a:lstStyle>
            <a:lvl1pPr>
              <a:spcBef>
                <a:spcPts val="0"/>
              </a:spcBef>
              <a:spcAft>
                <a:spcPts val="0"/>
              </a:spcAft>
              <a:buSzPts val="3000"/>
              <a:buNone/>
              <a:defRPr/>
            </a:lvl1pPr>
            <a:lvl2pPr>
              <a:spcBef>
                <a:spcPts val="0"/>
              </a:spcBef>
              <a:spcAft>
                <a:spcPts val="0"/>
              </a:spcAft>
              <a:buSzPts val="3000"/>
              <a:buNone/>
              <a:defRPr/>
            </a:lvl2pPr>
            <a:lvl3pPr>
              <a:spcBef>
                <a:spcPts val="0"/>
              </a:spcBef>
              <a:spcAft>
                <a:spcPts val="0"/>
              </a:spcAft>
              <a:buSzPts val="3000"/>
              <a:buNone/>
              <a:defRPr/>
            </a:lvl3pPr>
            <a:lvl4pPr>
              <a:spcBef>
                <a:spcPts val="0"/>
              </a:spcBef>
              <a:spcAft>
                <a:spcPts val="0"/>
              </a:spcAft>
              <a:buSzPts val="3000"/>
              <a:buNone/>
              <a:defRPr/>
            </a:lvl4pPr>
            <a:lvl5pPr>
              <a:spcBef>
                <a:spcPts val="0"/>
              </a:spcBef>
              <a:spcAft>
                <a:spcPts val="0"/>
              </a:spcAft>
              <a:buSzPts val="3000"/>
              <a:buNone/>
              <a:defRPr/>
            </a:lvl5pPr>
            <a:lvl6pPr>
              <a:spcBef>
                <a:spcPts val="0"/>
              </a:spcBef>
              <a:spcAft>
                <a:spcPts val="0"/>
              </a:spcAft>
              <a:buSzPts val="3000"/>
              <a:buNone/>
              <a:defRPr/>
            </a:lvl6pPr>
            <a:lvl7pPr>
              <a:spcBef>
                <a:spcPts val="0"/>
              </a:spcBef>
              <a:spcAft>
                <a:spcPts val="0"/>
              </a:spcAft>
              <a:buSzPts val="3000"/>
              <a:buNone/>
              <a:defRPr/>
            </a:lvl7pPr>
            <a:lvl8pPr>
              <a:spcBef>
                <a:spcPts val="0"/>
              </a:spcBef>
              <a:spcAft>
                <a:spcPts val="0"/>
              </a:spcAft>
              <a:buSzPts val="3000"/>
              <a:buNone/>
              <a:defRPr/>
            </a:lvl8pPr>
            <a:lvl9pPr>
              <a:spcBef>
                <a:spcPts val="0"/>
              </a:spcBef>
              <a:spcAft>
                <a:spcPts val="0"/>
              </a:spcAft>
              <a:buSzPts val="3000"/>
              <a:buNone/>
              <a:defRPr/>
            </a:lvl9pPr>
          </a:lstStyle>
          <a:p>
            <a:endParaRPr/>
          </a:p>
        </p:txBody>
      </p:sp>
      <p:cxnSp>
        <p:nvCxnSpPr>
          <p:cNvPr id="228" name="Google Shape;156;p21"/>
          <p:cNvCxnSpPr/>
          <p:nvPr/>
        </p:nvCxnSpPr>
        <p:spPr>
          <a:xfrm>
            <a:off x="-72550" y="274100"/>
            <a:ext cx="9287400" cy="0"/>
          </a:xfrm>
          <a:prstGeom prst="straightConnector1">
            <a:avLst/>
          </a:prstGeom>
          <a:ln w="28575" cap="flat">
            <a:solidFill>
              <a:schemeClr val="accent1"/>
            </a:solidFill>
            <a:prstDash val="solid"/>
            <a:round/>
            <a:headEnd type="none" w="med" len="med"/>
            <a:tailEnd type="none" w="med" len="med"/>
          </a:ln>
        </p:spPr>
      </p:cxnSp>
      <p:cxnSp>
        <p:nvCxnSpPr>
          <p:cNvPr id="229" name="Google Shape;157;p21"/>
          <p:cNvCxnSpPr/>
          <p:nvPr/>
        </p:nvCxnSpPr>
        <p:spPr>
          <a:xfrm>
            <a:off x="-72550" y="4877450"/>
            <a:ext cx="9287400" cy="0"/>
          </a:xfrm>
          <a:prstGeom prst="straightConnector1">
            <a:avLst/>
          </a:prstGeom>
          <a:ln w="28575" cap="flat">
            <a:solidFill>
              <a:schemeClr val="accent1"/>
            </a:solidFill>
            <a:prstDash val="solid"/>
            <a:round/>
            <a:headEnd type="none" w="med" len="med"/>
            <a:tailEnd type="none" w="med" len="med"/>
          </a:ln>
        </p:spPr>
      </p:cxnSp>
      <p:cxnSp>
        <p:nvCxnSpPr>
          <p:cNvPr id="230" name="Google Shape;158;p21"/>
          <p:cNvCxnSpPr/>
          <p:nvPr/>
        </p:nvCxnSpPr>
        <p:spPr>
          <a:xfrm>
            <a:off x="7207350" y="-153175"/>
            <a:ext cx="2120400" cy="1273800"/>
          </a:xfrm>
          <a:prstGeom prst="curvedConnector3">
            <a:avLst>
              <a:gd name="adj1" fmla="val 50000"/>
            </a:avLst>
          </a:prstGeom>
          <a:ln w="28575" cap="flat">
            <a:solidFill>
              <a:schemeClr val="accent2"/>
            </a:solidFill>
            <a:prstDash val="solid"/>
            <a:round/>
            <a:headEnd type="none" w="med" len="med"/>
            <a:tailEnd type="none" w="med" len="med"/>
          </a:ln>
        </p:spPr>
      </p:cxn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le only 1">
  <p:cSld name="CUSTOM_16">
    <p:spTree>
      <p:nvGrpSpPr>
        <p:cNvPr id="1" name=""/>
        <p:cNvGrpSpPr/>
        <p:nvPr/>
      </p:nvGrpSpPr>
      <p:grpSpPr>
        <a:xfrm>
          <a:off x="0" y="0"/>
          <a:ext cx="0" cy="0"/>
          <a:chOff x="0" y="0"/>
          <a:chExt cx="0" cy="0"/>
        </a:xfrm>
      </p:grpSpPr>
      <p:cxnSp>
        <p:nvCxnSpPr>
          <p:cNvPr id="269" name="Google Shape;160;p22"/>
          <p:cNvCxnSpPr/>
          <p:nvPr/>
        </p:nvCxnSpPr>
        <p:spPr>
          <a:xfrm>
            <a:off x="-72550" y="274100"/>
            <a:ext cx="9287400" cy="0"/>
          </a:xfrm>
          <a:prstGeom prst="straightConnector1">
            <a:avLst/>
          </a:prstGeom>
          <a:ln w="28575" cap="flat">
            <a:solidFill>
              <a:schemeClr val="accent1"/>
            </a:solidFill>
            <a:prstDash val="solid"/>
            <a:round/>
            <a:headEnd type="none" w="med" len="med"/>
            <a:tailEnd type="none" w="med" len="med"/>
          </a:ln>
        </p:spPr>
      </p:cxnSp>
      <p:cxnSp>
        <p:nvCxnSpPr>
          <p:cNvPr id="270" name="Google Shape;161;p22"/>
          <p:cNvCxnSpPr/>
          <p:nvPr/>
        </p:nvCxnSpPr>
        <p:spPr>
          <a:xfrm>
            <a:off x="-72550" y="4877450"/>
            <a:ext cx="9287400" cy="0"/>
          </a:xfrm>
          <a:prstGeom prst="straightConnector1">
            <a:avLst/>
          </a:prstGeom>
          <a:ln w="28575" cap="flat">
            <a:solidFill>
              <a:schemeClr val="accent1"/>
            </a:solidFill>
            <a:prstDash val="solid"/>
            <a:round/>
            <a:headEnd type="none" w="med" len="med"/>
            <a:tailEnd type="none" w="med" len="med"/>
          </a:ln>
        </p:spPr>
      </p:cxnSp>
      <p:cxnSp>
        <p:nvCxnSpPr>
          <p:cNvPr id="271" name="Google Shape;162;p22"/>
          <p:cNvCxnSpPr/>
          <p:nvPr/>
        </p:nvCxnSpPr>
        <p:spPr>
          <a:xfrm>
            <a:off x="-250225" y="4076450"/>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cxnSp>
        <p:nvCxnSpPr>
          <p:cNvPr id="272" name="Google Shape;163;p22"/>
          <p:cNvCxnSpPr/>
          <p:nvPr/>
        </p:nvCxnSpPr>
        <p:spPr>
          <a:xfrm>
            <a:off x="7441150" y="-48375"/>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cxnSp>
        <p:nvCxnSpPr>
          <p:cNvPr id="273" name="Google Shape;164;p22"/>
          <p:cNvCxnSpPr/>
          <p:nvPr/>
        </p:nvCxnSpPr>
        <p:spPr>
          <a:xfrm flipH="1">
            <a:off x="7454238" y="4053663"/>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cxnSp>
        <p:nvCxnSpPr>
          <p:cNvPr id="274" name="Google Shape;165;p22"/>
          <p:cNvCxnSpPr/>
          <p:nvPr/>
        </p:nvCxnSpPr>
        <p:spPr>
          <a:xfrm flipH="1">
            <a:off x="-237137" y="-71162"/>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sp>
        <p:nvSpPr>
          <p:cNvPr id="166" name="Google Shape;166;p22">
            <a:extLst>
              <a:ext uri="{FF2B5EF4-FFF2-40B4-BE49-F238E27FC236}">
                <a16:creationId xmlns:a16="http://schemas.microsoft.com/office/drawing/2014/main" id="{7E01FDD0-A82B-47BC-AF64-A43CCE467406}"/>
              </a:ext>
            </a:extLst>
          </p:cNvPr>
          <p:cNvSpPr>
            <a:spLocks noGrp="1"/>
          </p:cNvSpPr>
          <p:nvPr>
            <p:ph type="title"/>
          </p:nvPr>
        </p:nvSpPr>
        <p:spPr>
          <a:xfrm>
            <a:off x="713225" y="445025"/>
            <a:ext cx="7717500" cy="572700"/>
          </a:xfrm>
          <a:prstGeom prst="rect">
            <a:avLst/>
          </a:prstGeom>
        </p:spPr>
        <p:txBody>
          <a:bodyPr spcFirstLastPara="1" wrap="square" lIns="91425" tIns="91425" rIns="91425" bIns="91425" anchor="t">
            <a:noAutofit/>
          </a:bodyPr>
          <a:lstStyle>
            <a:lvl1pPr algn="ctr">
              <a:spcBef>
                <a:spcPts val="0"/>
              </a:spcBef>
              <a:spcAft>
                <a:spcPts val="0"/>
              </a:spcAft>
              <a:buSzPts val="3000"/>
              <a:buNone/>
              <a:defRPr/>
            </a:lvl1pPr>
            <a:lvl2pPr algn="ctr">
              <a:spcBef>
                <a:spcPts val="0"/>
              </a:spcBef>
              <a:spcAft>
                <a:spcPts val="0"/>
              </a:spcAft>
              <a:buSzPts val="3000"/>
              <a:buNone/>
              <a:defRPr/>
            </a:lvl2pPr>
            <a:lvl3pPr algn="ctr">
              <a:spcBef>
                <a:spcPts val="0"/>
              </a:spcBef>
              <a:spcAft>
                <a:spcPts val="0"/>
              </a:spcAft>
              <a:buSzPts val="3000"/>
              <a:buNone/>
              <a:defRPr/>
            </a:lvl3pPr>
            <a:lvl4pPr algn="ctr">
              <a:spcBef>
                <a:spcPts val="0"/>
              </a:spcBef>
              <a:spcAft>
                <a:spcPts val="0"/>
              </a:spcAft>
              <a:buSzPts val="3000"/>
              <a:buNone/>
              <a:defRPr/>
            </a:lvl4pPr>
            <a:lvl5pPr algn="ctr">
              <a:spcBef>
                <a:spcPts val="0"/>
              </a:spcBef>
              <a:spcAft>
                <a:spcPts val="0"/>
              </a:spcAft>
              <a:buSzPts val="3000"/>
              <a:buNone/>
              <a:defRPr/>
            </a:lvl5pPr>
            <a:lvl6pPr algn="ctr">
              <a:spcBef>
                <a:spcPts val="0"/>
              </a:spcBef>
              <a:spcAft>
                <a:spcPts val="0"/>
              </a:spcAft>
              <a:buSzPts val="3000"/>
              <a:buNone/>
              <a:defRPr/>
            </a:lvl6pPr>
            <a:lvl7pPr algn="ctr">
              <a:spcBef>
                <a:spcPts val="0"/>
              </a:spcBef>
              <a:spcAft>
                <a:spcPts val="0"/>
              </a:spcAft>
              <a:buSzPts val="3000"/>
              <a:buNone/>
              <a:defRPr/>
            </a:lvl7pPr>
            <a:lvl8pPr algn="ctr">
              <a:spcBef>
                <a:spcPts val="0"/>
              </a:spcBef>
              <a:spcAft>
                <a:spcPts val="0"/>
              </a:spcAft>
              <a:buSzPts val="3000"/>
              <a:buNone/>
              <a:defRPr/>
            </a:lvl8pPr>
            <a:lvl9pPr algn="ctr">
              <a:spcBef>
                <a:spcPts val="0"/>
              </a:spcBef>
              <a:spcAft>
                <a:spcPts val="0"/>
              </a:spcAft>
              <a:buSzPts val="3000"/>
              <a:buNone/>
              <a:defRPr/>
            </a:lvl9pPr>
          </a:lstStyle>
          <a:p>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itle and four columns">
  <p:cSld name="CUSTOM_17">
    <p:spTree>
      <p:nvGrpSpPr>
        <p:cNvPr id="1" name=""/>
        <p:cNvGrpSpPr/>
        <p:nvPr/>
      </p:nvGrpSpPr>
      <p:grpSpPr>
        <a:xfrm>
          <a:off x="0" y="0"/>
          <a:ext cx="0" cy="0"/>
          <a:chOff x="0" y="0"/>
          <a:chExt cx="0" cy="0"/>
        </a:xfrm>
      </p:grpSpPr>
      <p:sp>
        <p:nvSpPr>
          <p:cNvPr id="168" name="Google Shape;168;p23">
            <a:extLst>
              <a:ext uri="{FF2B5EF4-FFF2-40B4-BE49-F238E27FC236}">
                <a16:creationId xmlns:a16="http://schemas.microsoft.com/office/drawing/2014/main" id="{F8CEE175-7B0C-467F-8A7D-978199C9B76A}"/>
              </a:ext>
            </a:extLst>
          </p:cNvPr>
          <p:cNvSpPr>
            <a:spLocks noGrp="1"/>
          </p:cNvSpPr>
          <p:nvPr>
            <p:ph type="title"/>
          </p:nvPr>
        </p:nvSpPr>
        <p:spPr>
          <a:xfrm>
            <a:off x="1877475" y="445025"/>
            <a:ext cx="5389200" cy="572700"/>
          </a:xfrm>
          <a:prstGeom prst="rect">
            <a:avLst/>
          </a:prstGeom>
        </p:spPr>
        <p:txBody>
          <a:bodyPr spcFirstLastPara="1" wrap="square" lIns="91425" tIns="91425" rIns="91425" bIns="91425" anchor="t">
            <a:noAutofit/>
          </a:bodyPr>
          <a:lstStyle>
            <a:lvl1pPr algn="ctr">
              <a:spcBef>
                <a:spcPts val="0"/>
              </a:spcBef>
              <a:spcAft>
                <a:spcPts val="0"/>
              </a:spcAft>
              <a:buSzPts val="3000"/>
              <a:buNone/>
              <a:defRPr/>
            </a:lvl1pPr>
            <a:lvl2pPr>
              <a:spcBef>
                <a:spcPts val="0"/>
              </a:spcBef>
              <a:spcAft>
                <a:spcPts val="0"/>
              </a:spcAft>
              <a:buSzPts val="3000"/>
              <a:buNone/>
              <a:defRPr/>
            </a:lvl2pPr>
            <a:lvl3pPr>
              <a:spcBef>
                <a:spcPts val="0"/>
              </a:spcBef>
              <a:spcAft>
                <a:spcPts val="0"/>
              </a:spcAft>
              <a:buSzPts val="3000"/>
              <a:buNone/>
              <a:defRPr/>
            </a:lvl3pPr>
            <a:lvl4pPr>
              <a:spcBef>
                <a:spcPts val="0"/>
              </a:spcBef>
              <a:spcAft>
                <a:spcPts val="0"/>
              </a:spcAft>
              <a:buSzPts val="3000"/>
              <a:buNone/>
              <a:defRPr/>
            </a:lvl4pPr>
            <a:lvl5pPr>
              <a:spcBef>
                <a:spcPts val="0"/>
              </a:spcBef>
              <a:spcAft>
                <a:spcPts val="0"/>
              </a:spcAft>
              <a:buSzPts val="3000"/>
              <a:buNone/>
              <a:defRPr/>
            </a:lvl5pPr>
            <a:lvl6pPr>
              <a:spcBef>
                <a:spcPts val="0"/>
              </a:spcBef>
              <a:spcAft>
                <a:spcPts val="0"/>
              </a:spcAft>
              <a:buSzPts val="3000"/>
              <a:buNone/>
              <a:defRPr/>
            </a:lvl6pPr>
            <a:lvl7pPr>
              <a:spcBef>
                <a:spcPts val="0"/>
              </a:spcBef>
              <a:spcAft>
                <a:spcPts val="0"/>
              </a:spcAft>
              <a:buSzPts val="3000"/>
              <a:buNone/>
              <a:defRPr/>
            </a:lvl7pPr>
            <a:lvl8pPr>
              <a:spcBef>
                <a:spcPts val="0"/>
              </a:spcBef>
              <a:spcAft>
                <a:spcPts val="0"/>
              </a:spcAft>
              <a:buSzPts val="3000"/>
              <a:buNone/>
              <a:defRPr/>
            </a:lvl8pPr>
            <a:lvl9pPr>
              <a:spcBef>
                <a:spcPts val="0"/>
              </a:spcBef>
              <a:spcAft>
                <a:spcPts val="0"/>
              </a:spcAft>
              <a:buSzPts val="3000"/>
              <a:buNone/>
              <a:defRPr/>
            </a:lvl9pPr>
          </a:lstStyle>
          <a:p>
            <a:endParaRPr/>
          </a:p>
        </p:txBody>
      </p:sp>
      <p:sp>
        <p:nvSpPr>
          <p:cNvPr id="169" name="Google Shape;169;p23">
            <a:extLst>
              <a:ext uri="{FF2B5EF4-FFF2-40B4-BE49-F238E27FC236}">
                <a16:creationId xmlns:a16="http://schemas.microsoft.com/office/drawing/2014/main" id="{68501BC2-29B1-475C-BE32-1EBF878479D9}"/>
              </a:ext>
            </a:extLst>
          </p:cNvPr>
          <p:cNvSpPr>
            <a:spLocks noGrp="1"/>
          </p:cNvSpPr>
          <p:nvPr>
            <p:ph type="subTitle" idx="1"/>
          </p:nvPr>
        </p:nvSpPr>
        <p:spPr>
          <a:xfrm>
            <a:off x="3226708" y="1405390"/>
            <a:ext cx="2486100" cy="401100"/>
          </a:xfrm>
          <a:prstGeom prst="rect">
            <a:avLst/>
          </a:prstGeom>
        </p:spPr>
        <p:txBody>
          <a:bodyPr spcFirstLastPara="1" wrap="square" lIns="91425" tIns="91425" rIns="91425" bIns="91425" anchor="t">
            <a:noAutofit/>
          </a:bodyPr>
          <a:lstStyle>
            <a:lvl1pPr algn="r">
              <a:lnSpc>
                <a:spcPct val="100000"/>
              </a:lnSpc>
              <a:spcBef>
                <a:spcPts val="0"/>
              </a:spcBef>
              <a:spcAft>
                <a:spcPts val="0"/>
              </a:spcAft>
              <a:buSzPts val="2100"/>
              <a:buNone/>
              <a:defRPr sz="2400">
                <a:latin typeface="Cambria"/>
                <a:ea typeface="Cambria"/>
                <a:cs typeface="Cambria"/>
              </a:defRPr>
            </a:lvl1pPr>
            <a:lvl2pPr algn="ctr">
              <a:spcBef>
                <a:spcPts val="0"/>
              </a:spcBef>
              <a:spcAft>
                <a:spcPts val="0"/>
              </a:spcAft>
              <a:buSzPts val="2100"/>
              <a:buNone/>
              <a:defRPr sz="2100" b="1"/>
            </a:lvl2pPr>
            <a:lvl3pPr algn="ctr">
              <a:spcBef>
                <a:spcPts val="0"/>
              </a:spcBef>
              <a:spcAft>
                <a:spcPts val="0"/>
              </a:spcAft>
              <a:buSzPts val="2100"/>
              <a:buNone/>
              <a:defRPr sz="2100" b="1"/>
            </a:lvl3pPr>
            <a:lvl4pPr algn="ctr">
              <a:spcBef>
                <a:spcPts val="0"/>
              </a:spcBef>
              <a:spcAft>
                <a:spcPts val="0"/>
              </a:spcAft>
              <a:buSzPts val="2100"/>
              <a:buNone/>
              <a:defRPr sz="2100" b="1"/>
            </a:lvl4pPr>
            <a:lvl5pPr algn="ctr">
              <a:spcBef>
                <a:spcPts val="0"/>
              </a:spcBef>
              <a:spcAft>
                <a:spcPts val="0"/>
              </a:spcAft>
              <a:buSzPts val="2100"/>
              <a:buNone/>
              <a:defRPr sz="2100" b="1"/>
            </a:lvl5pPr>
            <a:lvl6pPr algn="ctr">
              <a:spcBef>
                <a:spcPts val="0"/>
              </a:spcBef>
              <a:spcAft>
                <a:spcPts val="0"/>
              </a:spcAft>
              <a:buSzPts val="2100"/>
              <a:buNone/>
              <a:defRPr sz="2100" b="1"/>
            </a:lvl6pPr>
            <a:lvl7pPr algn="ctr">
              <a:spcBef>
                <a:spcPts val="0"/>
              </a:spcBef>
              <a:spcAft>
                <a:spcPts val="0"/>
              </a:spcAft>
              <a:buSzPts val="2100"/>
              <a:buNone/>
              <a:defRPr sz="2100" b="1"/>
            </a:lvl7pPr>
            <a:lvl8pPr algn="ctr">
              <a:spcBef>
                <a:spcPts val="0"/>
              </a:spcBef>
              <a:spcAft>
                <a:spcPts val="0"/>
              </a:spcAft>
              <a:buSzPts val="2100"/>
              <a:buNone/>
              <a:defRPr sz="2100" b="1"/>
            </a:lvl8pPr>
            <a:lvl9pPr algn="ctr">
              <a:spcBef>
                <a:spcPts val="0"/>
              </a:spcBef>
              <a:spcAft>
                <a:spcPts val="0"/>
              </a:spcAft>
              <a:buSzPts val="2100"/>
              <a:buNone/>
              <a:defRPr sz="2100" b="1"/>
            </a:lvl9pPr>
          </a:lstStyle>
          <a:p>
            <a:endParaRPr/>
          </a:p>
        </p:txBody>
      </p:sp>
      <p:sp>
        <p:nvSpPr>
          <p:cNvPr id="170" name="Google Shape;170;p23">
            <a:extLst>
              <a:ext uri="{FF2B5EF4-FFF2-40B4-BE49-F238E27FC236}">
                <a16:creationId xmlns:a16="http://schemas.microsoft.com/office/drawing/2014/main" id="{4CFFFC74-8C5B-4709-8C2F-328EE6F42A07}"/>
              </a:ext>
            </a:extLst>
          </p:cNvPr>
          <p:cNvSpPr>
            <a:spLocks noGrp="1"/>
          </p:cNvSpPr>
          <p:nvPr>
            <p:ph type="subTitle" idx="2"/>
          </p:nvPr>
        </p:nvSpPr>
        <p:spPr>
          <a:xfrm>
            <a:off x="3226708" y="1806417"/>
            <a:ext cx="2486100" cy="618600"/>
          </a:xfrm>
          <a:prstGeom prst="rect">
            <a:avLst/>
          </a:prstGeom>
        </p:spPr>
        <p:txBody>
          <a:bodyPr spcFirstLastPara="1" wrap="square" lIns="91425" tIns="91425" rIns="91425" bIns="91425" anchor="t">
            <a:noAutofit/>
          </a:bodyPr>
          <a:lstStyle>
            <a:lvl1pPr algn="r">
              <a:lnSpc>
                <a:spcPct val="100000"/>
              </a:lnSpc>
              <a:spcBef>
                <a:spcPts val="0"/>
              </a:spcBef>
              <a:spcAft>
                <a:spcPts val="0"/>
              </a:spcAft>
              <a:buSzPts val="1400"/>
              <a:buNone/>
              <a:defRPr sz="1400">
                <a:solidFill>
                  <a:schemeClr val="dk1"/>
                </a:solidFill>
              </a:defRPr>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sp>
        <p:nvSpPr>
          <p:cNvPr id="171" name="Google Shape;171;p23">
            <a:extLst>
              <a:ext uri="{FF2B5EF4-FFF2-40B4-BE49-F238E27FC236}">
                <a16:creationId xmlns:a16="http://schemas.microsoft.com/office/drawing/2014/main" id="{EA757EF2-F85C-4BD4-95AA-4AF99D96FE55}"/>
              </a:ext>
            </a:extLst>
          </p:cNvPr>
          <p:cNvSpPr>
            <a:spLocks noGrp="1"/>
          </p:cNvSpPr>
          <p:nvPr>
            <p:ph type="subTitle" idx="3"/>
          </p:nvPr>
        </p:nvSpPr>
        <p:spPr>
          <a:xfrm>
            <a:off x="719108" y="1405390"/>
            <a:ext cx="2486100" cy="401100"/>
          </a:xfrm>
          <a:prstGeom prst="rect">
            <a:avLst/>
          </a:prstGeom>
        </p:spPr>
        <p:txBody>
          <a:bodyPr spcFirstLastPara="1" wrap="square" lIns="91425" tIns="91425" rIns="91425" bIns="91425" anchor="t">
            <a:noAutofit/>
          </a:bodyPr>
          <a:lstStyle>
            <a:lvl1pPr algn="r">
              <a:lnSpc>
                <a:spcPct val="100000"/>
              </a:lnSpc>
              <a:spcBef>
                <a:spcPts val="0"/>
              </a:spcBef>
              <a:spcAft>
                <a:spcPts val="0"/>
              </a:spcAft>
              <a:buSzPts val="2100"/>
              <a:buNone/>
              <a:defRPr sz="2400">
                <a:latin typeface="Cambria"/>
                <a:ea typeface="Cambria"/>
                <a:cs typeface="Cambria"/>
              </a:defRPr>
            </a:lvl1pPr>
            <a:lvl2pPr algn="ctr">
              <a:spcBef>
                <a:spcPts val="0"/>
              </a:spcBef>
              <a:spcAft>
                <a:spcPts val="0"/>
              </a:spcAft>
              <a:buSzPts val="2100"/>
              <a:buNone/>
              <a:defRPr sz="2100" b="1"/>
            </a:lvl2pPr>
            <a:lvl3pPr algn="ctr">
              <a:spcBef>
                <a:spcPts val="0"/>
              </a:spcBef>
              <a:spcAft>
                <a:spcPts val="0"/>
              </a:spcAft>
              <a:buSzPts val="2100"/>
              <a:buNone/>
              <a:defRPr sz="2100" b="1"/>
            </a:lvl3pPr>
            <a:lvl4pPr algn="ctr">
              <a:spcBef>
                <a:spcPts val="0"/>
              </a:spcBef>
              <a:spcAft>
                <a:spcPts val="0"/>
              </a:spcAft>
              <a:buSzPts val="2100"/>
              <a:buNone/>
              <a:defRPr sz="2100" b="1"/>
            </a:lvl4pPr>
            <a:lvl5pPr algn="ctr">
              <a:spcBef>
                <a:spcPts val="0"/>
              </a:spcBef>
              <a:spcAft>
                <a:spcPts val="0"/>
              </a:spcAft>
              <a:buSzPts val="2100"/>
              <a:buNone/>
              <a:defRPr sz="2100" b="1"/>
            </a:lvl5pPr>
            <a:lvl6pPr algn="ctr">
              <a:spcBef>
                <a:spcPts val="0"/>
              </a:spcBef>
              <a:spcAft>
                <a:spcPts val="0"/>
              </a:spcAft>
              <a:buSzPts val="2100"/>
              <a:buNone/>
              <a:defRPr sz="2100" b="1"/>
            </a:lvl6pPr>
            <a:lvl7pPr algn="ctr">
              <a:spcBef>
                <a:spcPts val="0"/>
              </a:spcBef>
              <a:spcAft>
                <a:spcPts val="0"/>
              </a:spcAft>
              <a:buSzPts val="2100"/>
              <a:buNone/>
              <a:defRPr sz="2100" b="1"/>
            </a:lvl7pPr>
            <a:lvl8pPr algn="ctr">
              <a:spcBef>
                <a:spcPts val="0"/>
              </a:spcBef>
              <a:spcAft>
                <a:spcPts val="0"/>
              </a:spcAft>
              <a:buSzPts val="2100"/>
              <a:buNone/>
              <a:defRPr sz="2100" b="1"/>
            </a:lvl8pPr>
            <a:lvl9pPr algn="ctr">
              <a:spcBef>
                <a:spcPts val="0"/>
              </a:spcBef>
              <a:spcAft>
                <a:spcPts val="0"/>
              </a:spcAft>
              <a:buSzPts val="2100"/>
              <a:buNone/>
              <a:defRPr sz="2100" b="1"/>
            </a:lvl9pPr>
          </a:lstStyle>
          <a:p>
            <a:endParaRPr/>
          </a:p>
        </p:txBody>
      </p:sp>
      <p:sp>
        <p:nvSpPr>
          <p:cNvPr id="172" name="Google Shape;172;p23">
            <a:extLst>
              <a:ext uri="{FF2B5EF4-FFF2-40B4-BE49-F238E27FC236}">
                <a16:creationId xmlns:a16="http://schemas.microsoft.com/office/drawing/2014/main" id="{7D963708-A6CB-4746-824C-ADDDCDA79A2A}"/>
              </a:ext>
            </a:extLst>
          </p:cNvPr>
          <p:cNvSpPr>
            <a:spLocks noGrp="1"/>
          </p:cNvSpPr>
          <p:nvPr>
            <p:ph type="subTitle" idx="4"/>
          </p:nvPr>
        </p:nvSpPr>
        <p:spPr>
          <a:xfrm>
            <a:off x="719108" y="1806417"/>
            <a:ext cx="2486100" cy="618600"/>
          </a:xfrm>
          <a:prstGeom prst="rect">
            <a:avLst/>
          </a:prstGeom>
        </p:spPr>
        <p:txBody>
          <a:bodyPr spcFirstLastPara="1" wrap="square" lIns="91425" tIns="91425" rIns="91425" bIns="91425" anchor="t">
            <a:noAutofit/>
          </a:bodyPr>
          <a:lstStyle>
            <a:lvl1pPr algn="r">
              <a:lnSpc>
                <a:spcPct val="100000"/>
              </a:lnSpc>
              <a:spcBef>
                <a:spcPts val="0"/>
              </a:spcBef>
              <a:spcAft>
                <a:spcPts val="0"/>
              </a:spcAft>
              <a:buSzPts val="1400"/>
              <a:buNone/>
              <a:defRPr sz="1400">
                <a:solidFill>
                  <a:schemeClr val="dk1"/>
                </a:solidFill>
              </a:defRPr>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sp>
        <p:nvSpPr>
          <p:cNvPr id="173" name="Google Shape;173;p23">
            <a:extLst>
              <a:ext uri="{FF2B5EF4-FFF2-40B4-BE49-F238E27FC236}">
                <a16:creationId xmlns:a16="http://schemas.microsoft.com/office/drawing/2014/main" id="{CD15241A-BB20-4EE8-9F95-730D8EB5E6FD}"/>
              </a:ext>
            </a:extLst>
          </p:cNvPr>
          <p:cNvSpPr>
            <a:spLocks noGrp="1"/>
          </p:cNvSpPr>
          <p:nvPr>
            <p:ph type="subTitle" idx="5"/>
          </p:nvPr>
        </p:nvSpPr>
        <p:spPr>
          <a:xfrm>
            <a:off x="3226708" y="3171118"/>
            <a:ext cx="2486100" cy="461400"/>
          </a:xfrm>
          <a:prstGeom prst="rect">
            <a:avLst/>
          </a:prstGeom>
        </p:spPr>
        <p:txBody>
          <a:bodyPr spcFirstLastPara="1" wrap="square" lIns="91425" tIns="91425" rIns="91425" bIns="91425" anchor="t">
            <a:noAutofit/>
          </a:bodyPr>
          <a:lstStyle>
            <a:lvl1pPr algn="r">
              <a:lnSpc>
                <a:spcPct val="100000"/>
              </a:lnSpc>
              <a:spcBef>
                <a:spcPts val="0"/>
              </a:spcBef>
              <a:spcAft>
                <a:spcPts val="0"/>
              </a:spcAft>
              <a:buSzPts val="2100"/>
              <a:buNone/>
              <a:defRPr sz="2400">
                <a:latin typeface="Cambria"/>
                <a:ea typeface="Cambria"/>
                <a:cs typeface="Cambria"/>
              </a:defRPr>
            </a:lvl1pPr>
            <a:lvl2pPr algn="ctr">
              <a:spcBef>
                <a:spcPts val="0"/>
              </a:spcBef>
              <a:spcAft>
                <a:spcPts val="0"/>
              </a:spcAft>
              <a:buSzPts val="2100"/>
              <a:buNone/>
              <a:defRPr sz="2100" b="1"/>
            </a:lvl2pPr>
            <a:lvl3pPr algn="ctr">
              <a:spcBef>
                <a:spcPts val="0"/>
              </a:spcBef>
              <a:spcAft>
                <a:spcPts val="0"/>
              </a:spcAft>
              <a:buSzPts val="2100"/>
              <a:buNone/>
              <a:defRPr sz="2100" b="1"/>
            </a:lvl3pPr>
            <a:lvl4pPr algn="ctr">
              <a:spcBef>
                <a:spcPts val="0"/>
              </a:spcBef>
              <a:spcAft>
                <a:spcPts val="0"/>
              </a:spcAft>
              <a:buSzPts val="2100"/>
              <a:buNone/>
              <a:defRPr sz="2100" b="1"/>
            </a:lvl4pPr>
            <a:lvl5pPr algn="ctr">
              <a:spcBef>
                <a:spcPts val="0"/>
              </a:spcBef>
              <a:spcAft>
                <a:spcPts val="0"/>
              </a:spcAft>
              <a:buSzPts val="2100"/>
              <a:buNone/>
              <a:defRPr sz="2100" b="1"/>
            </a:lvl5pPr>
            <a:lvl6pPr algn="ctr">
              <a:spcBef>
                <a:spcPts val="0"/>
              </a:spcBef>
              <a:spcAft>
                <a:spcPts val="0"/>
              </a:spcAft>
              <a:buSzPts val="2100"/>
              <a:buNone/>
              <a:defRPr sz="2100" b="1"/>
            </a:lvl6pPr>
            <a:lvl7pPr algn="ctr">
              <a:spcBef>
                <a:spcPts val="0"/>
              </a:spcBef>
              <a:spcAft>
                <a:spcPts val="0"/>
              </a:spcAft>
              <a:buSzPts val="2100"/>
              <a:buNone/>
              <a:defRPr sz="2100" b="1"/>
            </a:lvl7pPr>
            <a:lvl8pPr algn="ctr">
              <a:spcBef>
                <a:spcPts val="0"/>
              </a:spcBef>
              <a:spcAft>
                <a:spcPts val="0"/>
              </a:spcAft>
              <a:buSzPts val="2100"/>
              <a:buNone/>
              <a:defRPr sz="2100" b="1"/>
            </a:lvl8pPr>
            <a:lvl9pPr algn="ctr">
              <a:spcBef>
                <a:spcPts val="0"/>
              </a:spcBef>
              <a:spcAft>
                <a:spcPts val="0"/>
              </a:spcAft>
              <a:buSzPts val="2100"/>
              <a:buNone/>
              <a:defRPr sz="2100" b="1"/>
            </a:lvl9pPr>
          </a:lstStyle>
          <a:p>
            <a:endParaRPr/>
          </a:p>
        </p:txBody>
      </p:sp>
      <p:sp>
        <p:nvSpPr>
          <p:cNvPr id="174" name="Google Shape;174;p23">
            <a:extLst>
              <a:ext uri="{FF2B5EF4-FFF2-40B4-BE49-F238E27FC236}">
                <a16:creationId xmlns:a16="http://schemas.microsoft.com/office/drawing/2014/main" id="{3738D1C9-7064-40A2-9843-FBDC26290EE6}"/>
              </a:ext>
            </a:extLst>
          </p:cNvPr>
          <p:cNvSpPr>
            <a:spLocks noGrp="1"/>
          </p:cNvSpPr>
          <p:nvPr>
            <p:ph type="subTitle" idx="6"/>
          </p:nvPr>
        </p:nvSpPr>
        <p:spPr>
          <a:xfrm>
            <a:off x="3226708" y="3565487"/>
            <a:ext cx="2486100" cy="618600"/>
          </a:xfrm>
          <a:prstGeom prst="rect">
            <a:avLst/>
          </a:prstGeom>
        </p:spPr>
        <p:txBody>
          <a:bodyPr spcFirstLastPara="1" wrap="square" lIns="91425" tIns="91425" rIns="91425" bIns="91425" anchor="t">
            <a:noAutofit/>
          </a:bodyPr>
          <a:lstStyle>
            <a:lvl1pPr algn="r">
              <a:lnSpc>
                <a:spcPct val="100000"/>
              </a:lnSpc>
              <a:spcBef>
                <a:spcPts val="0"/>
              </a:spcBef>
              <a:spcAft>
                <a:spcPts val="0"/>
              </a:spcAft>
              <a:buSzPts val="1400"/>
              <a:buNone/>
              <a:defRPr sz="1400">
                <a:solidFill>
                  <a:schemeClr val="dk1"/>
                </a:solidFill>
              </a:defRPr>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sp>
        <p:nvSpPr>
          <p:cNvPr id="175" name="Google Shape;175;p23">
            <a:extLst>
              <a:ext uri="{FF2B5EF4-FFF2-40B4-BE49-F238E27FC236}">
                <a16:creationId xmlns:a16="http://schemas.microsoft.com/office/drawing/2014/main" id="{F882CD82-DB89-4907-94E7-F0EB65D4B8D2}"/>
              </a:ext>
            </a:extLst>
          </p:cNvPr>
          <p:cNvSpPr>
            <a:spLocks noGrp="1"/>
          </p:cNvSpPr>
          <p:nvPr>
            <p:ph type="subTitle" idx="7"/>
          </p:nvPr>
        </p:nvSpPr>
        <p:spPr>
          <a:xfrm>
            <a:off x="719108" y="3171118"/>
            <a:ext cx="2486100" cy="461400"/>
          </a:xfrm>
          <a:prstGeom prst="rect">
            <a:avLst/>
          </a:prstGeom>
        </p:spPr>
        <p:txBody>
          <a:bodyPr spcFirstLastPara="1" wrap="square" lIns="91425" tIns="91425" rIns="91425" bIns="91425" anchor="t">
            <a:noAutofit/>
          </a:bodyPr>
          <a:lstStyle>
            <a:lvl1pPr algn="r">
              <a:lnSpc>
                <a:spcPct val="100000"/>
              </a:lnSpc>
              <a:spcBef>
                <a:spcPts val="0"/>
              </a:spcBef>
              <a:spcAft>
                <a:spcPts val="0"/>
              </a:spcAft>
              <a:buSzPts val="2100"/>
              <a:buNone/>
              <a:defRPr sz="2400">
                <a:latin typeface="Cambria"/>
                <a:ea typeface="Cambria"/>
                <a:cs typeface="Cambria"/>
              </a:defRPr>
            </a:lvl1pPr>
            <a:lvl2pPr algn="ctr">
              <a:spcBef>
                <a:spcPts val="0"/>
              </a:spcBef>
              <a:spcAft>
                <a:spcPts val="0"/>
              </a:spcAft>
              <a:buSzPts val="2100"/>
              <a:buNone/>
              <a:defRPr sz="2100" b="1"/>
            </a:lvl2pPr>
            <a:lvl3pPr algn="ctr">
              <a:spcBef>
                <a:spcPts val="0"/>
              </a:spcBef>
              <a:spcAft>
                <a:spcPts val="0"/>
              </a:spcAft>
              <a:buSzPts val="2100"/>
              <a:buNone/>
              <a:defRPr sz="2100" b="1"/>
            </a:lvl3pPr>
            <a:lvl4pPr algn="ctr">
              <a:spcBef>
                <a:spcPts val="0"/>
              </a:spcBef>
              <a:spcAft>
                <a:spcPts val="0"/>
              </a:spcAft>
              <a:buSzPts val="2100"/>
              <a:buNone/>
              <a:defRPr sz="2100" b="1"/>
            </a:lvl4pPr>
            <a:lvl5pPr algn="ctr">
              <a:spcBef>
                <a:spcPts val="0"/>
              </a:spcBef>
              <a:spcAft>
                <a:spcPts val="0"/>
              </a:spcAft>
              <a:buSzPts val="2100"/>
              <a:buNone/>
              <a:defRPr sz="2100" b="1"/>
            </a:lvl5pPr>
            <a:lvl6pPr algn="ctr">
              <a:spcBef>
                <a:spcPts val="0"/>
              </a:spcBef>
              <a:spcAft>
                <a:spcPts val="0"/>
              </a:spcAft>
              <a:buSzPts val="2100"/>
              <a:buNone/>
              <a:defRPr sz="2100" b="1"/>
            </a:lvl6pPr>
            <a:lvl7pPr algn="ctr">
              <a:spcBef>
                <a:spcPts val="0"/>
              </a:spcBef>
              <a:spcAft>
                <a:spcPts val="0"/>
              </a:spcAft>
              <a:buSzPts val="2100"/>
              <a:buNone/>
              <a:defRPr sz="2100" b="1"/>
            </a:lvl7pPr>
            <a:lvl8pPr algn="ctr">
              <a:spcBef>
                <a:spcPts val="0"/>
              </a:spcBef>
              <a:spcAft>
                <a:spcPts val="0"/>
              </a:spcAft>
              <a:buSzPts val="2100"/>
              <a:buNone/>
              <a:defRPr sz="2100" b="1"/>
            </a:lvl8pPr>
            <a:lvl9pPr algn="ctr">
              <a:spcBef>
                <a:spcPts val="0"/>
              </a:spcBef>
              <a:spcAft>
                <a:spcPts val="0"/>
              </a:spcAft>
              <a:buSzPts val="2100"/>
              <a:buNone/>
              <a:defRPr sz="2100" b="1"/>
            </a:lvl9pPr>
          </a:lstStyle>
          <a:p>
            <a:endParaRPr/>
          </a:p>
        </p:txBody>
      </p:sp>
      <p:sp>
        <p:nvSpPr>
          <p:cNvPr id="176" name="Google Shape;176;p23">
            <a:extLst>
              <a:ext uri="{FF2B5EF4-FFF2-40B4-BE49-F238E27FC236}">
                <a16:creationId xmlns:a16="http://schemas.microsoft.com/office/drawing/2014/main" id="{32565EB5-FAC4-4765-9868-C668959BD902}"/>
              </a:ext>
            </a:extLst>
          </p:cNvPr>
          <p:cNvSpPr>
            <a:spLocks noGrp="1"/>
          </p:cNvSpPr>
          <p:nvPr>
            <p:ph type="subTitle" idx="8"/>
          </p:nvPr>
        </p:nvSpPr>
        <p:spPr>
          <a:xfrm>
            <a:off x="719158" y="3565487"/>
            <a:ext cx="2486100" cy="618600"/>
          </a:xfrm>
          <a:prstGeom prst="rect">
            <a:avLst/>
          </a:prstGeom>
        </p:spPr>
        <p:txBody>
          <a:bodyPr spcFirstLastPara="1" wrap="square" lIns="91425" tIns="91425" rIns="91425" bIns="91425" anchor="t">
            <a:noAutofit/>
          </a:bodyPr>
          <a:lstStyle>
            <a:lvl1pPr algn="r">
              <a:lnSpc>
                <a:spcPct val="100000"/>
              </a:lnSpc>
              <a:spcBef>
                <a:spcPts val="0"/>
              </a:spcBef>
              <a:spcAft>
                <a:spcPts val="0"/>
              </a:spcAft>
              <a:buSzPts val="1400"/>
              <a:buNone/>
              <a:defRPr sz="1400">
                <a:solidFill>
                  <a:schemeClr val="dk1"/>
                </a:solidFill>
              </a:defRPr>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cxnSp>
        <p:nvCxnSpPr>
          <p:cNvPr id="375" name="Google Shape;177;p23"/>
          <p:cNvCxnSpPr/>
          <p:nvPr/>
        </p:nvCxnSpPr>
        <p:spPr>
          <a:xfrm>
            <a:off x="-72550" y="274100"/>
            <a:ext cx="9287400" cy="0"/>
          </a:xfrm>
          <a:prstGeom prst="straightConnector1">
            <a:avLst/>
          </a:prstGeom>
          <a:ln w="28575" cap="flat">
            <a:solidFill>
              <a:schemeClr val="accent1"/>
            </a:solidFill>
            <a:prstDash val="solid"/>
            <a:round/>
            <a:headEnd type="none" w="med" len="med"/>
            <a:tailEnd type="none" w="med" len="med"/>
          </a:ln>
        </p:spPr>
      </p:cxnSp>
      <p:cxnSp>
        <p:nvCxnSpPr>
          <p:cNvPr id="376" name="Google Shape;178;p23"/>
          <p:cNvCxnSpPr/>
          <p:nvPr/>
        </p:nvCxnSpPr>
        <p:spPr>
          <a:xfrm>
            <a:off x="-72550" y="4877450"/>
            <a:ext cx="9287400" cy="0"/>
          </a:xfrm>
          <a:prstGeom prst="straightConnector1">
            <a:avLst/>
          </a:prstGeom>
          <a:ln w="28575" cap="flat">
            <a:solidFill>
              <a:schemeClr val="accent1"/>
            </a:solidFill>
            <a:prstDash val="solid"/>
            <a:round/>
            <a:headEnd type="none" w="med" len="med"/>
            <a:tailEnd type="none" w="med" len="med"/>
          </a:ln>
        </p:spPr>
      </p:cxn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itle only 2">
  <p:cSld name="CUSTOM_18">
    <p:spTree>
      <p:nvGrpSpPr>
        <p:cNvPr id="1" name=""/>
        <p:cNvGrpSpPr/>
        <p:nvPr/>
      </p:nvGrpSpPr>
      <p:grpSpPr>
        <a:xfrm>
          <a:off x="0" y="0"/>
          <a:ext cx="0" cy="0"/>
          <a:chOff x="0" y="0"/>
          <a:chExt cx="0" cy="0"/>
        </a:xfrm>
      </p:grpSpPr>
      <p:cxnSp>
        <p:nvCxnSpPr>
          <p:cNvPr id="253" name="Google Shape;180;p24"/>
          <p:cNvCxnSpPr/>
          <p:nvPr/>
        </p:nvCxnSpPr>
        <p:spPr>
          <a:xfrm>
            <a:off x="-72550" y="274100"/>
            <a:ext cx="9287400" cy="0"/>
          </a:xfrm>
          <a:prstGeom prst="straightConnector1">
            <a:avLst/>
          </a:prstGeom>
          <a:ln w="28575" cap="flat">
            <a:solidFill>
              <a:schemeClr val="accent1"/>
            </a:solidFill>
            <a:prstDash val="solid"/>
            <a:round/>
            <a:headEnd type="none" w="med" len="med"/>
            <a:tailEnd type="none" w="med" len="med"/>
          </a:ln>
        </p:spPr>
      </p:cxnSp>
      <p:cxnSp>
        <p:nvCxnSpPr>
          <p:cNvPr id="254" name="Google Shape;181;p24"/>
          <p:cNvCxnSpPr/>
          <p:nvPr/>
        </p:nvCxnSpPr>
        <p:spPr>
          <a:xfrm>
            <a:off x="-72550" y="4877450"/>
            <a:ext cx="9287400" cy="0"/>
          </a:xfrm>
          <a:prstGeom prst="straightConnector1">
            <a:avLst/>
          </a:prstGeom>
          <a:ln w="28575" cap="flat">
            <a:solidFill>
              <a:schemeClr val="accent1"/>
            </a:solidFill>
            <a:prstDash val="solid"/>
            <a:round/>
            <a:headEnd type="none" w="med" len="med"/>
            <a:tailEnd type="none" w="med" len="med"/>
          </a:ln>
        </p:spPr>
      </p:cxnSp>
      <p:cxnSp>
        <p:nvCxnSpPr>
          <p:cNvPr id="255" name="Google Shape;182;p24"/>
          <p:cNvCxnSpPr/>
          <p:nvPr/>
        </p:nvCxnSpPr>
        <p:spPr>
          <a:xfrm>
            <a:off x="-250225" y="4076450"/>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cxnSp>
        <p:nvCxnSpPr>
          <p:cNvPr id="256" name="Google Shape;183;p24"/>
          <p:cNvCxnSpPr/>
          <p:nvPr/>
        </p:nvCxnSpPr>
        <p:spPr>
          <a:xfrm>
            <a:off x="7441150" y="-48375"/>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sp>
        <p:nvSpPr>
          <p:cNvPr id="184" name="Google Shape;184;p24">
            <a:extLst>
              <a:ext uri="{FF2B5EF4-FFF2-40B4-BE49-F238E27FC236}">
                <a16:creationId xmlns:a16="http://schemas.microsoft.com/office/drawing/2014/main" id="{B8B56FC7-1450-471A-A7C9-88CAA26CFB50}"/>
              </a:ext>
            </a:extLst>
          </p:cNvPr>
          <p:cNvSpPr>
            <a:spLocks noGrp="1"/>
          </p:cNvSpPr>
          <p:nvPr>
            <p:ph type="body" idx="1"/>
          </p:nvPr>
        </p:nvSpPr>
        <p:spPr>
          <a:xfrm>
            <a:off x="5547900" y="3007750"/>
            <a:ext cx="2883000" cy="1595400"/>
          </a:xfrm>
          <a:prstGeom prst="rect">
            <a:avLst/>
          </a:prstGeom>
        </p:spPr>
        <p:txBody>
          <a:bodyPr spcFirstLastPara="1" wrap="square" lIns="91425" tIns="91425" rIns="91425" bIns="91425" anchor="t">
            <a:noAutofit/>
          </a:bodyPr>
          <a:lstStyle>
            <a:lvl1pPr marL="457200" indent="-342900">
              <a:lnSpc>
                <a:spcPct val="100000"/>
              </a:lnSpc>
              <a:spcBef>
                <a:spcPts val="0"/>
              </a:spcBef>
              <a:spcAft>
                <a:spcPts val="0"/>
              </a:spcAft>
              <a:buSzPts val="1800"/>
              <a:buChar char="●"/>
              <a:defRPr sz="3000">
                <a:solidFill>
                  <a:schemeClr val="dk1"/>
                </a:solidFill>
                <a:latin typeface="Cambria"/>
                <a:ea typeface="Cambria"/>
                <a:cs typeface="Cambria"/>
              </a:defRPr>
            </a:lvl1pPr>
            <a:lvl2pPr marL="914400" indent="-317500">
              <a:lnSpc>
                <a:spcPct val="100000"/>
              </a:lnSpc>
              <a:spcBef>
                <a:spcPts val="0"/>
              </a:spcBef>
              <a:spcAft>
                <a:spcPts val="0"/>
              </a:spcAft>
              <a:buSzPts val="1400"/>
              <a:buChar char="○"/>
              <a:defRPr sz="3000">
                <a:latin typeface="Cambria"/>
                <a:ea typeface="Cambria"/>
                <a:cs typeface="Cambria"/>
              </a:defRPr>
            </a:lvl2pPr>
            <a:lvl3pPr marL="1371600" indent="-317500">
              <a:lnSpc>
                <a:spcPct val="100000"/>
              </a:lnSpc>
              <a:spcBef>
                <a:spcPts val="0"/>
              </a:spcBef>
              <a:spcAft>
                <a:spcPts val="0"/>
              </a:spcAft>
              <a:buSzPts val="1400"/>
              <a:buChar char="■"/>
              <a:defRPr sz="3000">
                <a:latin typeface="Cambria"/>
                <a:ea typeface="Cambria"/>
                <a:cs typeface="Cambria"/>
              </a:defRPr>
            </a:lvl3pPr>
            <a:lvl4pPr marL="1828800" indent="-317500">
              <a:lnSpc>
                <a:spcPct val="100000"/>
              </a:lnSpc>
              <a:spcBef>
                <a:spcPts val="0"/>
              </a:spcBef>
              <a:spcAft>
                <a:spcPts val="0"/>
              </a:spcAft>
              <a:buSzPts val="1400"/>
              <a:buChar char="●"/>
              <a:defRPr sz="3000">
                <a:latin typeface="Cambria"/>
                <a:ea typeface="Cambria"/>
                <a:cs typeface="Cambria"/>
              </a:defRPr>
            </a:lvl4pPr>
            <a:lvl5pPr marL="2286000" indent="-317500">
              <a:lnSpc>
                <a:spcPct val="100000"/>
              </a:lnSpc>
              <a:spcBef>
                <a:spcPts val="0"/>
              </a:spcBef>
              <a:spcAft>
                <a:spcPts val="0"/>
              </a:spcAft>
              <a:buSzPts val="1400"/>
              <a:buChar char="○"/>
              <a:defRPr sz="3000">
                <a:latin typeface="Cambria"/>
                <a:ea typeface="Cambria"/>
                <a:cs typeface="Cambria"/>
              </a:defRPr>
            </a:lvl5pPr>
            <a:lvl6pPr marL="2743200" indent="-317500">
              <a:lnSpc>
                <a:spcPct val="100000"/>
              </a:lnSpc>
              <a:spcBef>
                <a:spcPts val="0"/>
              </a:spcBef>
              <a:spcAft>
                <a:spcPts val="0"/>
              </a:spcAft>
              <a:buSzPts val="1400"/>
              <a:buChar char="■"/>
              <a:defRPr sz="3000">
                <a:latin typeface="Cambria"/>
                <a:ea typeface="Cambria"/>
                <a:cs typeface="Cambria"/>
              </a:defRPr>
            </a:lvl6pPr>
            <a:lvl7pPr marL="3200400" indent="-317500">
              <a:lnSpc>
                <a:spcPct val="100000"/>
              </a:lnSpc>
              <a:spcBef>
                <a:spcPts val="0"/>
              </a:spcBef>
              <a:spcAft>
                <a:spcPts val="0"/>
              </a:spcAft>
              <a:buSzPts val="1400"/>
              <a:buChar char="●"/>
              <a:defRPr sz="3000">
                <a:latin typeface="Cambria"/>
                <a:ea typeface="Cambria"/>
                <a:cs typeface="Cambria"/>
              </a:defRPr>
            </a:lvl7pPr>
            <a:lvl8pPr marL="3657600" indent="-317500">
              <a:lnSpc>
                <a:spcPct val="100000"/>
              </a:lnSpc>
              <a:spcBef>
                <a:spcPts val="0"/>
              </a:spcBef>
              <a:spcAft>
                <a:spcPts val="0"/>
              </a:spcAft>
              <a:buSzPts val="1400"/>
              <a:buChar char="○"/>
              <a:defRPr sz="3000">
                <a:latin typeface="Cambria"/>
                <a:ea typeface="Cambria"/>
                <a:cs typeface="Cambria"/>
              </a:defRPr>
            </a:lvl8pPr>
            <a:lvl9pPr marL="4114800" indent="-317500">
              <a:lnSpc>
                <a:spcPct val="100000"/>
              </a:lnSpc>
              <a:spcBef>
                <a:spcPts val="0"/>
              </a:spcBef>
              <a:spcAft>
                <a:spcPts val="0"/>
              </a:spcAft>
              <a:buSzPts val="1400"/>
              <a:buChar char="■"/>
              <a:defRPr sz="3000">
                <a:latin typeface="Cambria"/>
                <a:ea typeface="Cambria"/>
                <a:cs typeface="Cambria"/>
              </a:defRPr>
            </a:lvl9pPr>
          </a:lstStyle>
          <a:p>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Big number 1">
  <p:cSld name="CUSTOM_19">
    <p:spTree>
      <p:nvGrpSpPr>
        <p:cNvPr id="1" name=""/>
        <p:cNvGrpSpPr/>
        <p:nvPr/>
      </p:nvGrpSpPr>
      <p:grpSpPr>
        <a:xfrm>
          <a:off x="0" y="0"/>
          <a:ext cx="0" cy="0"/>
          <a:chOff x="0" y="0"/>
          <a:chExt cx="0" cy="0"/>
        </a:xfrm>
      </p:grpSpPr>
      <p:sp>
        <p:nvSpPr>
          <p:cNvPr id="186" name="Google Shape;186;p25">
            <a:extLst>
              <a:ext uri="{FF2B5EF4-FFF2-40B4-BE49-F238E27FC236}">
                <a16:creationId xmlns:a16="http://schemas.microsoft.com/office/drawing/2014/main" id="{E2DDC504-9193-463C-827B-00CA6B28E2D5}"/>
              </a:ext>
            </a:extLst>
          </p:cNvPr>
          <p:cNvSpPr>
            <a:spLocks noGrp="1"/>
          </p:cNvSpPr>
          <p:nvPr>
            <p:ph type="title" hasCustomPrompt="1"/>
          </p:nvPr>
        </p:nvSpPr>
        <p:spPr>
          <a:xfrm>
            <a:off x="713225" y="1345375"/>
            <a:ext cx="6120300" cy="1644300"/>
          </a:xfrm>
          <a:prstGeom prst="rect">
            <a:avLst/>
          </a:prstGeom>
        </p:spPr>
        <p:txBody>
          <a:bodyPr spcFirstLastPara="1" wrap="square" lIns="91425" tIns="91425" rIns="91425" bIns="91425" anchor="t">
            <a:noAutofit/>
          </a:bodyPr>
          <a:lstStyle>
            <a:lvl1pPr>
              <a:spcBef>
                <a:spcPts val="0"/>
              </a:spcBef>
              <a:spcAft>
                <a:spcPts val="0"/>
              </a:spcAft>
              <a:buSzPts val="12000"/>
              <a:buNone/>
              <a:defRPr sz="12000">
                <a:solidFill>
                  <a:schemeClr val="accent1"/>
                </a:solidFill>
              </a:defRPr>
            </a:lvl1pPr>
            <a:lvl2pPr>
              <a:spcBef>
                <a:spcPts val="0"/>
              </a:spcBef>
              <a:spcAft>
                <a:spcPts val="0"/>
              </a:spcAft>
              <a:buSzPts val="12000"/>
              <a:buNone/>
              <a:defRPr sz="12000"/>
            </a:lvl2pPr>
            <a:lvl3pPr>
              <a:spcBef>
                <a:spcPts val="0"/>
              </a:spcBef>
              <a:spcAft>
                <a:spcPts val="0"/>
              </a:spcAft>
              <a:buSzPts val="12000"/>
              <a:buNone/>
              <a:defRPr sz="12000"/>
            </a:lvl3pPr>
            <a:lvl4pPr>
              <a:spcBef>
                <a:spcPts val="0"/>
              </a:spcBef>
              <a:spcAft>
                <a:spcPts val="0"/>
              </a:spcAft>
              <a:buSzPts val="12000"/>
              <a:buNone/>
              <a:defRPr sz="12000"/>
            </a:lvl4pPr>
            <a:lvl5pPr>
              <a:spcBef>
                <a:spcPts val="0"/>
              </a:spcBef>
              <a:spcAft>
                <a:spcPts val="0"/>
              </a:spcAft>
              <a:buSzPts val="12000"/>
              <a:buNone/>
              <a:defRPr sz="12000"/>
            </a:lvl5pPr>
            <a:lvl6pPr>
              <a:spcBef>
                <a:spcPts val="0"/>
              </a:spcBef>
              <a:spcAft>
                <a:spcPts val="0"/>
              </a:spcAft>
              <a:buSzPts val="12000"/>
              <a:buNone/>
              <a:defRPr sz="12000"/>
            </a:lvl6pPr>
            <a:lvl7pPr>
              <a:spcBef>
                <a:spcPts val="0"/>
              </a:spcBef>
              <a:spcAft>
                <a:spcPts val="0"/>
              </a:spcAft>
              <a:buSzPts val="12000"/>
              <a:buNone/>
              <a:defRPr sz="12000"/>
            </a:lvl7pPr>
            <a:lvl8pPr>
              <a:spcBef>
                <a:spcPts val="0"/>
              </a:spcBef>
              <a:spcAft>
                <a:spcPts val="0"/>
              </a:spcAft>
              <a:buSzPts val="12000"/>
              <a:buNone/>
              <a:defRPr sz="12000"/>
            </a:lvl8pPr>
            <a:lvl9pPr>
              <a:spcBef>
                <a:spcPts val="0"/>
              </a:spcBef>
              <a:spcAft>
                <a:spcPts val="0"/>
              </a:spcAft>
              <a:buSzPts val="12000"/>
              <a:buNone/>
              <a:defRPr sz="12000"/>
            </a:lvl9pPr>
          </a:lstStyle>
          <a:p>
            <a:r>
              <a:t>xx%</a:t>
            </a:r>
          </a:p>
        </p:txBody>
      </p:sp>
      <p:sp>
        <p:nvSpPr>
          <p:cNvPr id="187" name="Google Shape;187;p25">
            <a:extLst>
              <a:ext uri="{FF2B5EF4-FFF2-40B4-BE49-F238E27FC236}">
                <a16:creationId xmlns:a16="http://schemas.microsoft.com/office/drawing/2014/main" id="{DCD0EA6A-D2E6-43A8-8BB6-1DC7C0D793D7}"/>
              </a:ext>
            </a:extLst>
          </p:cNvPr>
          <p:cNvSpPr>
            <a:spLocks noGrp="1"/>
          </p:cNvSpPr>
          <p:nvPr>
            <p:ph type="subTitle" idx="1"/>
          </p:nvPr>
        </p:nvSpPr>
        <p:spPr>
          <a:xfrm>
            <a:off x="713225" y="3188648"/>
            <a:ext cx="6120300" cy="375000"/>
          </a:xfrm>
          <a:prstGeom prst="rect">
            <a:avLst/>
          </a:prstGeom>
        </p:spPr>
        <p:txBody>
          <a:bodyPr spcFirstLastPara="1" wrap="square" lIns="91425" tIns="91425" rIns="91425" bIns="91425" anchor="t">
            <a:noAutofit/>
          </a:bodyPr>
          <a:lstStyle>
            <a:lvl1pPr>
              <a:spcBef>
                <a:spcPts val="0"/>
              </a:spcBef>
              <a:spcAft>
                <a:spcPts val="0"/>
              </a:spcAft>
              <a:buSzPts val="1600"/>
              <a:buNone/>
              <a:defRPr sz="1600"/>
            </a:lvl1pPr>
            <a:lvl2pPr>
              <a:spcBef>
                <a:spcPts val="0"/>
              </a:spcBef>
              <a:spcAft>
                <a:spcPts val="0"/>
              </a:spcAft>
              <a:buSzPts val="1600"/>
              <a:buNone/>
              <a:defRPr sz="1600"/>
            </a:lvl2pPr>
            <a:lvl3pPr>
              <a:spcBef>
                <a:spcPts val="0"/>
              </a:spcBef>
              <a:spcAft>
                <a:spcPts val="0"/>
              </a:spcAft>
              <a:buSzPts val="1600"/>
              <a:buNone/>
              <a:defRPr sz="1600"/>
            </a:lvl3pPr>
            <a:lvl4pPr>
              <a:spcBef>
                <a:spcPts val="0"/>
              </a:spcBef>
              <a:spcAft>
                <a:spcPts val="0"/>
              </a:spcAft>
              <a:buSzPts val="1600"/>
              <a:buNone/>
              <a:defRPr sz="1600"/>
            </a:lvl4pPr>
            <a:lvl5pPr>
              <a:spcBef>
                <a:spcPts val="0"/>
              </a:spcBef>
              <a:spcAft>
                <a:spcPts val="0"/>
              </a:spcAft>
              <a:buSzPts val="1600"/>
              <a:buNone/>
              <a:defRPr sz="1600"/>
            </a:lvl5pPr>
            <a:lvl6pPr>
              <a:spcBef>
                <a:spcPts val="0"/>
              </a:spcBef>
              <a:spcAft>
                <a:spcPts val="0"/>
              </a:spcAft>
              <a:buSzPts val="1600"/>
              <a:buNone/>
              <a:defRPr sz="1600"/>
            </a:lvl6pPr>
            <a:lvl7pPr>
              <a:spcBef>
                <a:spcPts val="0"/>
              </a:spcBef>
              <a:spcAft>
                <a:spcPts val="0"/>
              </a:spcAft>
              <a:buSzPts val="1600"/>
              <a:buNone/>
              <a:defRPr sz="1600"/>
            </a:lvl7pPr>
            <a:lvl8pPr>
              <a:spcBef>
                <a:spcPts val="0"/>
              </a:spcBef>
              <a:spcAft>
                <a:spcPts val="0"/>
              </a:spcAft>
              <a:buSzPts val="1600"/>
              <a:buNone/>
              <a:defRPr sz="1600"/>
            </a:lvl8pPr>
            <a:lvl9pPr>
              <a:spcBef>
                <a:spcPts val="0"/>
              </a:spcBef>
              <a:spcAft>
                <a:spcPts val="0"/>
              </a:spcAft>
              <a:buSzPts val="1600"/>
              <a:buNone/>
              <a:defRPr sz="1600"/>
            </a:lvl9pPr>
          </a:lstStyle>
          <a:p>
            <a:endParaRPr/>
          </a:p>
        </p:txBody>
      </p:sp>
      <p:cxnSp>
        <p:nvCxnSpPr>
          <p:cNvPr id="296" name="Google Shape;188;p25"/>
          <p:cNvCxnSpPr/>
          <p:nvPr/>
        </p:nvCxnSpPr>
        <p:spPr>
          <a:xfrm>
            <a:off x="-72550" y="274100"/>
            <a:ext cx="9287400" cy="0"/>
          </a:xfrm>
          <a:prstGeom prst="straightConnector1">
            <a:avLst/>
          </a:prstGeom>
          <a:ln w="28575" cap="flat">
            <a:solidFill>
              <a:schemeClr val="accent1"/>
            </a:solidFill>
            <a:prstDash val="solid"/>
            <a:round/>
            <a:headEnd type="none" w="med" len="med"/>
            <a:tailEnd type="none" w="med" len="med"/>
          </a:ln>
        </p:spPr>
      </p:cxnSp>
      <p:cxnSp>
        <p:nvCxnSpPr>
          <p:cNvPr id="297" name="Google Shape;189;p25"/>
          <p:cNvCxnSpPr/>
          <p:nvPr/>
        </p:nvCxnSpPr>
        <p:spPr>
          <a:xfrm>
            <a:off x="-72550" y="4877450"/>
            <a:ext cx="9287400" cy="0"/>
          </a:xfrm>
          <a:prstGeom prst="straightConnector1">
            <a:avLst/>
          </a:prstGeom>
          <a:ln w="28575" cap="flat">
            <a:solidFill>
              <a:schemeClr val="accent1"/>
            </a:solidFill>
            <a:prstDash val="solid"/>
            <a:round/>
            <a:headEnd type="none" w="med" len="med"/>
            <a:tailEnd type="none" w="med" len="med"/>
          </a:ln>
        </p:spPr>
      </p:cxnSp>
      <p:cxnSp>
        <p:nvCxnSpPr>
          <p:cNvPr id="298" name="Google Shape;190;p25"/>
          <p:cNvCxnSpPr/>
          <p:nvPr/>
        </p:nvCxnSpPr>
        <p:spPr>
          <a:xfrm>
            <a:off x="7441150" y="-48375"/>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cxnSp>
        <p:nvCxnSpPr>
          <p:cNvPr id="299" name="Google Shape;191;p25"/>
          <p:cNvCxnSpPr/>
          <p:nvPr/>
        </p:nvCxnSpPr>
        <p:spPr>
          <a:xfrm flipH="1">
            <a:off x="7454238" y="4053663"/>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Section header 2">
  <p:cSld name="SECTION_HEADER_1">
    <p:spTree>
      <p:nvGrpSpPr>
        <p:cNvPr id="1" name=""/>
        <p:cNvGrpSpPr/>
        <p:nvPr/>
      </p:nvGrpSpPr>
      <p:grpSpPr>
        <a:xfrm>
          <a:off x="0" y="0"/>
          <a:ext cx="0" cy="0"/>
          <a:chOff x="0" y="0"/>
          <a:chExt cx="0" cy="0"/>
        </a:xfrm>
      </p:grpSpPr>
      <p:sp>
        <p:nvSpPr>
          <p:cNvPr id="193" name="Google Shape;193;p26">
            <a:extLst>
              <a:ext uri="{FF2B5EF4-FFF2-40B4-BE49-F238E27FC236}">
                <a16:creationId xmlns:a16="http://schemas.microsoft.com/office/drawing/2014/main" id="{0977B0CA-AE8B-4CEA-BE6D-43617923E39E}"/>
              </a:ext>
            </a:extLst>
          </p:cNvPr>
          <p:cNvSpPr>
            <a:spLocks noGrp="1"/>
          </p:cNvSpPr>
          <p:nvPr>
            <p:ph type="title"/>
          </p:nvPr>
        </p:nvSpPr>
        <p:spPr>
          <a:xfrm>
            <a:off x="4956100" y="2467375"/>
            <a:ext cx="2475300" cy="648900"/>
          </a:xfrm>
          <a:prstGeom prst="rect">
            <a:avLst/>
          </a:prstGeom>
          <a:noFill/>
        </p:spPr>
        <p:txBody>
          <a:bodyPr spcFirstLastPara="1" wrap="square" lIns="91425" tIns="91425" rIns="91425" bIns="91425" anchor="ctr">
            <a:noAutofit/>
          </a:bodyPr>
          <a:lstStyle>
            <a:lvl1pPr>
              <a:spcBef>
                <a:spcPts val="0"/>
              </a:spcBef>
              <a:spcAft>
                <a:spcPts val="0"/>
              </a:spcAft>
              <a:buSzPts val="3600"/>
              <a:buNone/>
              <a:defRPr sz="3500"/>
            </a:lvl1pPr>
            <a:lvl2pPr>
              <a:spcBef>
                <a:spcPts val="0"/>
              </a:spcBef>
              <a:spcAft>
                <a:spcPts val="0"/>
              </a:spcAft>
              <a:buSzPts val="3600"/>
              <a:buNone/>
              <a:defRPr sz="3600"/>
            </a:lvl2pPr>
            <a:lvl3pPr>
              <a:spcBef>
                <a:spcPts val="0"/>
              </a:spcBef>
              <a:spcAft>
                <a:spcPts val="0"/>
              </a:spcAft>
              <a:buSzPts val="3600"/>
              <a:buNone/>
              <a:defRPr sz="3600"/>
            </a:lvl3pPr>
            <a:lvl4pPr>
              <a:spcBef>
                <a:spcPts val="0"/>
              </a:spcBef>
              <a:spcAft>
                <a:spcPts val="0"/>
              </a:spcAft>
              <a:buSzPts val="3600"/>
              <a:buNone/>
              <a:defRPr sz="3600"/>
            </a:lvl4pPr>
            <a:lvl5pPr>
              <a:spcBef>
                <a:spcPts val="0"/>
              </a:spcBef>
              <a:spcAft>
                <a:spcPts val="0"/>
              </a:spcAft>
              <a:buSzPts val="3600"/>
              <a:buNone/>
              <a:defRPr sz="3600"/>
            </a:lvl5pPr>
            <a:lvl6pPr>
              <a:spcBef>
                <a:spcPts val="0"/>
              </a:spcBef>
              <a:spcAft>
                <a:spcPts val="0"/>
              </a:spcAft>
              <a:buSzPts val="3600"/>
              <a:buNone/>
              <a:defRPr sz="3600"/>
            </a:lvl6pPr>
            <a:lvl7pPr>
              <a:spcBef>
                <a:spcPts val="0"/>
              </a:spcBef>
              <a:spcAft>
                <a:spcPts val="0"/>
              </a:spcAft>
              <a:buSzPts val="3600"/>
              <a:buNone/>
              <a:defRPr sz="3600"/>
            </a:lvl7pPr>
            <a:lvl8pPr>
              <a:spcBef>
                <a:spcPts val="0"/>
              </a:spcBef>
              <a:spcAft>
                <a:spcPts val="0"/>
              </a:spcAft>
              <a:buSzPts val="3600"/>
              <a:buNone/>
              <a:defRPr sz="3600"/>
            </a:lvl8pPr>
            <a:lvl9pPr>
              <a:spcBef>
                <a:spcPts val="0"/>
              </a:spcBef>
              <a:spcAft>
                <a:spcPts val="0"/>
              </a:spcAft>
              <a:buSzPts val="3600"/>
              <a:buNone/>
              <a:defRPr sz="3600"/>
            </a:lvl9pPr>
          </a:lstStyle>
          <a:p>
            <a:endParaRPr/>
          </a:p>
        </p:txBody>
      </p:sp>
      <p:sp>
        <p:nvSpPr>
          <p:cNvPr id="194" name="Google Shape;194;p26">
            <a:extLst>
              <a:ext uri="{FF2B5EF4-FFF2-40B4-BE49-F238E27FC236}">
                <a16:creationId xmlns:a16="http://schemas.microsoft.com/office/drawing/2014/main" id="{C7009A89-7708-4CDA-9BDF-E16BB384749D}"/>
              </a:ext>
            </a:extLst>
          </p:cNvPr>
          <p:cNvSpPr>
            <a:spLocks noGrp="1"/>
          </p:cNvSpPr>
          <p:nvPr>
            <p:ph type="title" idx="2" hasCustomPrompt="1"/>
          </p:nvPr>
        </p:nvSpPr>
        <p:spPr>
          <a:xfrm>
            <a:off x="4956100" y="1402325"/>
            <a:ext cx="1650900" cy="978300"/>
          </a:xfrm>
          <a:prstGeom prst="rect">
            <a:avLst/>
          </a:prstGeom>
        </p:spPr>
        <p:txBody>
          <a:bodyPr spcFirstLastPara="1" wrap="square" lIns="91425" tIns="91425" rIns="91425" bIns="91425" anchor="ctr">
            <a:noAutofit/>
          </a:bodyPr>
          <a:lstStyle>
            <a:lvl1pPr>
              <a:spcBef>
                <a:spcPts val="0"/>
              </a:spcBef>
              <a:spcAft>
                <a:spcPts val="0"/>
              </a:spcAft>
              <a:buSzPts val="6000"/>
              <a:buNone/>
              <a:defRPr sz="7000">
                <a:solidFill>
                  <a:schemeClr val="accent1"/>
                </a:solidFill>
              </a:defRPr>
            </a:lvl1pPr>
            <a:lvl2pPr>
              <a:spcBef>
                <a:spcPts val="0"/>
              </a:spcBef>
              <a:spcAft>
                <a:spcPts val="0"/>
              </a:spcAft>
              <a:buSzPts val="6000"/>
              <a:buNone/>
              <a:defRPr sz="6000" b="1"/>
            </a:lvl2pPr>
            <a:lvl3pPr>
              <a:spcBef>
                <a:spcPts val="0"/>
              </a:spcBef>
              <a:spcAft>
                <a:spcPts val="0"/>
              </a:spcAft>
              <a:buSzPts val="6000"/>
              <a:buNone/>
              <a:defRPr sz="6000" b="1"/>
            </a:lvl3pPr>
            <a:lvl4pPr>
              <a:spcBef>
                <a:spcPts val="0"/>
              </a:spcBef>
              <a:spcAft>
                <a:spcPts val="0"/>
              </a:spcAft>
              <a:buSzPts val="6000"/>
              <a:buNone/>
              <a:defRPr sz="6000" b="1"/>
            </a:lvl4pPr>
            <a:lvl5pPr>
              <a:spcBef>
                <a:spcPts val="0"/>
              </a:spcBef>
              <a:spcAft>
                <a:spcPts val="0"/>
              </a:spcAft>
              <a:buSzPts val="6000"/>
              <a:buNone/>
              <a:defRPr sz="6000" b="1"/>
            </a:lvl5pPr>
            <a:lvl6pPr>
              <a:spcBef>
                <a:spcPts val="0"/>
              </a:spcBef>
              <a:spcAft>
                <a:spcPts val="0"/>
              </a:spcAft>
              <a:buSzPts val="6000"/>
              <a:buNone/>
              <a:defRPr sz="6000" b="1"/>
            </a:lvl6pPr>
            <a:lvl7pPr>
              <a:spcBef>
                <a:spcPts val="0"/>
              </a:spcBef>
              <a:spcAft>
                <a:spcPts val="0"/>
              </a:spcAft>
              <a:buSzPts val="6000"/>
              <a:buNone/>
              <a:defRPr sz="6000" b="1"/>
            </a:lvl7pPr>
            <a:lvl8pPr>
              <a:spcBef>
                <a:spcPts val="0"/>
              </a:spcBef>
              <a:spcAft>
                <a:spcPts val="0"/>
              </a:spcAft>
              <a:buSzPts val="6000"/>
              <a:buNone/>
              <a:defRPr sz="6000" b="1"/>
            </a:lvl8pPr>
            <a:lvl9pPr>
              <a:spcBef>
                <a:spcPts val="0"/>
              </a:spcBef>
              <a:spcAft>
                <a:spcPts val="0"/>
              </a:spcAft>
              <a:buSzPts val="6000"/>
              <a:buNone/>
              <a:defRPr sz="6000" b="1"/>
            </a:lvl9pPr>
          </a:lstStyle>
          <a:p>
            <a:r>
              <a:t>xx%</a:t>
            </a:r>
          </a:p>
        </p:txBody>
      </p:sp>
      <p:sp>
        <p:nvSpPr>
          <p:cNvPr id="195" name="Google Shape;195;p26">
            <a:extLst>
              <a:ext uri="{FF2B5EF4-FFF2-40B4-BE49-F238E27FC236}">
                <a16:creationId xmlns:a16="http://schemas.microsoft.com/office/drawing/2014/main" id="{EF2C37C6-5362-4A15-AD26-ABBB4B76C5E1}"/>
              </a:ext>
            </a:extLst>
          </p:cNvPr>
          <p:cNvSpPr>
            <a:spLocks noGrp="1"/>
          </p:cNvSpPr>
          <p:nvPr>
            <p:ph type="subTitle" idx="1"/>
          </p:nvPr>
        </p:nvSpPr>
        <p:spPr>
          <a:xfrm>
            <a:off x="4956100" y="3116275"/>
            <a:ext cx="2475300" cy="624900"/>
          </a:xfrm>
          <a:prstGeom prst="rect">
            <a:avLst/>
          </a:prstGeom>
        </p:spPr>
        <p:txBody>
          <a:bodyPr spcFirstLastPara="1" wrap="square" lIns="91425" tIns="91425" rIns="91425" bIns="91425" anchor="ctr">
            <a:noAutofit/>
          </a:bodyPr>
          <a:lstStyle>
            <a:lvl1pPr>
              <a:lnSpc>
                <a:spcPct val="100000"/>
              </a:lnSpc>
              <a:spcBef>
                <a:spcPts val="0"/>
              </a:spcBef>
              <a:spcAft>
                <a:spcPts val="0"/>
              </a:spcAft>
              <a:buSzPts val="1800"/>
              <a:buNone/>
              <a:defRPr sz="1400"/>
            </a:lvl1pPr>
            <a:lvl2pPr>
              <a:spcBef>
                <a:spcPts val="0"/>
              </a:spcBef>
              <a:spcAft>
                <a:spcPts val="0"/>
              </a:spcAft>
              <a:buSzPts val="1400"/>
              <a:buNone/>
              <a:defRPr/>
            </a:lvl2pPr>
            <a:lvl3pPr>
              <a:spcBef>
                <a:spcPts val="0"/>
              </a:spcBef>
              <a:spcAft>
                <a:spcPts val="0"/>
              </a:spcAft>
              <a:buSzPts val="1400"/>
              <a:buNone/>
              <a:defRPr/>
            </a:lvl3pPr>
            <a:lvl4pPr>
              <a:spcBef>
                <a:spcPts val="0"/>
              </a:spcBef>
              <a:spcAft>
                <a:spcPts val="0"/>
              </a:spcAft>
              <a:buSzPts val="1400"/>
              <a:buNone/>
              <a:defRPr/>
            </a:lvl4pPr>
            <a:lvl5pPr>
              <a:spcBef>
                <a:spcPts val="0"/>
              </a:spcBef>
              <a:spcAft>
                <a:spcPts val="0"/>
              </a:spcAft>
              <a:buSzPts val="1400"/>
              <a:buNone/>
              <a:defRPr/>
            </a:lvl5pPr>
            <a:lvl6pPr>
              <a:spcBef>
                <a:spcPts val="0"/>
              </a:spcBef>
              <a:spcAft>
                <a:spcPts val="0"/>
              </a:spcAft>
              <a:buSzPts val="1400"/>
              <a:buNone/>
              <a:defRPr/>
            </a:lvl6pPr>
            <a:lvl7pPr>
              <a:spcBef>
                <a:spcPts val="0"/>
              </a:spcBef>
              <a:spcAft>
                <a:spcPts val="0"/>
              </a:spcAft>
              <a:buSzPts val="1400"/>
              <a:buNone/>
              <a:defRPr/>
            </a:lvl7pPr>
            <a:lvl8pPr>
              <a:spcBef>
                <a:spcPts val="0"/>
              </a:spcBef>
              <a:spcAft>
                <a:spcPts val="0"/>
              </a:spcAft>
              <a:buSzPts val="1400"/>
              <a:buNone/>
              <a:defRPr/>
            </a:lvl8pPr>
            <a:lvl9pPr>
              <a:spcBef>
                <a:spcPts val="0"/>
              </a:spcBef>
              <a:spcAft>
                <a:spcPts val="0"/>
              </a:spcAft>
              <a:buSzPts val="1400"/>
              <a:buNone/>
              <a:defRPr/>
            </a:lvl9pPr>
          </a:lstStyle>
          <a:p>
            <a:endParaRPr/>
          </a:p>
        </p:txBody>
      </p:sp>
      <p:cxnSp>
        <p:nvCxnSpPr>
          <p:cNvPr id="304" name="Google Shape;196;p26"/>
          <p:cNvCxnSpPr/>
          <p:nvPr/>
        </p:nvCxnSpPr>
        <p:spPr>
          <a:xfrm>
            <a:off x="-72550" y="274100"/>
            <a:ext cx="9287400" cy="0"/>
          </a:xfrm>
          <a:prstGeom prst="straightConnector1">
            <a:avLst/>
          </a:prstGeom>
          <a:ln w="28575" cap="flat">
            <a:solidFill>
              <a:schemeClr val="accent1"/>
            </a:solidFill>
            <a:prstDash val="solid"/>
            <a:round/>
            <a:headEnd type="none" w="med" len="med"/>
            <a:tailEnd type="none" w="med" len="med"/>
          </a:ln>
        </p:spPr>
      </p:cxnSp>
      <p:cxnSp>
        <p:nvCxnSpPr>
          <p:cNvPr id="305" name="Google Shape;197;p26"/>
          <p:cNvCxnSpPr/>
          <p:nvPr/>
        </p:nvCxnSpPr>
        <p:spPr>
          <a:xfrm>
            <a:off x="-72550" y="4877450"/>
            <a:ext cx="9287400" cy="0"/>
          </a:xfrm>
          <a:prstGeom prst="straightConnector1">
            <a:avLst/>
          </a:prstGeom>
          <a:ln w="28575" cap="flat">
            <a:solidFill>
              <a:schemeClr val="accent1"/>
            </a:solidFill>
            <a:prstDash val="solid"/>
            <a:round/>
            <a:headEnd type="none" w="med" len="med"/>
            <a:tailEnd type="none" w="med" len="med"/>
          </a:ln>
        </p:spPr>
      </p:cxnSp>
      <p:cxnSp>
        <p:nvCxnSpPr>
          <p:cNvPr id="306" name="Google Shape;198;p26"/>
          <p:cNvCxnSpPr/>
          <p:nvPr/>
        </p:nvCxnSpPr>
        <p:spPr>
          <a:xfrm>
            <a:off x="-209600" y="2402450"/>
            <a:ext cx="3144300" cy="2789700"/>
          </a:xfrm>
          <a:prstGeom prst="curvedConnector3">
            <a:avLst>
              <a:gd name="adj1" fmla="val 50000"/>
            </a:avLst>
          </a:prstGeom>
          <a:ln w="28575" cap="flat">
            <a:solidFill>
              <a:schemeClr val="accent2"/>
            </a:solidFill>
            <a:prstDash val="solid"/>
            <a:round/>
            <a:headEnd type="none" w="med" len="med"/>
            <a:tailEnd type="none" w="med" len="med"/>
          </a:ln>
        </p:spPr>
      </p:cxn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Section header 3">
  <p:cSld name="CUSTOM_20">
    <p:spTree>
      <p:nvGrpSpPr>
        <p:cNvPr id="1" name=""/>
        <p:cNvGrpSpPr/>
        <p:nvPr/>
      </p:nvGrpSpPr>
      <p:grpSpPr>
        <a:xfrm>
          <a:off x="0" y="0"/>
          <a:ext cx="0" cy="0"/>
          <a:chOff x="0" y="0"/>
          <a:chExt cx="0" cy="0"/>
        </a:xfrm>
      </p:grpSpPr>
      <p:sp>
        <p:nvSpPr>
          <p:cNvPr id="200" name="Google Shape;200;p27">
            <a:extLst>
              <a:ext uri="{FF2B5EF4-FFF2-40B4-BE49-F238E27FC236}">
                <a16:creationId xmlns:a16="http://schemas.microsoft.com/office/drawing/2014/main" id="{F5B7E595-BFD3-48A5-A4B4-104012FCC96F}"/>
              </a:ext>
            </a:extLst>
          </p:cNvPr>
          <p:cNvSpPr>
            <a:spLocks noGrp="1"/>
          </p:cNvSpPr>
          <p:nvPr>
            <p:ph type="title"/>
          </p:nvPr>
        </p:nvSpPr>
        <p:spPr>
          <a:xfrm>
            <a:off x="4373850" y="944250"/>
            <a:ext cx="2475300" cy="648900"/>
          </a:xfrm>
          <a:prstGeom prst="rect">
            <a:avLst/>
          </a:prstGeom>
          <a:noFill/>
        </p:spPr>
        <p:txBody>
          <a:bodyPr spcFirstLastPara="1" wrap="square" lIns="91425" tIns="91425" rIns="91425" bIns="91425" anchor="ctr">
            <a:noAutofit/>
          </a:bodyPr>
          <a:lstStyle>
            <a:lvl1pPr>
              <a:spcBef>
                <a:spcPts val="0"/>
              </a:spcBef>
              <a:spcAft>
                <a:spcPts val="0"/>
              </a:spcAft>
              <a:buSzPts val="3600"/>
              <a:buNone/>
              <a:defRPr sz="3500"/>
            </a:lvl1pPr>
            <a:lvl2pPr>
              <a:spcBef>
                <a:spcPts val="0"/>
              </a:spcBef>
              <a:spcAft>
                <a:spcPts val="0"/>
              </a:spcAft>
              <a:buSzPts val="3600"/>
              <a:buNone/>
              <a:defRPr sz="3600"/>
            </a:lvl2pPr>
            <a:lvl3pPr>
              <a:spcBef>
                <a:spcPts val="0"/>
              </a:spcBef>
              <a:spcAft>
                <a:spcPts val="0"/>
              </a:spcAft>
              <a:buSzPts val="3600"/>
              <a:buNone/>
              <a:defRPr sz="3600"/>
            </a:lvl3pPr>
            <a:lvl4pPr>
              <a:spcBef>
                <a:spcPts val="0"/>
              </a:spcBef>
              <a:spcAft>
                <a:spcPts val="0"/>
              </a:spcAft>
              <a:buSzPts val="3600"/>
              <a:buNone/>
              <a:defRPr sz="3600"/>
            </a:lvl4pPr>
            <a:lvl5pPr>
              <a:spcBef>
                <a:spcPts val="0"/>
              </a:spcBef>
              <a:spcAft>
                <a:spcPts val="0"/>
              </a:spcAft>
              <a:buSzPts val="3600"/>
              <a:buNone/>
              <a:defRPr sz="3600"/>
            </a:lvl5pPr>
            <a:lvl6pPr>
              <a:spcBef>
                <a:spcPts val="0"/>
              </a:spcBef>
              <a:spcAft>
                <a:spcPts val="0"/>
              </a:spcAft>
              <a:buSzPts val="3600"/>
              <a:buNone/>
              <a:defRPr sz="3600"/>
            </a:lvl6pPr>
            <a:lvl7pPr>
              <a:spcBef>
                <a:spcPts val="0"/>
              </a:spcBef>
              <a:spcAft>
                <a:spcPts val="0"/>
              </a:spcAft>
              <a:buSzPts val="3600"/>
              <a:buNone/>
              <a:defRPr sz="3600"/>
            </a:lvl7pPr>
            <a:lvl8pPr>
              <a:spcBef>
                <a:spcPts val="0"/>
              </a:spcBef>
              <a:spcAft>
                <a:spcPts val="0"/>
              </a:spcAft>
              <a:buSzPts val="3600"/>
              <a:buNone/>
              <a:defRPr sz="3600"/>
            </a:lvl8pPr>
            <a:lvl9pPr>
              <a:spcBef>
                <a:spcPts val="0"/>
              </a:spcBef>
              <a:spcAft>
                <a:spcPts val="0"/>
              </a:spcAft>
              <a:buSzPts val="3600"/>
              <a:buNone/>
              <a:defRPr sz="3600"/>
            </a:lvl9pPr>
          </a:lstStyle>
          <a:p>
            <a:endParaRPr/>
          </a:p>
        </p:txBody>
      </p:sp>
      <p:sp>
        <p:nvSpPr>
          <p:cNvPr id="201" name="Google Shape;201;p27">
            <a:extLst>
              <a:ext uri="{FF2B5EF4-FFF2-40B4-BE49-F238E27FC236}">
                <a16:creationId xmlns:a16="http://schemas.microsoft.com/office/drawing/2014/main" id="{3A7A1D4C-D48E-4B56-9E5C-7CF08B6C2814}"/>
              </a:ext>
            </a:extLst>
          </p:cNvPr>
          <p:cNvSpPr>
            <a:spLocks noGrp="1"/>
          </p:cNvSpPr>
          <p:nvPr>
            <p:ph type="title" idx="2" hasCustomPrompt="1"/>
          </p:nvPr>
        </p:nvSpPr>
        <p:spPr>
          <a:xfrm>
            <a:off x="2294850" y="1096650"/>
            <a:ext cx="1650900" cy="978300"/>
          </a:xfrm>
          <a:prstGeom prst="rect">
            <a:avLst/>
          </a:prstGeom>
        </p:spPr>
        <p:txBody>
          <a:bodyPr spcFirstLastPara="1" wrap="square" lIns="91425" tIns="91425" rIns="91425" bIns="91425" anchor="ctr">
            <a:noAutofit/>
          </a:bodyPr>
          <a:lstStyle>
            <a:lvl1pPr algn="r">
              <a:spcBef>
                <a:spcPts val="0"/>
              </a:spcBef>
              <a:spcAft>
                <a:spcPts val="0"/>
              </a:spcAft>
              <a:buSzPts val="6000"/>
              <a:buNone/>
              <a:defRPr sz="7000">
                <a:solidFill>
                  <a:schemeClr val="accent1"/>
                </a:solidFill>
              </a:defRPr>
            </a:lvl1pPr>
            <a:lvl2pPr>
              <a:spcBef>
                <a:spcPts val="0"/>
              </a:spcBef>
              <a:spcAft>
                <a:spcPts val="0"/>
              </a:spcAft>
              <a:buSzPts val="6000"/>
              <a:buNone/>
              <a:defRPr sz="6000" b="1"/>
            </a:lvl2pPr>
            <a:lvl3pPr>
              <a:spcBef>
                <a:spcPts val="0"/>
              </a:spcBef>
              <a:spcAft>
                <a:spcPts val="0"/>
              </a:spcAft>
              <a:buSzPts val="6000"/>
              <a:buNone/>
              <a:defRPr sz="6000" b="1"/>
            </a:lvl3pPr>
            <a:lvl4pPr>
              <a:spcBef>
                <a:spcPts val="0"/>
              </a:spcBef>
              <a:spcAft>
                <a:spcPts val="0"/>
              </a:spcAft>
              <a:buSzPts val="6000"/>
              <a:buNone/>
              <a:defRPr sz="6000" b="1"/>
            </a:lvl4pPr>
            <a:lvl5pPr>
              <a:spcBef>
                <a:spcPts val="0"/>
              </a:spcBef>
              <a:spcAft>
                <a:spcPts val="0"/>
              </a:spcAft>
              <a:buSzPts val="6000"/>
              <a:buNone/>
              <a:defRPr sz="6000" b="1"/>
            </a:lvl5pPr>
            <a:lvl6pPr>
              <a:spcBef>
                <a:spcPts val="0"/>
              </a:spcBef>
              <a:spcAft>
                <a:spcPts val="0"/>
              </a:spcAft>
              <a:buSzPts val="6000"/>
              <a:buNone/>
              <a:defRPr sz="6000" b="1"/>
            </a:lvl6pPr>
            <a:lvl7pPr>
              <a:spcBef>
                <a:spcPts val="0"/>
              </a:spcBef>
              <a:spcAft>
                <a:spcPts val="0"/>
              </a:spcAft>
              <a:buSzPts val="6000"/>
              <a:buNone/>
              <a:defRPr sz="6000" b="1"/>
            </a:lvl7pPr>
            <a:lvl8pPr>
              <a:spcBef>
                <a:spcPts val="0"/>
              </a:spcBef>
              <a:spcAft>
                <a:spcPts val="0"/>
              </a:spcAft>
              <a:buSzPts val="6000"/>
              <a:buNone/>
              <a:defRPr sz="6000" b="1"/>
            </a:lvl8pPr>
            <a:lvl9pPr>
              <a:spcBef>
                <a:spcPts val="0"/>
              </a:spcBef>
              <a:spcAft>
                <a:spcPts val="0"/>
              </a:spcAft>
              <a:buSzPts val="6000"/>
              <a:buNone/>
              <a:defRPr sz="6000" b="1"/>
            </a:lvl9pPr>
          </a:lstStyle>
          <a:p>
            <a:r>
              <a:t>xx%</a:t>
            </a:r>
          </a:p>
        </p:txBody>
      </p:sp>
      <p:sp>
        <p:nvSpPr>
          <p:cNvPr id="202" name="Google Shape;202;p27">
            <a:extLst>
              <a:ext uri="{FF2B5EF4-FFF2-40B4-BE49-F238E27FC236}">
                <a16:creationId xmlns:a16="http://schemas.microsoft.com/office/drawing/2014/main" id="{DCD5C324-53DC-4D46-8AF6-43676119A0B4}"/>
              </a:ext>
            </a:extLst>
          </p:cNvPr>
          <p:cNvSpPr>
            <a:spLocks noGrp="1"/>
          </p:cNvSpPr>
          <p:nvPr>
            <p:ph type="subTitle" idx="1"/>
          </p:nvPr>
        </p:nvSpPr>
        <p:spPr>
          <a:xfrm>
            <a:off x="4373850" y="1593150"/>
            <a:ext cx="2475300" cy="624900"/>
          </a:xfrm>
          <a:prstGeom prst="rect">
            <a:avLst/>
          </a:prstGeom>
        </p:spPr>
        <p:txBody>
          <a:bodyPr spcFirstLastPara="1" wrap="square" lIns="91425" tIns="91425" rIns="91425" bIns="91425" anchor="ctr">
            <a:noAutofit/>
          </a:bodyPr>
          <a:lstStyle>
            <a:lvl1pPr>
              <a:lnSpc>
                <a:spcPct val="100000"/>
              </a:lnSpc>
              <a:spcBef>
                <a:spcPts val="0"/>
              </a:spcBef>
              <a:spcAft>
                <a:spcPts val="0"/>
              </a:spcAft>
              <a:buSzPts val="1800"/>
              <a:buNone/>
              <a:defRPr sz="1400">
                <a:solidFill>
                  <a:schemeClr val="dk1"/>
                </a:solidFill>
              </a:defRPr>
            </a:lvl1pPr>
            <a:lvl2pPr>
              <a:spcBef>
                <a:spcPts val="0"/>
              </a:spcBef>
              <a:spcAft>
                <a:spcPts val="0"/>
              </a:spcAft>
              <a:buSzPts val="1400"/>
              <a:buNone/>
              <a:defRPr/>
            </a:lvl2pPr>
            <a:lvl3pPr>
              <a:spcBef>
                <a:spcPts val="0"/>
              </a:spcBef>
              <a:spcAft>
                <a:spcPts val="0"/>
              </a:spcAft>
              <a:buSzPts val="1400"/>
              <a:buNone/>
              <a:defRPr/>
            </a:lvl3pPr>
            <a:lvl4pPr>
              <a:spcBef>
                <a:spcPts val="0"/>
              </a:spcBef>
              <a:spcAft>
                <a:spcPts val="0"/>
              </a:spcAft>
              <a:buSzPts val="1400"/>
              <a:buNone/>
              <a:defRPr/>
            </a:lvl4pPr>
            <a:lvl5pPr>
              <a:spcBef>
                <a:spcPts val="0"/>
              </a:spcBef>
              <a:spcAft>
                <a:spcPts val="0"/>
              </a:spcAft>
              <a:buSzPts val="1400"/>
              <a:buNone/>
              <a:defRPr/>
            </a:lvl5pPr>
            <a:lvl6pPr>
              <a:spcBef>
                <a:spcPts val="0"/>
              </a:spcBef>
              <a:spcAft>
                <a:spcPts val="0"/>
              </a:spcAft>
              <a:buSzPts val="1400"/>
              <a:buNone/>
              <a:defRPr/>
            </a:lvl6pPr>
            <a:lvl7pPr>
              <a:spcBef>
                <a:spcPts val="0"/>
              </a:spcBef>
              <a:spcAft>
                <a:spcPts val="0"/>
              </a:spcAft>
              <a:buSzPts val="1400"/>
              <a:buNone/>
              <a:defRPr/>
            </a:lvl7pPr>
            <a:lvl8pPr>
              <a:spcBef>
                <a:spcPts val="0"/>
              </a:spcBef>
              <a:spcAft>
                <a:spcPts val="0"/>
              </a:spcAft>
              <a:buSzPts val="1400"/>
              <a:buNone/>
              <a:defRPr/>
            </a:lvl8pPr>
            <a:lvl9pPr>
              <a:spcBef>
                <a:spcPts val="0"/>
              </a:spcBef>
              <a:spcAft>
                <a:spcPts val="0"/>
              </a:spcAft>
              <a:buSzPts val="1400"/>
              <a:buNone/>
              <a:defRPr/>
            </a:lvl9pPr>
          </a:lstStyle>
          <a:p>
            <a:endParaRPr/>
          </a:p>
        </p:txBody>
      </p:sp>
      <p:cxnSp>
        <p:nvCxnSpPr>
          <p:cNvPr id="365" name="Google Shape;203;p27"/>
          <p:cNvCxnSpPr/>
          <p:nvPr/>
        </p:nvCxnSpPr>
        <p:spPr>
          <a:xfrm>
            <a:off x="-72550" y="274100"/>
            <a:ext cx="9287400" cy="0"/>
          </a:xfrm>
          <a:prstGeom prst="straightConnector1">
            <a:avLst/>
          </a:prstGeom>
          <a:ln w="28575" cap="flat">
            <a:solidFill>
              <a:schemeClr val="accent1"/>
            </a:solidFill>
            <a:prstDash val="solid"/>
            <a:round/>
            <a:headEnd type="none" w="med" len="med"/>
            <a:tailEnd type="none" w="med" len="med"/>
          </a:ln>
        </p:spPr>
      </p:cxnSp>
      <p:cxnSp>
        <p:nvCxnSpPr>
          <p:cNvPr id="366" name="Google Shape;204;p27"/>
          <p:cNvCxnSpPr/>
          <p:nvPr/>
        </p:nvCxnSpPr>
        <p:spPr>
          <a:xfrm>
            <a:off x="-72550" y="4877450"/>
            <a:ext cx="9287400" cy="0"/>
          </a:xfrm>
          <a:prstGeom prst="straightConnector1">
            <a:avLst/>
          </a:prstGeom>
          <a:ln w="28575" cap="flat">
            <a:solidFill>
              <a:schemeClr val="accent1"/>
            </a:solidFill>
            <a:prstDash val="solid"/>
            <a:round/>
            <a:headEnd type="none" w="med" len="med"/>
            <a:tailEnd type="none" w="med" len="med"/>
          </a:ln>
        </p:spPr>
      </p:cxnSp>
      <p:cxnSp>
        <p:nvCxnSpPr>
          <p:cNvPr id="367" name="Google Shape;205;p27"/>
          <p:cNvCxnSpPr/>
          <p:nvPr/>
        </p:nvCxnSpPr>
        <p:spPr>
          <a:xfrm>
            <a:off x="-250225" y="4076450"/>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cxnSp>
        <p:nvCxnSpPr>
          <p:cNvPr id="368" name="Google Shape;206;p27"/>
          <p:cNvCxnSpPr/>
          <p:nvPr/>
        </p:nvCxnSpPr>
        <p:spPr>
          <a:xfrm>
            <a:off x="7441150" y="-48375"/>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cxnSp>
        <p:nvCxnSpPr>
          <p:cNvPr id="369" name="Google Shape;207;p27"/>
          <p:cNvCxnSpPr/>
          <p:nvPr/>
        </p:nvCxnSpPr>
        <p:spPr>
          <a:xfrm flipH="1">
            <a:off x="7454238" y="4053663"/>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cxnSp>
        <p:nvCxnSpPr>
          <p:cNvPr id="370" name="Google Shape;208;p27"/>
          <p:cNvCxnSpPr/>
          <p:nvPr/>
        </p:nvCxnSpPr>
        <p:spPr>
          <a:xfrm flipH="1">
            <a:off x="-237137" y="-71162"/>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Title and text 3">
  <p:cSld name="CUSTOM_3_1">
    <p:spTree>
      <p:nvGrpSpPr>
        <p:cNvPr id="1" name=""/>
        <p:cNvGrpSpPr/>
        <p:nvPr/>
      </p:nvGrpSpPr>
      <p:grpSpPr>
        <a:xfrm>
          <a:off x="0" y="0"/>
          <a:ext cx="0" cy="0"/>
          <a:chOff x="0" y="0"/>
          <a:chExt cx="0" cy="0"/>
        </a:xfrm>
      </p:grpSpPr>
      <p:sp>
        <p:nvSpPr>
          <p:cNvPr id="210" name="Google Shape;210;p28">
            <a:extLst>
              <a:ext uri="{FF2B5EF4-FFF2-40B4-BE49-F238E27FC236}">
                <a16:creationId xmlns:a16="http://schemas.microsoft.com/office/drawing/2014/main" id="{E5F19E44-709B-439A-8715-EF78D81C7C9B}"/>
              </a:ext>
            </a:extLst>
          </p:cNvPr>
          <p:cNvSpPr>
            <a:spLocks noGrp="1"/>
          </p:cNvSpPr>
          <p:nvPr>
            <p:ph type="title"/>
          </p:nvPr>
        </p:nvSpPr>
        <p:spPr>
          <a:xfrm>
            <a:off x="1043725" y="922567"/>
            <a:ext cx="3123000" cy="2257500"/>
          </a:xfrm>
          <a:prstGeom prst="rect">
            <a:avLst/>
          </a:prstGeom>
        </p:spPr>
        <p:txBody>
          <a:bodyPr spcFirstLastPara="1" wrap="square" lIns="91425" tIns="91425" rIns="91425" bIns="91425" anchor="t">
            <a:noAutofit/>
          </a:bodyPr>
          <a:lstStyle>
            <a:lvl1pPr algn="l">
              <a:spcBef>
                <a:spcPts val="0"/>
              </a:spcBef>
              <a:spcAft>
                <a:spcPts val="0"/>
              </a:spcAft>
              <a:buSzPts val="3000"/>
              <a:buNone/>
              <a:defRPr sz="3500"/>
            </a:lvl1pPr>
            <a:lvl2pPr>
              <a:spcBef>
                <a:spcPts val="0"/>
              </a:spcBef>
              <a:spcAft>
                <a:spcPts val="0"/>
              </a:spcAft>
              <a:buSzPts val="3000"/>
              <a:buNone/>
              <a:defRPr/>
            </a:lvl2pPr>
            <a:lvl3pPr>
              <a:spcBef>
                <a:spcPts val="0"/>
              </a:spcBef>
              <a:spcAft>
                <a:spcPts val="0"/>
              </a:spcAft>
              <a:buSzPts val="3000"/>
              <a:buNone/>
              <a:defRPr/>
            </a:lvl3pPr>
            <a:lvl4pPr>
              <a:spcBef>
                <a:spcPts val="0"/>
              </a:spcBef>
              <a:spcAft>
                <a:spcPts val="0"/>
              </a:spcAft>
              <a:buSzPts val="3000"/>
              <a:buNone/>
              <a:defRPr/>
            </a:lvl4pPr>
            <a:lvl5pPr>
              <a:spcBef>
                <a:spcPts val="0"/>
              </a:spcBef>
              <a:spcAft>
                <a:spcPts val="0"/>
              </a:spcAft>
              <a:buSzPts val="3000"/>
              <a:buNone/>
              <a:defRPr/>
            </a:lvl5pPr>
            <a:lvl6pPr>
              <a:spcBef>
                <a:spcPts val="0"/>
              </a:spcBef>
              <a:spcAft>
                <a:spcPts val="0"/>
              </a:spcAft>
              <a:buSzPts val="3000"/>
              <a:buNone/>
              <a:defRPr/>
            </a:lvl6pPr>
            <a:lvl7pPr>
              <a:spcBef>
                <a:spcPts val="0"/>
              </a:spcBef>
              <a:spcAft>
                <a:spcPts val="0"/>
              </a:spcAft>
              <a:buSzPts val="3000"/>
              <a:buNone/>
              <a:defRPr/>
            </a:lvl7pPr>
            <a:lvl8pPr>
              <a:spcBef>
                <a:spcPts val="0"/>
              </a:spcBef>
              <a:spcAft>
                <a:spcPts val="0"/>
              </a:spcAft>
              <a:buSzPts val="3000"/>
              <a:buNone/>
              <a:defRPr/>
            </a:lvl8pPr>
            <a:lvl9pPr>
              <a:spcBef>
                <a:spcPts val="0"/>
              </a:spcBef>
              <a:spcAft>
                <a:spcPts val="0"/>
              </a:spcAft>
              <a:buSzPts val="3000"/>
              <a:buNone/>
              <a:defRPr/>
            </a:lvl9pPr>
          </a:lstStyle>
          <a:p>
            <a:endParaRPr/>
          </a:p>
        </p:txBody>
      </p:sp>
      <p:sp>
        <p:nvSpPr>
          <p:cNvPr id="211" name="Google Shape;211;p28">
            <a:extLst>
              <a:ext uri="{FF2B5EF4-FFF2-40B4-BE49-F238E27FC236}">
                <a16:creationId xmlns:a16="http://schemas.microsoft.com/office/drawing/2014/main" id="{BDD16B6E-A68D-4F57-B457-EC788DA2318A}"/>
              </a:ext>
            </a:extLst>
          </p:cNvPr>
          <p:cNvSpPr>
            <a:spLocks noGrp="1"/>
          </p:cNvSpPr>
          <p:nvPr>
            <p:ph type="subTitle" idx="1"/>
          </p:nvPr>
        </p:nvSpPr>
        <p:spPr>
          <a:xfrm>
            <a:off x="1043725" y="3360938"/>
            <a:ext cx="3013500" cy="780000"/>
          </a:xfrm>
          <a:prstGeom prst="rect">
            <a:avLst/>
          </a:prstGeom>
        </p:spPr>
        <p:txBody>
          <a:bodyPr spcFirstLastPara="1" wrap="square" lIns="91425" tIns="91425" rIns="91425" bIns="91425" anchor="t">
            <a:noAutofit/>
          </a:bodyPr>
          <a:lstStyle>
            <a:lvl1pPr>
              <a:lnSpc>
                <a:spcPct val="100000"/>
              </a:lnSpc>
              <a:spcBef>
                <a:spcPts val="0"/>
              </a:spcBef>
              <a:spcAft>
                <a:spcPts val="0"/>
              </a:spcAft>
              <a:buSzPts val="1400"/>
              <a:buChar char="●"/>
              <a:defRPr sz="1400"/>
            </a:lvl1pPr>
            <a:lvl2pPr algn="ctr">
              <a:spcBef>
                <a:spcPts val="0"/>
              </a:spcBef>
              <a:spcAft>
                <a:spcPts val="0"/>
              </a:spcAft>
              <a:buSzPts val="1400"/>
              <a:buChar char="○"/>
              <a:defRPr/>
            </a:lvl2pPr>
            <a:lvl3pPr algn="ctr">
              <a:spcBef>
                <a:spcPts val="0"/>
              </a:spcBef>
              <a:spcAft>
                <a:spcPts val="0"/>
              </a:spcAft>
              <a:buSzPts val="1400"/>
              <a:buChar char="■"/>
              <a:defRPr/>
            </a:lvl3pPr>
            <a:lvl4pPr algn="ctr">
              <a:spcBef>
                <a:spcPts val="0"/>
              </a:spcBef>
              <a:spcAft>
                <a:spcPts val="0"/>
              </a:spcAft>
              <a:buSzPts val="1400"/>
              <a:buChar char="●"/>
              <a:defRPr/>
            </a:lvl4pPr>
            <a:lvl5pPr algn="ctr">
              <a:spcBef>
                <a:spcPts val="0"/>
              </a:spcBef>
              <a:spcAft>
                <a:spcPts val="0"/>
              </a:spcAft>
              <a:buSzPts val="1400"/>
              <a:buChar char="○"/>
              <a:defRPr/>
            </a:lvl5pPr>
            <a:lvl6pPr algn="ctr">
              <a:spcBef>
                <a:spcPts val="0"/>
              </a:spcBef>
              <a:spcAft>
                <a:spcPts val="0"/>
              </a:spcAft>
              <a:buSzPts val="1400"/>
              <a:buChar char="■"/>
              <a:defRPr/>
            </a:lvl6pPr>
            <a:lvl7pPr algn="ctr">
              <a:spcBef>
                <a:spcPts val="0"/>
              </a:spcBef>
              <a:spcAft>
                <a:spcPts val="0"/>
              </a:spcAft>
              <a:buSzPts val="1400"/>
              <a:buChar char="●"/>
              <a:defRPr/>
            </a:lvl7pPr>
            <a:lvl8pPr algn="ctr">
              <a:spcBef>
                <a:spcPts val="0"/>
              </a:spcBef>
              <a:spcAft>
                <a:spcPts val="0"/>
              </a:spcAft>
              <a:buSzPts val="1400"/>
              <a:buChar char="○"/>
              <a:defRPr/>
            </a:lvl8pPr>
            <a:lvl9pPr algn="ctr">
              <a:spcBef>
                <a:spcPts val="0"/>
              </a:spcBef>
              <a:spcAft>
                <a:spcPts val="0"/>
              </a:spcAft>
              <a:buSzPts val="1400"/>
              <a:buChar char="■"/>
              <a:defRPr/>
            </a:lvl9pPr>
          </a:lstStyle>
          <a:p>
            <a:endParaRPr/>
          </a:p>
        </p:txBody>
      </p:sp>
      <p:cxnSp>
        <p:nvCxnSpPr>
          <p:cNvPr id="302" name="Google Shape;212;p28"/>
          <p:cNvCxnSpPr/>
          <p:nvPr/>
        </p:nvCxnSpPr>
        <p:spPr>
          <a:xfrm>
            <a:off x="-72550" y="274100"/>
            <a:ext cx="9287400" cy="0"/>
          </a:xfrm>
          <a:prstGeom prst="straightConnector1">
            <a:avLst/>
          </a:prstGeom>
          <a:ln w="28575" cap="flat">
            <a:solidFill>
              <a:schemeClr val="accent1"/>
            </a:solidFill>
            <a:prstDash val="solid"/>
            <a:round/>
            <a:headEnd type="none" w="med" len="med"/>
            <a:tailEnd type="none" w="med" len="med"/>
          </a:ln>
        </p:spPr>
      </p:cxnSp>
      <p:cxnSp>
        <p:nvCxnSpPr>
          <p:cNvPr id="303" name="Google Shape;213;p28"/>
          <p:cNvCxnSpPr/>
          <p:nvPr/>
        </p:nvCxnSpPr>
        <p:spPr>
          <a:xfrm>
            <a:off x="-72550" y="4877450"/>
            <a:ext cx="9287400" cy="0"/>
          </a:xfrm>
          <a:prstGeom prst="straightConnector1">
            <a:avLst/>
          </a:prstGeom>
          <a:ln w="28575" cap="flat">
            <a:solidFill>
              <a:schemeClr val="accent1"/>
            </a:solidFill>
            <a:prstDash val="solid"/>
            <a:round/>
            <a:headEnd type="none" w="med" len="med"/>
            <a:tailEnd type="none" w="med" len="med"/>
          </a:ln>
        </p:spPr>
      </p:cxnSp>
      <p:cxnSp>
        <p:nvCxnSpPr>
          <p:cNvPr id="304" name="Google Shape;214;p28"/>
          <p:cNvCxnSpPr/>
          <p:nvPr/>
        </p:nvCxnSpPr>
        <p:spPr>
          <a:xfrm>
            <a:off x="5322650" y="-80625"/>
            <a:ext cx="4005000" cy="2007300"/>
          </a:xfrm>
          <a:prstGeom prst="curvedConnector3">
            <a:avLst>
              <a:gd name="adj1" fmla="val 50000"/>
            </a:avLst>
          </a:prstGeom>
          <a:ln w="28575" cap="flat">
            <a:solidFill>
              <a:schemeClr val="accent2"/>
            </a:solidFill>
            <a:prstDash val="solid"/>
            <a:round/>
            <a:headEnd type="none" w="med" len="med"/>
            <a:tailEnd type="none" w="med" len="med"/>
          </a:ln>
        </p:spPr>
      </p:cxn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Title and text 4">
  <p:cSld name="CUSTOM_21">
    <p:spTree>
      <p:nvGrpSpPr>
        <p:cNvPr id="1" name=""/>
        <p:cNvGrpSpPr/>
        <p:nvPr/>
      </p:nvGrpSpPr>
      <p:grpSpPr>
        <a:xfrm>
          <a:off x="0" y="0"/>
          <a:ext cx="0" cy="0"/>
          <a:chOff x="0" y="0"/>
          <a:chExt cx="0" cy="0"/>
        </a:xfrm>
      </p:grpSpPr>
      <p:sp>
        <p:nvSpPr>
          <p:cNvPr id="216" name="Google Shape;216;p29">
            <a:extLst>
              <a:ext uri="{FF2B5EF4-FFF2-40B4-BE49-F238E27FC236}">
                <a16:creationId xmlns:a16="http://schemas.microsoft.com/office/drawing/2014/main" id="{13DFCE81-EC5C-425E-B0EA-AE275C2CD361}"/>
              </a:ext>
            </a:extLst>
          </p:cNvPr>
          <p:cNvSpPr>
            <a:spLocks noGrp="1"/>
          </p:cNvSpPr>
          <p:nvPr>
            <p:ph type="title"/>
          </p:nvPr>
        </p:nvSpPr>
        <p:spPr>
          <a:xfrm>
            <a:off x="5310925" y="962565"/>
            <a:ext cx="3123000" cy="2257500"/>
          </a:xfrm>
          <a:prstGeom prst="rect">
            <a:avLst/>
          </a:prstGeom>
        </p:spPr>
        <p:txBody>
          <a:bodyPr spcFirstLastPara="1" wrap="square" lIns="91425" tIns="91425" rIns="91425" bIns="91425" anchor="t">
            <a:noAutofit/>
          </a:bodyPr>
          <a:lstStyle>
            <a:lvl1pPr algn="l">
              <a:spcBef>
                <a:spcPts val="0"/>
              </a:spcBef>
              <a:spcAft>
                <a:spcPts val="0"/>
              </a:spcAft>
              <a:buSzPts val="3000"/>
              <a:buNone/>
              <a:defRPr sz="3500"/>
            </a:lvl1pPr>
            <a:lvl2pPr>
              <a:spcBef>
                <a:spcPts val="0"/>
              </a:spcBef>
              <a:spcAft>
                <a:spcPts val="0"/>
              </a:spcAft>
              <a:buSzPts val="3000"/>
              <a:buNone/>
              <a:defRPr/>
            </a:lvl2pPr>
            <a:lvl3pPr>
              <a:spcBef>
                <a:spcPts val="0"/>
              </a:spcBef>
              <a:spcAft>
                <a:spcPts val="0"/>
              </a:spcAft>
              <a:buSzPts val="3000"/>
              <a:buNone/>
              <a:defRPr/>
            </a:lvl3pPr>
            <a:lvl4pPr>
              <a:spcBef>
                <a:spcPts val="0"/>
              </a:spcBef>
              <a:spcAft>
                <a:spcPts val="0"/>
              </a:spcAft>
              <a:buSzPts val="3000"/>
              <a:buNone/>
              <a:defRPr/>
            </a:lvl4pPr>
            <a:lvl5pPr>
              <a:spcBef>
                <a:spcPts val="0"/>
              </a:spcBef>
              <a:spcAft>
                <a:spcPts val="0"/>
              </a:spcAft>
              <a:buSzPts val="3000"/>
              <a:buNone/>
              <a:defRPr/>
            </a:lvl5pPr>
            <a:lvl6pPr>
              <a:spcBef>
                <a:spcPts val="0"/>
              </a:spcBef>
              <a:spcAft>
                <a:spcPts val="0"/>
              </a:spcAft>
              <a:buSzPts val="3000"/>
              <a:buNone/>
              <a:defRPr/>
            </a:lvl6pPr>
            <a:lvl7pPr>
              <a:spcBef>
                <a:spcPts val="0"/>
              </a:spcBef>
              <a:spcAft>
                <a:spcPts val="0"/>
              </a:spcAft>
              <a:buSzPts val="3000"/>
              <a:buNone/>
              <a:defRPr/>
            </a:lvl7pPr>
            <a:lvl8pPr>
              <a:spcBef>
                <a:spcPts val="0"/>
              </a:spcBef>
              <a:spcAft>
                <a:spcPts val="0"/>
              </a:spcAft>
              <a:buSzPts val="3000"/>
              <a:buNone/>
              <a:defRPr/>
            </a:lvl8pPr>
            <a:lvl9pPr>
              <a:spcBef>
                <a:spcPts val="0"/>
              </a:spcBef>
              <a:spcAft>
                <a:spcPts val="0"/>
              </a:spcAft>
              <a:buSzPts val="3000"/>
              <a:buNone/>
              <a:defRPr/>
            </a:lvl9pPr>
          </a:lstStyle>
          <a:p>
            <a:endParaRPr/>
          </a:p>
        </p:txBody>
      </p:sp>
      <p:sp>
        <p:nvSpPr>
          <p:cNvPr id="217" name="Google Shape;217;p29">
            <a:extLst>
              <a:ext uri="{FF2B5EF4-FFF2-40B4-BE49-F238E27FC236}">
                <a16:creationId xmlns:a16="http://schemas.microsoft.com/office/drawing/2014/main" id="{E2A7CEC9-8C0A-4CAD-AA5E-FC409EAB223D}"/>
              </a:ext>
            </a:extLst>
          </p:cNvPr>
          <p:cNvSpPr>
            <a:spLocks noGrp="1"/>
          </p:cNvSpPr>
          <p:nvPr>
            <p:ph type="subTitle" idx="1"/>
          </p:nvPr>
        </p:nvSpPr>
        <p:spPr>
          <a:xfrm>
            <a:off x="5310925" y="3400935"/>
            <a:ext cx="3013500" cy="780000"/>
          </a:xfrm>
          <a:prstGeom prst="rect">
            <a:avLst/>
          </a:prstGeom>
        </p:spPr>
        <p:txBody>
          <a:bodyPr spcFirstLastPara="1" wrap="square" lIns="91425" tIns="91425" rIns="91425" bIns="91425" anchor="t">
            <a:noAutofit/>
          </a:bodyPr>
          <a:lstStyle>
            <a:lvl1pPr>
              <a:lnSpc>
                <a:spcPct val="100000"/>
              </a:lnSpc>
              <a:spcBef>
                <a:spcPts val="0"/>
              </a:spcBef>
              <a:spcAft>
                <a:spcPts val="0"/>
              </a:spcAft>
              <a:buSzPts val="1400"/>
              <a:buChar char="●"/>
              <a:defRPr sz="1400">
                <a:solidFill>
                  <a:schemeClr val="dk1"/>
                </a:solidFill>
              </a:defRPr>
            </a:lvl1pPr>
            <a:lvl2pPr algn="ctr">
              <a:spcBef>
                <a:spcPts val="0"/>
              </a:spcBef>
              <a:spcAft>
                <a:spcPts val="0"/>
              </a:spcAft>
              <a:buSzPts val="1400"/>
              <a:buChar char="○"/>
              <a:defRPr/>
            </a:lvl2pPr>
            <a:lvl3pPr algn="ctr">
              <a:spcBef>
                <a:spcPts val="0"/>
              </a:spcBef>
              <a:spcAft>
                <a:spcPts val="0"/>
              </a:spcAft>
              <a:buSzPts val="1400"/>
              <a:buChar char="■"/>
              <a:defRPr/>
            </a:lvl3pPr>
            <a:lvl4pPr algn="ctr">
              <a:spcBef>
                <a:spcPts val="0"/>
              </a:spcBef>
              <a:spcAft>
                <a:spcPts val="0"/>
              </a:spcAft>
              <a:buSzPts val="1400"/>
              <a:buChar char="●"/>
              <a:defRPr/>
            </a:lvl4pPr>
            <a:lvl5pPr algn="ctr">
              <a:spcBef>
                <a:spcPts val="0"/>
              </a:spcBef>
              <a:spcAft>
                <a:spcPts val="0"/>
              </a:spcAft>
              <a:buSzPts val="1400"/>
              <a:buChar char="○"/>
              <a:defRPr/>
            </a:lvl5pPr>
            <a:lvl6pPr algn="ctr">
              <a:spcBef>
                <a:spcPts val="0"/>
              </a:spcBef>
              <a:spcAft>
                <a:spcPts val="0"/>
              </a:spcAft>
              <a:buSzPts val="1400"/>
              <a:buChar char="■"/>
              <a:defRPr/>
            </a:lvl6pPr>
            <a:lvl7pPr algn="ctr">
              <a:spcBef>
                <a:spcPts val="0"/>
              </a:spcBef>
              <a:spcAft>
                <a:spcPts val="0"/>
              </a:spcAft>
              <a:buSzPts val="1400"/>
              <a:buChar char="●"/>
              <a:defRPr/>
            </a:lvl7pPr>
            <a:lvl8pPr algn="ctr">
              <a:spcBef>
                <a:spcPts val="0"/>
              </a:spcBef>
              <a:spcAft>
                <a:spcPts val="0"/>
              </a:spcAft>
              <a:buSzPts val="1400"/>
              <a:buChar char="○"/>
              <a:defRPr/>
            </a:lvl8pPr>
            <a:lvl9pPr algn="ctr">
              <a:spcBef>
                <a:spcPts val="0"/>
              </a:spcBef>
              <a:spcAft>
                <a:spcPts val="0"/>
              </a:spcAft>
              <a:buSzPts val="1400"/>
              <a:buChar char="■"/>
              <a:defRPr/>
            </a:lvl9pPr>
          </a:lstStyle>
          <a:p>
            <a:endParaRPr/>
          </a:p>
        </p:txBody>
      </p:sp>
      <p:cxnSp>
        <p:nvCxnSpPr>
          <p:cNvPr id="362" name="Google Shape;218;p29"/>
          <p:cNvCxnSpPr/>
          <p:nvPr/>
        </p:nvCxnSpPr>
        <p:spPr>
          <a:xfrm>
            <a:off x="-72550" y="274100"/>
            <a:ext cx="9287400" cy="0"/>
          </a:xfrm>
          <a:prstGeom prst="straightConnector1">
            <a:avLst/>
          </a:prstGeom>
          <a:ln w="28575" cap="flat">
            <a:solidFill>
              <a:schemeClr val="accent1"/>
            </a:solidFill>
            <a:prstDash val="solid"/>
            <a:round/>
            <a:headEnd type="none" w="med" len="med"/>
            <a:tailEnd type="none" w="med" len="med"/>
          </a:ln>
        </p:spPr>
      </p:cxnSp>
      <p:cxnSp>
        <p:nvCxnSpPr>
          <p:cNvPr id="363" name="Google Shape;219;p29"/>
          <p:cNvCxnSpPr/>
          <p:nvPr/>
        </p:nvCxnSpPr>
        <p:spPr>
          <a:xfrm>
            <a:off x="-72550" y="4877450"/>
            <a:ext cx="9287400" cy="0"/>
          </a:xfrm>
          <a:prstGeom prst="straightConnector1">
            <a:avLst/>
          </a:prstGeom>
          <a:ln w="28575" cap="flat">
            <a:solidFill>
              <a:schemeClr val="accent1"/>
            </a:solidFill>
            <a:prstDash val="solid"/>
            <a:round/>
            <a:headEnd type="none" w="med" len="med"/>
            <a:tailEnd type="none" w="med" len="med"/>
          </a:ln>
        </p:spPr>
      </p:cxnSp>
      <p:cxnSp>
        <p:nvCxnSpPr>
          <p:cNvPr id="364" name="Google Shape;220;p29"/>
          <p:cNvCxnSpPr/>
          <p:nvPr/>
        </p:nvCxnSpPr>
        <p:spPr>
          <a:xfrm>
            <a:off x="-250225" y="4076450"/>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cxnSp>
        <p:nvCxnSpPr>
          <p:cNvPr id="365" name="Google Shape;221;p29"/>
          <p:cNvCxnSpPr/>
          <p:nvPr/>
        </p:nvCxnSpPr>
        <p:spPr>
          <a:xfrm>
            <a:off x="7441150" y="-48375"/>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cxnSp>
        <p:nvCxnSpPr>
          <p:cNvPr id="366" name="Google Shape;222;p29"/>
          <p:cNvCxnSpPr/>
          <p:nvPr/>
        </p:nvCxnSpPr>
        <p:spPr>
          <a:xfrm flipH="1">
            <a:off x="7454238" y="4053663"/>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cxnSp>
        <p:nvCxnSpPr>
          <p:cNvPr id="367" name="Google Shape;223;p29"/>
          <p:cNvCxnSpPr/>
          <p:nvPr/>
        </p:nvCxnSpPr>
        <p:spPr>
          <a:xfrm flipH="1">
            <a:off x="-237137" y="-71162"/>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Title and three columns">
  <p:cSld name="CUSTOM_4">
    <p:spTree>
      <p:nvGrpSpPr>
        <p:cNvPr id="1" name=""/>
        <p:cNvGrpSpPr/>
        <p:nvPr/>
      </p:nvGrpSpPr>
      <p:grpSpPr>
        <a:xfrm>
          <a:off x="0" y="0"/>
          <a:ext cx="0" cy="0"/>
          <a:chOff x="0" y="0"/>
          <a:chExt cx="0" cy="0"/>
        </a:xfrm>
      </p:grpSpPr>
      <p:sp>
        <p:nvSpPr>
          <p:cNvPr id="225" name="Google Shape;225;p30">
            <a:extLst>
              <a:ext uri="{FF2B5EF4-FFF2-40B4-BE49-F238E27FC236}">
                <a16:creationId xmlns:a16="http://schemas.microsoft.com/office/drawing/2014/main" id="{D732A0DF-9428-4CD2-AC39-0C474C2D58D5}"/>
              </a:ext>
            </a:extLst>
          </p:cNvPr>
          <p:cNvSpPr>
            <a:spLocks noGrp="1"/>
          </p:cNvSpPr>
          <p:nvPr>
            <p:ph type="subTitle" idx="1"/>
          </p:nvPr>
        </p:nvSpPr>
        <p:spPr>
          <a:xfrm>
            <a:off x="3509000" y="2532051"/>
            <a:ext cx="2126100" cy="4440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Clr>
                <a:schemeClr val="dk1"/>
              </a:buClr>
              <a:buSzPts val="2400"/>
              <a:buFont typeface="Cambria"/>
              <a:buNone/>
              <a:defRPr sz="2400">
                <a:solidFill>
                  <a:schemeClr val="dk1"/>
                </a:solidFill>
                <a:latin typeface="Cambria"/>
                <a:ea typeface="Cambria"/>
                <a:cs typeface="Cambria"/>
              </a:defRPr>
            </a:lvl1pPr>
            <a:lvl2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2pPr>
            <a:lvl3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3pPr>
            <a:lvl4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4pPr>
            <a:lvl5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5pPr>
            <a:lvl6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6pPr>
            <a:lvl7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7pPr>
            <a:lvl8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8pPr>
            <a:lvl9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9pPr>
          </a:lstStyle>
          <a:p>
            <a:endParaRPr/>
          </a:p>
        </p:txBody>
      </p:sp>
      <p:sp>
        <p:nvSpPr>
          <p:cNvPr id="226" name="Google Shape;226;p30">
            <a:extLst>
              <a:ext uri="{FF2B5EF4-FFF2-40B4-BE49-F238E27FC236}">
                <a16:creationId xmlns:a16="http://schemas.microsoft.com/office/drawing/2014/main" id="{0D4EE217-6848-4309-988D-C39576F47D21}"/>
              </a:ext>
            </a:extLst>
          </p:cNvPr>
          <p:cNvSpPr>
            <a:spLocks noGrp="1"/>
          </p:cNvSpPr>
          <p:nvPr>
            <p:ph type="subTitle" idx="2"/>
          </p:nvPr>
        </p:nvSpPr>
        <p:spPr>
          <a:xfrm>
            <a:off x="3509025" y="2948247"/>
            <a:ext cx="2126100" cy="8130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1400"/>
              <a:buNone/>
              <a:defRPr sz="1400"/>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sp>
        <p:nvSpPr>
          <p:cNvPr id="227" name="Google Shape;227;p30">
            <a:extLst>
              <a:ext uri="{FF2B5EF4-FFF2-40B4-BE49-F238E27FC236}">
                <a16:creationId xmlns:a16="http://schemas.microsoft.com/office/drawing/2014/main" id="{97568FCD-23DE-444E-AF5C-B1DAF0A353AD}"/>
              </a:ext>
            </a:extLst>
          </p:cNvPr>
          <p:cNvSpPr>
            <a:spLocks noGrp="1"/>
          </p:cNvSpPr>
          <p:nvPr>
            <p:ph type="subTitle" idx="3"/>
          </p:nvPr>
        </p:nvSpPr>
        <p:spPr>
          <a:xfrm>
            <a:off x="953025" y="2532051"/>
            <a:ext cx="2126100" cy="4440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Clr>
                <a:schemeClr val="dk1"/>
              </a:buClr>
              <a:buSzPts val="2400"/>
              <a:buFont typeface="Cambria"/>
              <a:buNone/>
              <a:defRPr sz="2400">
                <a:solidFill>
                  <a:schemeClr val="dk1"/>
                </a:solidFill>
                <a:latin typeface="Cambria"/>
                <a:ea typeface="Cambria"/>
                <a:cs typeface="Cambria"/>
              </a:defRPr>
            </a:lvl1pPr>
            <a:lvl2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2pPr>
            <a:lvl3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3pPr>
            <a:lvl4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4pPr>
            <a:lvl5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5pPr>
            <a:lvl6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6pPr>
            <a:lvl7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7pPr>
            <a:lvl8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8pPr>
            <a:lvl9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9pPr>
          </a:lstStyle>
          <a:p>
            <a:endParaRPr/>
          </a:p>
        </p:txBody>
      </p:sp>
      <p:sp>
        <p:nvSpPr>
          <p:cNvPr id="228" name="Google Shape;228;p30">
            <a:extLst>
              <a:ext uri="{FF2B5EF4-FFF2-40B4-BE49-F238E27FC236}">
                <a16:creationId xmlns:a16="http://schemas.microsoft.com/office/drawing/2014/main" id="{5C643B99-0430-4166-A960-6AE58C4E5071}"/>
              </a:ext>
            </a:extLst>
          </p:cNvPr>
          <p:cNvSpPr>
            <a:spLocks noGrp="1"/>
          </p:cNvSpPr>
          <p:nvPr>
            <p:ph type="subTitle" idx="4"/>
          </p:nvPr>
        </p:nvSpPr>
        <p:spPr>
          <a:xfrm>
            <a:off x="953125" y="2948247"/>
            <a:ext cx="2126100" cy="8130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1400"/>
              <a:buNone/>
              <a:defRPr sz="1400"/>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sp>
        <p:nvSpPr>
          <p:cNvPr id="229" name="Google Shape;229;p30">
            <a:extLst>
              <a:ext uri="{FF2B5EF4-FFF2-40B4-BE49-F238E27FC236}">
                <a16:creationId xmlns:a16="http://schemas.microsoft.com/office/drawing/2014/main" id="{548C4396-6D65-43C0-BC0B-2A803D1AF5B5}"/>
              </a:ext>
            </a:extLst>
          </p:cNvPr>
          <p:cNvSpPr>
            <a:spLocks noGrp="1"/>
          </p:cNvSpPr>
          <p:nvPr>
            <p:ph type="subTitle" idx="5"/>
          </p:nvPr>
        </p:nvSpPr>
        <p:spPr>
          <a:xfrm>
            <a:off x="6064875" y="2532051"/>
            <a:ext cx="2126100" cy="4440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Clr>
                <a:schemeClr val="dk1"/>
              </a:buClr>
              <a:buSzPts val="2400"/>
              <a:buFont typeface="Cambria"/>
              <a:buNone/>
              <a:defRPr sz="2400">
                <a:solidFill>
                  <a:schemeClr val="dk1"/>
                </a:solidFill>
                <a:latin typeface="Cambria"/>
                <a:ea typeface="Cambria"/>
                <a:cs typeface="Cambria"/>
              </a:defRPr>
            </a:lvl1pPr>
            <a:lvl2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2pPr>
            <a:lvl3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3pPr>
            <a:lvl4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4pPr>
            <a:lvl5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5pPr>
            <a:lvl6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6pPr>
            <a:lvl7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7pPr>
            <a:lvl8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8pPr>
            <a:lvl9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9pPr>
          </a:lstStyle>
          <a:p>
            <a:endParaRPr/>
          </a:p>
        </p:txBody>
      </p:sp>
      <p:sp>
        <p:nvSpPr>
          <p:cNvPr id="230" name="Google Shape;230;p30">
            <a:extLst>
              <a:ext uri="{FF2B5EF4-FFF2-40B4-BE49-F238E27FC236}">
                <a16:creationId xmlns:a16="http://schemas.microsoft.com/office/drawing/2014/main" id="{BE9C857C-58CC-4875-9D11-FD874D8D89FB}"/>
              </a:ext>
            </a:extLst>
          </p:cNvPr>
          <p:cNvSpPr>
            <a:spLocks noGrp="1"/>
          </p:cNvSpPr>
          <p:nvPr>
            <p:ph type="subTitle" idx="6"/>
          </p:nvPr>
        </p:nvSpPr>
        <p:spPr>
          <a:xfrm>
            <a:off x="6064875" y="2948247"/>
            <a:ext cx="2126100" cy="8130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1400"/>
              <a:buNone/>
              <a:defRPr sz="1400"/>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sp>
        <p:nvSpPr>
          <p:cNvPr id="231" name="Google Shape;231;p30">
            <a:extLst>
              <a:ext uri="{FF2B5EF4-FFF2-40B4-BE49-F238E27FC236}">
                <a16:creationId xmlns:a16="http://schemas.microsoft.com/office/drawing/2014/main" id="{5144D1DD-73E3-4484-96A5-1EC8D6871D50}"/>
              </a:ext>
            </a:extLst>
          </p:cNvPr>
          <p:cNvSpPr>
            <a:spLocks noGrp="1"/>
          </p:cNvSpPr>
          <p:nvPr>
            <p:ph type="title"/>
          </p:nvPr>
        </p:nvSpPr>
        <p:spPr>
          <a:xfrm>
            <a:off x="713225" y="445025"/>
            <a:ext cx="6655500" cy="572700"/>
          </a:xfrm>
          <a:prstGeom prst="rect">
            <a:avLst/>
          </a:prstGeom>
        </p:spPr>
        <p:txBody>
          <a:bodyPr spcFirstLastPara="1" wrap="square" lIns="91425" tIns="91425" rIns="91425" bIns="91425" anchor="t">
            <a:noAutofit/>
          </a:bodyPr>
          <a:lstStyle>
            <a:lvl1pPr>
              <a:spcBef>
                <a:spcPts val="0"/>
              </a:spcBef>
              <a:spcAft>
                <a:spcPts val="0"/>
              </a:spcAft>
              <a:buSzPts val="3000"/>
              <a:buNone/>
              <a:defRPr/>
            </a:lvl1pPr>
            <a:lvl2pPr>
              <a:spcBef>
                <a:spcPts val="0"/>
              </a:spcBef>
              <a:spcAft>
                <a:spcPts val="0"/>
              </a:spcAft>
              <a:buSzPts val="3000"/>
              <a:buNone/>
              <a:defRPr>
                <a:latin typeface="Merriweather Light"/>
                <a:ea typeface="Merriweather Light"/>
                <a:cs typeface="Merriweather Light"/>
              </a:defRPr>
            </a:lvl2pPr>
            <a:lvl3pPr>
              <a:spcBef>
                <a:spcPts val="0"/>
              </a:spcBef>
              <a:spcAft>
                <a:spcPts val="0"/>
              </a:spcAft>
              <a:buSzPts val="3000"/>
              <a:buNone/>
              <a:defRPr>
                <a:latin typeface="Merriweather Light"/>
                <a:ea typeface="Merriweather Light"/>
                <a:cs typeface="Merriweather Light"/>
              </a:defRPr>
            </a:lvl3pPr>
            <a:lvl4pPr>
              <a:spcBef>
                <a:spcPts val="0"/>
              </a:spcBef>
              <a:spcAft>
                <a:spcPts val="0"/>
              </a:spcAft>
              <a:buSzPts val="3000"/>
              <a:buNone/>
              <a:defRPr>
                <a:latin typeface="Merriweather Light"/>
                <a:ea typeface="Merriweather Light"/>
                <a:cs typeface="Merriweather Light"/>
              </a:defRPr>
            </a:lvl4pPr>
            <a:lvl5pPr>
              <a:spcBef>
                <a:spcPts val="0"/>
              </a:spcBef>
              <a:spcAft>
                <a:spcPts val="0"/>
              </a:spcAft>
              <a:buSzPts val="3000"/>
              <a:buNone/>
              <a:defRPr>
                <a:latin typeface="Merriweather Light"/>
                <a:ea typeface="Merriweather Light"/>
                <a:cs typeface="Merriweather Light"/>
              </a:defRPr>
            </a:lvl5pPr>
            <a:lvl6pPr>
              <a:spcBef>
                <a:spcPts val="0"/>
              </a:spcBef>
              <a:spcAft>
                <a:spcPts val="0"/>
              </a:spcAft>
              <a:buSzPts val="3000"/>
              <a:buNone/>
              <a:defRPr>
                <a:latin typeface="Merriweather Light"/>
                <a:ea typeface="Merriweather Light"/>
                <a:cs typeface="Merriweather Light"/>
              </a:defRPr>
            </a:lvl6pPr>
            <a:lvl7pPr>
              <a:spcBef>
                <a:spcPts val="0"/>
              </a:spcBef>
              <a:spcAft>
                <a:spcPts val="0"/>
              </a:spcAft>
              <a:buSzPts val="3000"/>
              <a:buNone/>
              <a:defRPr>
                <a:latin typeface="Merriweather Light"/>
                <a:ea typeface="Merriweather Light"/>
                <a:cs typeface="Merriweather Light"/>
              </a:defRPr>
            </a:lvl7pPr>
            <a:lvl8pPr>
              <a:spcBef>
                <a:spcPts val="0"/>
              </a:spcBef>
              <a:spcAft>
                <a:spcPts val="0"/>
              </a:spcAft>
              <a:buSzPts val="3000"/>
              <a:buNone/>
              <a:defRPr>
                <a:latin typeface="Merriweather Light"/>
                <a:ea typeface="Merriweather Light"/>
                <a:cs typeface="Merriweather Light"/>
              </a:defRPr>
            </a:lvl8pPr>
            <a:lvl9pPr>
              <a:spcBef>
                <a:spcPts val="0"/>
              </a:spcBef>
              <a:spcAft>
                <a:spcPts val="0"/>
              </a:spcAft>
              <a:buSzPts val="3000"/>
              <a:buNone/>
              <a:defRPr>
                <a:latin typeface="Merriweather Light"/>
                <a:ea typeface="Merriweather Light"/>
                <a:cs typeface="Merriweather Light"/>
              </a:defRPr>
            </a:lvl9pPr>
          </a:lstStyle>
          <a:p>
            <a:endParaRPr/>
          </a:p>
        </p:txBody>
      </p:sp>
      <p:cxnSp>
        <p:nvCxnSpPr>
          <p:cNvPr id="394" name="Google Shape;232;p30"/>
          <p:cNvCxnSpPr/>
          <p:nvPr/>
        </p:nvCxnSpPr>
        <p:spPr>
          <a:xfrm>
            <a:off x="-72550" y="274100"/>
            <a:ext cx="9287400" cy="0"/>
          </a:xfrm>
          <a:prstGeom prst="straightConnector1">
            <a:avLst/>
          </a:prstGeom>
          <a:ln w="28575" cap="flat">
            <a:solidFill>
              <a:schemeClr val="accent1"/>
            </a:solidFill>
            <a:prstDash val="solid"/>
            <a:round/>
            <a:headEnd type="none" w="med" len="med"/>
            <a:tailEnd type="none" w="med" len="med"/>
          </a:ln>
        </p:spPr>
      </p:cxnSp>
      <p:cxnSp>
        <p:nvCxnSpPr>
          <p:cNvPr id="395" name="Google Shape;233;p30"/>
          <p:cNvCxnSpPr/>
          <p:nvPr/>
        </p:nvCxnSpPr>
        <p:spPr>
          <a:xfrm>
            <a:off x="-72550" y="4877450"/>
            <a:ext cx="9287400" cy="0"/>
          </a:xfrm>
          <a:prstGeom prst="straightConnector1">
            <a:avLst/>
          </a:prstGeom>
          <a:ln w="28575" cap="flat">
            <a:solidFill>
              <a:schemeClr val="accent1"/>
            </a:solidFill>
            <a:prstDash val="solid"/>
            <a:round/>
            <a:headEnd type="none" w="med" len="med"/>
            <a:tailEnd type="none" w="med" len="med"/>
          </a:ln>
        </p:spPr>
      </p:cxn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Title and six columns">
  <p:cSld name="CUSTOM_22">
    <p:spTree>
      <p:nvGrpSpPr>
        <p:cNvPr id="1" name=""/>
        <p:cNvGrpSpPr/>
        <p:nvPr/>
      </p:nvGrpSpPr>
      <p:grpSpPr>
        <a:xfrm>
          <a:off x="0" y="0"/>
          <a:ext cx="0" cy="0"/>
          <a:chOff x="0" y="0"/>
          <a:chExt cx="0" cy="0"/>
        </a:xfrm>
      </p:grpSpPr>
      <p:sp>
        <p:nvSpPr>
          <p:cNvPr id="235" name="Google Shape;235;p31">
            <a:extLst>
              <a:ext uri="{FF2B5EF4-FFF2-40B4-BE49-F238E27FC236}">
                <a16:creationId xmlns:a16="http://schemas.microsoft.com/office/drawing/2014/main" id="{06D94E28-751B-44AD-BFA5-78ACF7004450}"/>
              </a:ext>
            </a:extLst>
          </p:cNvPr>
          <p:cNvSpPr>
            <a:spLocks noGrp="1"/>
          </p:cNvSpPr>
          <p:nvPr>
            <p:ph type="subTitle" idx="1"/>
          </p:nvPr>
        </p:nvSpPr>
        <p:spPr>
          <a:xfrm>
            <a:off x="3509000" y="1693851"/>
            <a:ext cx="2126100" cy="4440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Clr>
                <a:schemeClr val="dk1"/>
              </a:buClr>
              <a:buSzPts val="2400"/>
              <a:buFont typeface="Cambria"/>
              <a:buNone/>
              <a:defRPr sz="2400">
                <a:solidFill>
                  <a:schemeClr val="dk1"/>
                </a:solidFill>
                <a:latin typeface="Cambria"/>
                <a:ea typeface="Cambria"/>
                <a:cs typeface="Cambria"/>
              </a:defRPr>
            </a:lvl1pPr>
            <a:lvl2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2pPr>
            <a:lvl3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3pPr>
            <a:lvl4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4pPr>
            <a:lvl5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5pPr>
            <a:lvl6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6pPr>
            <a:lvl7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7pPr>
            <a:lvl8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8pPr>
            <a:lvl9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9pPr>
          </a:lstStyle>
          <a:p>
            <a:endParaRPr/>
          </a:p>
        </p:txBody>
      </p:sp>
      <p:sp>
        <p:nvSpPr>
          <p:cNvPr id="236" name="Google Shape;236;p31">
            <a:extLst>
              <a:ext uri="{FF2B5EF4-FFF2-40B4-BE49-F238E27FC236}">
                <a16:creationId xmlns:a16="http://schemas.microsoft.com/office/drawing/2014/main" id="{F91EB641-44DE-41D5-9EE6-9FD467CE9DA8}"/>
              </a:ext>
            </a:extLst>
          </p:cNvPr>
          <p:cNvSpPr>
            <a:spLocks noGrp="1"/>
          </p:cNvSpPr>
          <p:nvPr>
            <p:ph type="subTitle" idx="2"/>
          </p:nvPr>
        </p:nvSpPr>
        <p:spPr>
          <a:xfrm>
            <a:off x="3509025" y="2110049"/>
            <a:ext cx="2126100" cy="5727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1400"/>
              <a:buNone/>
              <a:defRPr sz="1400"/>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sp>
        <p:nvSpPr>
          <p:cNvPr id="237" name="Google Shape;237;p31">
            <a:extLst>
              <a:ext uri="{FF2B5EF4-FFF2-40B4-BE49-F238E27FC236}">
                <a16:creationId xmlns:a16="http://schemas.microsoft.com/office/drawing/2014/main" id="{49606E9F-E9A9-4319-BDB0-1A4AD22136AF}"/>
              </a:ext>
            </a:extLst>
          </p:cNvPr>
          <p:cNvSpPr>
            <a:spLocks noGrp="1"/>
          </p:cNvSpPr>
          <p:nvPr>
            <p:ph type="subTitle" idx="3"/>
          </p:nvPr>
        </p:nvSpPr>
        <p:spPr>
          <a:xfrm>
            <a:off x="953025" y="1693851"/>
            <a:ext cx="2126100" cy="4440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Clr>
                <a:schemeClr val="dk1"/>
              </a:buClr>
              <a:buSzPts val="2400"/>
              <a:buFont typeface="Cambria"/>
              <a:buNone/>
              <a:defRPr sz="2400">
                <a:solidFill>
                  <a:schemeClr val="dk1"/>
                </a:solidFill>
                <a:latin typeface="Cambria"/>
                <a:ea typeface="Cambria"/>
                <a:cs typeface="Cambria"/>
              </a:defRPr>
            </a:lvl1pPr>
            <a:lvl2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2pPr>
            <a:lvl3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3pPr>
            <a:lvl4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4pPr>
            <a:lvl5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5pPr>
            <a:lvl6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6pPr>
            <a:lvl7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7pPr>
            <a:lvl8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8pPr>
            <a:lvl9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9pPr>
          </a:lstStyle>
          <a:p>
            <a:endParaRPr/>
          </a:p>
        </p:txBody>
      </p:sp>
      <p:sp>
        <p:nvSpPr>
          <p:cNvPr id="238" name="Google Shape;238;p31">
            <a:extLst>
              <a:ext uri="{FF2B5EF4-FFF2-40B4-BE49-F238E27FC236}">
                <a16:creationId xmlns:a16="http://schemas.microsoft.com/office/drawing/2014/main" id="{DD375E83-630B-47FB-AD85-C26241881D4B}"/>
              </a:ext>
            </a:extLst>
          </p:cNvPr>
          <p:cNvSpPr>
            <a:spLocks noGrp="1"/>
          </p:cNvSpPr>
          <p:nvPr>
            <p:ph type="subTitle" idx="4"/>
          </p:nvPr>
        </p:nvSpPr>
        <p:spPr>
          <a:xfrm>
            <a:off x="953125" y="2110049"/>
            <a:ext cx="2126100" cy="5727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1400"/>
              <a:buNone/>
              <a:defRPr sz="1400"/>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sp>
        <p:nvSpPr>
          <p:cNvPr id="239" name="Google Shape;239;p31">
            <a:extLst>
              <a:ext uri="{FF2B5EF4-FFF2-40B4-BE49-F238E27FC236}">
                <a16:creationId xmlns:a16="http://schemas.microsoft.com/office/drawing/2014/main" id="{313396F2-330A-41F9-9FFD-96975DDACC9D}"/>
              </a:ext>
            </a:extLst>
          </p:cNvPr>
          <p:cNvSpPr>
            <a:spLocks noGrp="1"/>
          </p:cNvSpPr>
          <p:nvPr>
            <p:ph type="subTitle" idx="5"/>
          </p:nvPr>
        </p:nvSpPr>
        <p:spPr>
          <a:xfrm>
            <a:off x="6064875" y="1693851"/>
            <a:ext cx="2126100" cy="4440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Clr>
                <a:schemeClr val="dk1"/>
              </a:buClr>
              <a:buSzPts val="2400"/>
              <a:buFont typeface="Cambria"/>
              <a:buNone/>
              <a:defRPr sz="2400">
                <a:solidFill>
                  <a:schemeClr val="dk1"/>
                </a:solidFill>
                <a:latin typeface="Cambria"/>
                <a:ea typeface="Cambria"/>
                <a:cs typeface="Cambria"/>
              </a:defRPr>
            </a:lvl1pPr>
            <a:lvl2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2pPr>
            <a:lvl3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3pPr>
            <a:lvl4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4pPr>
            <a:lvl5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5pPr>
            <a:lvl6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6pPr>
            <a:lvl7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7pPr>
            <a:lvl8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8pPr>
            <a:lvl9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9pPr>
          </a:lstStyle>
          <a:p>
            <a:endParaRPr/>
          </a:p>
        </p:txBody>
      </p:sp>
      <p:sp>
        <p:nvSpPr>
          <p:cNvPr id="240" name="Google Shape;240;p31">
            <a:extLst>
              <a:ext uri="{FF2B5EF4-FFF2-40B4-BE49-F238E27FC236}">
                <a16:creationId xmlns:a16="http://schemas.microsoft.com/office/drawing/2014/main" id="{41C51FC1-D107-423A-AEBD-7121BA335254}"/>
              </a:ext>
            </a:extLst>
          </p:cNvPr>
          <p:cNvSpPr>
            <a:spLocks noGrp="1"/>
          </p:cNvSpPr>
          <p:nvPr>
            <p:ph type="subTitle" idx="6"/>
          </p:nvPr>
        </p:nvSpPr>
        <p:spPr>
          <a:xfrm>
            <a:off x="6064875" y="2110049"/>
            <a:ext cx="2126100" cy="5727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1400"/>
              <a:buNone/>
              <a:defRPr sz="1400"/>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sp>
        <p:nvSpPr>
          <p:cNvPr id="241" name="Google Shape;241;p31">
            <a:extLst>
              <a:ext uri="{FF2B5EF4-FFF2-40B4-BE49-F238E27FC236}">
                <a16:creationId xmlns:a16="http://schemas.microsoft.com/office/drawing/2014/main" id="{FDE19240-E958-40F4-9CD9-B9CD570FB15C}"/>
              </a:ext>
            </a:extLst>
          </p:cNvPr>
          <p:cNvSpPr>
            <a:spLocks noGrp="1"/>
          </p:cNvSpPr>
          <p:nvPr>
            <p:ph type="title"/>
          </p:nvPr>
        </p:nvSpPr>
        <p:spPr>
          <a:xfrm>
            <a:off x="1244250" y="445025"/>
            <a:ext cx="6655500" cy="572700"/>
          </a:xfrm>
          <a:prstGeom prst="rect">
            <a:avLst/>
          </a:prstGeom>
        </p:spPr>
        <p:txBody>
          <a:bodyPr spcFirstLastPara="1" wrap="square" lIns="91425" tIns="91425" rIns="91425" bIns="91425" anchor="t">
            <a:noAutofit/>
          </a:bodyPr>
          <a:lstStyle>
            <a:lvl1pPr algn="ctr">
              <a:spcBef>
                <a:spcPts val="0"/>
              </a:spcBef>
              <a:spcAft>
                <a:spcPts val="0"/>
              </a:spcAft>
              <a:buSzPts val="3000"/>
              <a:buNone/>
              <a:defRPr/>
            </a:lvl1pPr>
            <a:lvl2pPr algn="ctr">
              <a:spcBef>
                <a:spcPts val="0"/>
              </a:spcBef>
              <a:spcAft>
                <a:spcPts val="0"/>
              </a:spcAft>
              <a:buSzPts val="3000"/>
              <a:buNone/>
              <a:defRPr>
                <a:latin typeface="Merriweather Light"/>
                <a:ea typeface="Merriweather Light"/>
                <a:cs typeface="Merriweather Light"/>
              </a:defRPr>
            </a:lvl2pPr>
            <a:lvl3pPr algn="ctr">
              <a:spcBef>
                <a:spcPts val="0"/>
              </a:spcBef>
              <a:spcAft>
                <a:spcPts val="0"/>
              </a:spcAft>
              <a:buSzPts val="3000"/>
              <a:buNone/>
              <a:defRPr>
                <a:latin typeface="Merriweather Light"/>
                <a:ea typeface="Merriweather Light"/>
                <a:cs typeface="Merriweather Light"/>
              </a:defRPr>
            </a:lvl3pPr>
            <a:lvl4pPr algn="ctr">
              <a:spcBef>
                <a:spcPts val="0"/>
              </a:spcBef>
              <a:spcAft>
                <a:spcPts val="0"/>
              </a:spcAft>
              <a:buSzPts val="3000"/>
              <a:buNone/>
              <a:defRPr>
                <a:latin typeface="Merriweather Light"/>
                <a:ea typeface="Merriweather Light"/>
                <a:cs typeface="Merriweather Light"/>
              </a:defRPr>
            </a:lvl4pPr>
            <a:lvl5pPr algn="ctr">
              <a:spcBef>
                <a:spcPts val="0"/>
              </a:spcBef>
              <a:spcAft>
                <a:spcPts val="0"/>
              </a:spcAft>
              <a:buSzPts val="3000"/>
              <a:buNone/>
              <a:defRPr>
                <a:latin typeface="Merriweather Light"/>
                <a:ea typeface="Merriweather Light"/>
                <a:cs typeface="Merriweather Light"/>
              </a:defRPr>
            </a:lvl5pPr>
            <a:lvl6pPr algn="ctr">
              <a:spcBef>
                <a:spcPts val="0"/>
              </a:spcBef>
              <a:spcAft>
                <a:spcPts val="0"/>
              </a:spcAft>
              <a:buSzPts val="3000"/>
              <a:buNone/>
              <a:defRPr>
                <a:latin typeface="Merriweather Light"/>
                <a:ea typeface="Merriweather Light"/>
                <a:cs typeface="Merriweather Light"/>
              </a:defRPr>
            </a:lvl6pPr>
            <a:lvl7pPr algn="ctr">
              <a:spcBef>
                <a:spcPts val="0"/>
              </a:spcBef>
              <a:spcAft>
                <a:spcPts val="0"/>
              </a:spcAft>
              <a:buSzPts val="3000"/>
              <a:buNone/>
              <a:defRPr>
                <a:latin typeface="Merriweather Light"/>
                <a:ea typeface="Merriweather Light"/>
                <a:cs typeface="Merriweather Light"/>
              </a:defRPr>
            </a:lvl7pPr>
            <a:lvl8pPr algn="ctr">
              <a:spcBef>
                <a:spcPts val="0"/>
              </a:spcBef>
              <a:spcAft>
                <a:spcPts val="0"/>
              </a:spcAft>
              <a:buSzPts val="3000"/>
              <a:buNone/>
              <a:defRPr>
                <a:latin typeface="Merriweather Light"/>
                <a:ea typeface="Merriweather Light"/>
                <a:cs typeface="Merriweather Light"/>
              </a:defRPr>
            </a:lvl8pPr>
            <a:lvl9pPr algn="ctr">
              <a:spcBef>
                <a:spcPts val="0"/>
              </a:spcBef>
              <a:spcAft>
                <a:spcPts val="0"/>
              </a:spcAft>
              <a:buSzPts val="3000"/>
              <a:buNone/>
              <a:defRPr>
                <a:latin typeface="Merriweather Light"/>
                <a:ea typeface="Merriweather Light"/>
                <a:cs typeface="Merriweather Light"/>
              </a:defRPr>
            </a:lvl9pPr>
          </a:lstStyle>
          <a:p>
            <a:endParaRPr/>
          </a:p>
        </p:txBody>
      </p:sp>
      <p:sp>
        <p:nvSpPr>
          <p:cNvPr id="242" name="Google Shape;242;p31">
            <a:extLst>
              <a:ext uri="{FF2B5EF4-FFF2-40B4-BE49-F238E27FC236}">
                <a16:creationId xmlns:a16="http://schemas.microsoft.com/office/drawing/2014/main" id="{DD53E118-74D9-4573-8D77-09E2E732240D}"/>
              </a:ext>
            </a:extLst>
          </p:cNvPr>
          <p:cNvSpPr>
            <a:spLocks noGrp="1"/>
          </p:cNvSpPr>
          <p:nvPr>
            <p:ph type="subTitle" idx="7"/>
          </p:nvPr>
        </p:nvSpPr>
        <p:spPr>
          <a:xfrm>
            <a:off x="3509000" y="3398751"/>
            <a:ext cx="2126100" cy="4440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Clr>
                <a:schemeClr val="dk1"/>
              </a:buClr>
              <a:buSzPts val="2400"/>
              <a:buFont typeface="Cambria"/>
              <a:buNone/>
              <a:defRPr sz="2400">
                <a:solidFill>
                  <a:schemeClr val="dk1"/>
                </a:solidFill>
                <a:latin typeface="Cambria"/>
                <a:ea typeface="Cambria"/>
                <a:cs typeface="Cambria"/>
              </a:defRPr>
            </a:lvl1pPr>
            <a:lvl2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2pPr>
            <a:lvl3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3pPr>
            <a:lvl4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4pPr>
            <a:lvl5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5pPr>
            <a:lvl6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6pPr>
            <a:lvl7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7pPr>
            <a:lvl8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8pPr>
            <a:lvl9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9pPr>
          </a:lstStyle>
          <a:p>
            <a:endParaRPr/>
          </a:p>
        </p:txBody>
      </p:sp>
      <p:sp>
        <p:nvSpPr>
          <p:cNvPr id="243" name="Google Shape;243;p31">
            <a:extLst>
              <a:ext uri="{FF2B5EF4-FFF2-40B4-BE49-F238E27FC236}">
                <a16:creationId xmlns:a16="http://schemas.microsoft.com/office/drawing/2014/main" id="{324C1B97-8E4A-40B5-8B02-8B903078C573}"/>
              </a:ext>
            </a:extLst>
          </p:cNvPr>
          <p:cNvSpPr>
            <a:spLocks noGrp="1"/>
          </p:cNvSpPr>
          <p:nvPr>
            <p:ph type="subTitle" idx="8"/>
          </p:nvPr>
        </p:nvSpPr>
        <p:spPr>
          <a:xfrm>
            <a:off x="3509025" y="3814949"/>
            <a:ext cx="2126100" cy="5727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1400"/>
              <a:buNone/>
              <a:defRPr sz="1400"/>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sp>
        <p:nvSpPr>
          <p:cNvPr id="244" name="Google Shape;244;p31">
            <a:extLst>
              <a:ext uri="{FF2B5EF4-FFF2-40B4-BE49-F238E27FC236}">
                <a16:creationId xmlns:a16="http://schemas.microsoft.com/office/drawing/2014/main" id="{5004EDC6-C5F4-4E04-AFB3-0A867A847A58}"/>
              </a:ext>
            </a:extLst>
          </p:cNvPr>
          <p:cNvSpPr>
            <a:spLocks noGrp="1"/>
          </p:cNvSpPr>
          <p:nvPr>
            <p:ph type="subTitle" idx="9"/>
          </p:nvPr>
        </p:nvSpPr>
        <p:spPr>
          <a:xfrm>
            <a:off x="953025" y="3398751"/>
            <a:ext cx="2126100" cy="4440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Clr>
                <a:schemeClr val="dk1"/>
              </a:buClr>
              <a:buSzPts val="2400"/>
              <a:buFont typeface="Cambria"/>
              <a:buNone/>
              <a:defRPr sz="2400">
                <a:solidFill>
                  <a:schemeClr val="dk1"/>
                </a:solidFill>
                <a:latin typeface="Cambria"/>
                <a:ea typeface="Cambria"/>
                <a:cs typeface="Cambria"/>
              </a:defRPr>
            </a:lvl1pPr>
            <a:lvl2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2pPr>
            <a:lvl3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3pPr>
            <a:lvl4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4pPr>
            <a:lvl5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5pPr>
            <a:lvl6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6pPr>
            <a:lvl7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7pPr>
            <a:lvl8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8pPr>
            <a:lvl9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9pPr>
          </a:lstStyle>
          <a:p>
            <a:endParaRPr/>
          </a:p>
        </p:txBody>
      </p:sp>
      <p:sp>
        <p:nvSpPr>
          <p:cNvPr id="245" name="Google Shape;245;p31">
            <a:extLst>
              <a:ext uri="{FF2B5EF4-FFF2-40B4-BE49-F238E27FC236}">
                <a16:creationId xmlns:a16="http://schemas.microsoft.com/office/drawing/2014/main" id="{84F545F5-4E68-41F7-81A4-A15446AAB71D}"/>
              </a:ext>
            </a:extLst>
          </p:cNvPr>
          <p:cNvSpPr>
            <a:spLocks noGrp="1"/>
          </p:cNvSpPr>
          <p:nvPr>
            <p:ph type="subTitle" idx="13"/>
          </p:nvPr>
        </p:nvSpPr>
        <p:spPr>
          <a:xfrm>
            <a:off x="953125" y="3814949"/>
            <a:ext cx="2126100" cy="5727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1400"/>
              <a:buNone/>
              <a:defRPr sz="1400"/>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sp>
        <p:nvSpPr>
          <p:cNvPr id="246" name="Google Shape;246;p31">
            <a:extLst>
              <a:ext uri="{FF2B5EF4-FFF2-40B4-BE49-F238E27FC236}">
                <a16:creationId xmlns:a16="http://schemas.microsoft.com/office/drawing/2014/main" id="{A686C553-6179-40D7-8C14-ED2752F689C3}"/>
              </a:ext>
            </a:extLst>
          </p:cNvPr>
          <p:cNvSpPr>
            <a:spLocks noGrp="1"/>
          </p:cNvSpPr>
          <p:nvPr>
            <p:ph type="subTitle" idx="14"/>
          </p:nvPr>
        </p:nvSpPr>
        <p:spPr>
          <a:xfrm>
            <a:off x="6064875" y="3398751"/>
            <a:ext cx="2126100" cy="4440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Clr>
                <a:schemeClr val="dk1"/>
              </a:buClr>
              <a:buSzPts val="2400"/>
              <a:buFont typeface="Cambria"/>
              <a:buNone/>
              <a:defRPr sz="2400">
                <a:solidFill>
                  <a:schemeClr val="dk1"/>
                </a:solidFill>
                <a:latin typeface="Cambria"/>
                <a:ea typeface="Cambria"/>
                <a:cs typeface="Cambria"/>
              </a:defRPr>
            </a:lvl1pPr>
            <a:lvl2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2pPr>
            <a:lvl3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3pPr>
            <a:lvl4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4pPr>
            <a:lvl5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5pPr>
            <a:lvl6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6pPr>
            <a:lvl7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7pPr>
            <a:lvl8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8pPr>
            <a:lvl9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9pPr>
          </a:lstStyle>
          <a:p>
            <a:endParaRPr/>
          </a:p>
        </p:txBody>
      </p:sp>
      <p:sp>
        <p:nvSpPr>
          <p:cNvPr id="247" name="Google Shape;247;p31">
            <a:extLst>
              <a:ext uri="{FF2B5EF4-FFF2-40B4-BE49-F238E27FC236}">
                <a16:creationId xmlns:a16="http://schemas.microsoft.com/office/drawing/2014/main" id="{952D5075-1A20-4397-9D0D-D59D534B72F4}"/>
              </a:ext>
            </a:extLst>
          </p:cNvPr>
          <p:cNvSpPr>
            <a:spLocks noGrp="1"/>
          </p:cNvSpPr>
          <p:nvPr>
            <p:ph type="subTitle" idx="15"/>
          </p:nvPr>
        </p:nvSpPr>
        <p:spPr>
          <a:xfrm>
            <a:off x="6064875" y="3814949"/>
            <a:ext cx="2126100" cy="5727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1400"/>
              <a:buNone/>
              <a:defRPr sz="1400"/>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cxnSp>
        <p:nvCxnSpPr>
          <p:cNvPr id="554" name="Google Shape;248;p31"/>
          <p:cNvCxnSpPr/>
          <p:nvPr/>
        </p:nvCxnSpPr>
        <p:spPr>
          <a:xfrm>
            <a:off x="-72550" y="274100"/>
            <a:ext cx="9287400" cy="0"/>
          </a:xfrm>
          <a:prstGeom prst="straightConnector1">
            <a:avLst/>
          </a:prstGeom>
          <a:ln w="28575" cap="flat">
            <a:solidFill>
              <a:schemeClr val="accent1"/>
            </a:solidFill>
            <a:prstDash val="solid"/>
            <a:round/>
            <a:headEnd type="none" w="med" len="med"/>
            <a:tailEnd type="none" w="med" len="med"/>
          </a:ln>
        </p:spPr>
      </p:cxnSp>
      <p:cxnSp>
        <p:nvCxnSpPr>
          <p:cNvPr id="555" name="Google Shape;249;p31"/>
          <p:cNvCxnSpPr/>
          <p:nvPr/>
        </p:nvCxnSpPr>
        <p:spPr>
          <a:xfrm>
            <a:off x="-72550" y="4877450"/>
            <a:ext cx="9287400" cy="0"/>
          </a:xfrm>
          <a:prstGeom prst="straightConnector1">
            <a:avLst/>
          </a:prstGeom>
          <a:ln w="28575" cap="flat">
            <a:solidFill>
              <a:schemeClr val="accent1"/>
            </a:solidFill>
            <a:prstDash val="solid"/>
            <a:round/>
            <a:headEnd type="none" w="med" len="med"/>
            <a:tailEnd type="none" w="med" len="med"/>
          </a:ln>
        </p:spPr>
      </p:cxnSp>
      <p:cxnSp>
        <p:nvCxnSpPr>
          <p:cNvPr id="556" name="Google Shape;250;p31"/>
          <p:cNvCxnSpPr/>
          <p:nvPr/>
        </p:nvCxnSpPr>
        <p:spPr>
          <a:xfrm>
            <a:off x="-250225" y="4076450"/>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cxnSp>
        <p:nvCxnSpPr>
          <p:cNvPr id="557" name="Google Shape;251;p31"/>
          <p:cNvCxnSpPr/>
          <p:nvPr/>
        </p:nvCxnSpPr>
        <p:spPr>
          <a:xfrm>
            <a:off x="7441150" y="-48375"/>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Title and six columns 1 -">
  <p:cSld name="CUSTOM_32">
    <p:spTree>
      <p:nvGrpSpPr>
        <p:cNvPr id="1" name=""/>
        <p:cNvGrpSpPr/>
        <p:nvPr/>
      </p:nvGrpSpPr>
      <p:grpSpPr>
        <a:xfrm>
          <a:off x="0" y="0"/>
          <a:ext cx="0" cy="0"/>
          <a:chOff x="0" y="0"/>
          <a:chExt cx="0" cy="0"/>
        </a:xfrm>
      </p:grpSpPr>
      <p:sp>
        <p:nvSpPr>
          <p:cNvPr id="253" name="Google Shape;253;p32">
            <a:extLst>
              <a:ext uri="{FF2B5EF4-FFF2-40B4-BE49-F238E27FC236}">
                <a16:creationId xmlns:a16="http://schemas.microsoft.com/office/drawing/2014/main" id="{968A2170-F20A-440B-96C6-DBA6BB42712C}"/>
              </a:ext>
            </a:extLst>
          </p:cNvPr>
          <p:cNvSpPr>
            <a:spLocks noGrp="1"/>
          </p:cNvSpPr>
          <p:nvPr>
            <p:ph type="subTitle" idx="1"/>
          </p:nvPr>
        </p:nvSpPr>
        <p:spPr>
          <a:xfrm>
            <a:off x="3414050" y="1714429"/>
            <a:ext cx="2316000" cy="4377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Clr>
                <a:schemeClr val="accent1"/>
              </a:buClr>
              <a:buSzPts val="2400"/>
              <a:buFont typeface="Cambria"/>
              <a:buNone/>
              <a:defRPr sz="2400">
                <a:solidFill>
                  <a:schemeClr val="accent1"/>
                </a:solidFill>
                <a:latin typeface="Cambria"/>
                <a:ea typeface="Cambria"/>
                <a:cs typeface="Cambria"/>
              </a:defRPr>
            </a:lvl1pPr>
            <a:lvl2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2pPr>
            <a:lvl3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3pPr>
            <a:lvl4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4pPr>
            <a:lvl5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5pPr>
            <a:lvl6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6pPr>
            <a:lvl7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7pPr>
            <a:lvl8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8pPr>
            <a:lvl9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9pPr>
          </a:lstStyle>
          <a:p>
            <a:endParaRPr/>
          </a:p>
        </p:txBody>
      </p:sp>
      <p:sp>
        <p:nvSpPr>
          <p:cNvPr id="254" name="Google Shape;254;p32">
            <a:extLst>
              <a:ext uri="{FF2B5EF4-FFF2-40B4-BE49-F238E27FC236}">
                <a16:creationId xmlns:a16="http://schemas.microsoft.com/office/drawing/2014/main" id="{95BD13BC-4DC4-44D7-8BD2-B44575F65653}"/>
              </a:ext>
            </a:extLst>
          </p:cNvPr>
          <p:cNvSpPr>
            <a:spLocks noGrp="1"/>
          </p:cNvSpPr>
          <p:nvPr>
            <p:ph type="subTitle" idx="2"/>
          </p:nvPr>
        </p:nvSpPr>
        <p:spPr>
          <a:xfrm>
            <a:off x="3564200" y="2124122"/>
            <a:ext cx="2015700" cy="5727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1400"/>
              <a:buNone/>
              <a:defRPr sz="1400"/>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sp>
        <p:nvSpPr>
          <p:cNvPr id="255" name="Google Shape;255;p32">
            <a:extLst>
              <a:ext uri="{FF2B5EF4-FFF2-40B4-BE49-F238E27FC236}">
                <a16:creationId xmlns:a16="http://schemas.microsoft.com/office/drawing/2014/main" id="{3A3CC5AE-3E38-426E-8514-C967795A9987}"/>
              </a:ext>
            </a:extLst>
          </p:cNvPr>
          <p:cNvSpPr>
            <a:spLocks noGrp="1"/>
          </p:cNvSpPr>
          <p:nvPr>
            <p:ph type="subTitle" idx="3"/>
          </p:nvPr>
        </p:nvSpPr>
        <p:spPr>
          <a:xfrm>
            <a:off x="705725" y="1714429"/>
            <a:ext cx="2316000" cy="4377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Clr>
                <a:schemeClr val="accent1"/>
              </a:buClr>
              <a:buSzPts val="2400"/>
              <a:buFont typeface="Cambria"/>
              <a:buNone/>
              <a:defRPr sz="2400">
                <a:solidFill>
                  <a:schemeClr val="accent1"/>
                </a:solidFill>
                <a:latin typeface="Cambria"/>
                <a:ea typeface="Cambria"/>
                <a:cs typeface="Cambria"/>
              </a:defRPr>
            </a:lvl1pPr>
            <a:lvl2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2pPr>
            <a:lvl3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3pPr>
            <a:lvl4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4pPr>
            <a:lvl5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5pPr>
            <a:lvl6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6pPr>
            <a:lvl7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7pPr>
            <a:lvl8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8pPr>
            <a:lvl9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9pPr>
          </a:lstStyle>
          <a:p>
            <a:endParaRPr/>
          </a:p>
        </p:txBody>
      </p:sp>
      <p:sp>
        <p:nvSpPr>
          <p:cNvPr id="256" name="Google Shape;256;p32">
            <a:extLst>
              <a:ext uri="{FF2B5EF4-FFF2-40B4-BE49-F238E27FC236}">
                <a16:creationId xmlns:a16="http://schemas.microsoft.com/office/drawing/2014/main" id="{EA8484D5-31FA-460E-8B64-8102F2A0827A}"/>
              </a:ext>
            </a:extLst>
          </p:cNvPr>
          <p:cNvSpPr>
            <a:spLocks noGrp="1"/>
          </p:cNvSpPr>
          <p:nvPr>
            <p:ph type="subTitle" idx="4"/>
          </p:nvPr>
        </p:nvSpPr>
        <p:spPr>
          <a:xfrm>
            <a:off x="855875" y="2124122"/>
            <a:ext cx="2015700" cy="5727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1400"/>
              <a:buNone/>
              <a:defRPr sz="1400"/>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sp>
        <p:nvSpPr>
          <p:cNvPr id="257" name="Google Shape;257;p32">
            <a:extLst>
              <a:ext uri="{FF2B5EF4-FFF2-40B4-BE49-F238E27FC236}">
                <a16:creationId xmlns:a16="http://schemas.microsoft.com/office/drawing/2014/main" id="{121AF36B-466C-419E-B78E-5018D0F589A4}"/>
              </a:ext>
            </a:extLst>
          </p:cNvPr>
          <p:cNvSpPr>
            <a:spLocks noGrp="1"/>
          </p:cNvSpPr>
          <p:nvPr>
            <p:ph type="subTitle" idx="5"/>
          </p:nvPr>
        </p:nvSpPr>
        <p:spPr>
          <a:xfrm>
            <a:off x="6122325" y="1714429"/>
            <a:ext cx="2316000" cy="4377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Clr>
                <a:schemeClr val="accent1"/>
              </a:buClr>
              <a:buSzPts val="2400"/>
              <a:buFont typeface="Cambria"/>
              <a:buNone/>
              <a:defRPr sz="2400">
                <a:solidFill>
                  <a:schemeClr val="accent1"/>
                </a:solidFill>
                <a:latin typeface="Cambria"/>
                <a:ea typeface="Cambria"/>
                <a:cs typeface="Cambria"/>
              </a:defRPr>
            </a:lvl1pPr>
            <a:lvl2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2pPr>
            <a:lvl3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3pPr>
            <a:lvl4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4pPr>
            <a:lvl5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5pPr>
            <a:lvl6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6pPr>
            <a:lvl7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7pPr>
            <a:lvl8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8pPr>
            <a:lvl9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9pPr>
          </a:lstStyle>
          <a:p>
            <a:endParaRPr/>
          </a:p>
        </p:txBody>
      </p:sp>
      <p:sp>
        <p:nvSpPr>
          <p:cNvPr id="258" name="Google Shape;258;p32">
            <a:extLst>
              <a:ext uri="{FF2B5EF4-FFF2-40B4-BE49-F238E27FC236}">
                <a16:creationId xmlns:a16="http://schemas.microsoft.com/office/drawing/2014/main" id="{56903D5D-2019-40C9-AA8B-3B2549658EFB}"/>
              </a:ext>
            </a:extLst>
          </p:cNvPr>
          <p:cNvSpPr>
            <a:spLocks noGrp="1"/>
          </p:cNvSpPr>
          <p:nvPr>
            <p:ph type="subTitle" idx="6"/>
          </p:nvPr>
        </p:nvSpPr>
        <p:spPr>
          <a:xfrm>
            <a:off x="6272475" y="2124122"/>
            <a:ext cx="2015700" cy="5727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1400"/>
              <a:buNone/>
              <a:defRPr sz="1400"/>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sp>
        <p:nvSpPr>
          <p:cNvPr id="259" name="Google Shape;259;p32">
            <a:extLst>
              <a:ext uri="{FF2B5EF4-FFF2-40B4-BE49-F238E27FC236}">
                <a16:creationId xmlns:a16="http://schemas.microsoft.com/office/drawing/2014/main" id="{FD79F86B-036F-4CFA-95CD-EF8827E66C42}"/>
              </a:ext>
            </a:extLst>
          </p:cNvPr>
          <p:cNvSpPr>
            <a:spLocks noGrp="1"/>
          </p:cNvSpPr>
          <p:nvPr>
            <p:ph type="subTitle" idx="7"/>
          </p:nvPr>
        </p:nvSpPr>
        <p:spPr>
          <a:xfrm>
            <a:off x="3414050" y="3453326"/>
            <a:ext cx="2316000" cy="4377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Clr>
                <a:schemeClr val="accent1"/>
              </a:buClr>
              <a:buSzPts val="2400"/>
              <a:buFont typeface="Cambria"/>
              <a:buNone/>
              <a:defRPr sz="2400">
                <a:solidFill>
                  <a:schemeClr val="accent1"/>
                </a:solidFill>
                <a:latin typeface="Cambria"/>
                <a:ea typeface="Cambria"/>
                <a:cs typeface="Cambria"/>
              </a:defRPr>
            </a:lvl1pPr>
            <a:lvl2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2pPr>
            <a:lvl3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3pPr>
            <a:lvl4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4pPr>
            <a:lvl5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5pPr>
            <a:lvl6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6pPr>
            <a:lvl7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7pPr>
            <a:lvl8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8pPr>
            <a:lvl9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9pPr>
          </a:lstStyle>
          <a:p>
            <a:endParaRPr/>
          </a:p>
        </p:txBody>
      </p:sp>
      <p:sp>
        <p:nvSpPr>
          <p:cNvPr id="260" name="Google Shape;260;p32">
            <a:extLst>
              <a:ext uri="{FF2B5EF4-FFF2-40B4-BE49-F238E27FC236}">
                <a16:creationId xmlns:a16="http://schemas.microsoft.com/office/drawing/2014/main" id="{55AB6829-289A-445E-B326-BD0EC459AF23}"/>
              </a:ext>
            </a:extLst>
          </p:cNvPr>
          <p:cNvSpPr>
            <a:spLocks noGrp="1"/>
          </p:cNvSpPr>
          <p:nvPr>
            <p:ph type="subTitle" idx="8"/>
          </p:nvPr>
        </p:nvSpPr>
        <p:spPr>
          <a:xfrm>
            <a:off x="3564200" y="3869536"/>
            <a:ext cx="2015700" cy="5727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1400"/>
              <a:buNone/>
              <a:defRPr sz="1400"/>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sp>
        <p:nvSpPr>
          <p:cNvPr id="261" name="Google Shape;261;p32">
            <a:extLst>
              <a:ext uri="{FF2B5EF4-FFF2-40B4-BE49-F238E27FC236}">
                <a16:creationId xmlns:a16="http://schemas.microsoft.com/office/drawing/2014/main" id="{44A94E98-BB21-452B-AC4B-BC47EC627E9A}"/>
              </a:ext>
            </a:extLst>
          </p:cNvPr>
          <p:cNvSpPr>
            <a:spLocks noGrp="1"/>
          </p:cNvSpPr>
          <p:nvPr>
            <p:ph type="subTitle" idx="9"/>
          </p:nvPr>
        </p:nvSpPr>
        <p:spPr>
          <a:xfrm>
            <a:off x="705725" y="3453326"/>
            <a:ext cx="2316000" cy="4377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Clr>
                <a:schemeClr val="accent1"/>
              </a:buClr>
              <a:buSzPts val="2400"/>
              <a:buFont typeface="Cambria"/>
              <a:buNone/>
              <a:defRPr sz="2400">
                <a:solidFill>
                  <a:schemeClr val="accent1"/>
                </a:solidFill>
                <a:latin typeface="Cambria"/>
                <a:ea typeface="Cambria"/>
                <a:cs typeface="Cambria"/>
              </a:defRPr>
            </a:lvl1pPr>
            <a:lvl2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2pPr>
            <a:lvl3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3pPr>
            <a:lvl4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4pPr>
            <a:lvl5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5pPr>
            <a:lvl6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6pPr>
            <a:lvl7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7pPr>
            <a:lvl8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8pPr>
            <a:lvl9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9pPr>
          </a:lstStyle>
          <a:p>
            <a:endParaRPr/>
          </a:p>
        </p:txBody>
      </p:sp>
      <p:sp>
        <p:nvSpPr>
          <p:cNvPr id="262" name="Google Shape;262;p32">
            <a:extLst>
              <a:ext uri="{FF2B5EF4-FFF2-40B4-BE49-F238E27FC236}">
                <a16:creationId xmlns:a16="http://schemas.microsoft.com/office/drawing/2014/main" id="{3B51AEA1-653F-4E9B-BDF4-1D294C92FDA0}"/>
              </a:ext>
            </a:extLst>
          </p:cNvPr>
          <p:cNvSpPr>
            <a:spLocks noGrp="1"/>
          </p:cNvSpPr>
          <p:nvPr>
            <p:ph type="subTitle" idx="13"/>
          </p:nvPr>
        </p:nvSpPr>
        <p:spPr>
          <a:xfrm>
            <a:off x="855875" y="3869536"/>
            <a:ext cx="2015700" cy="5727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1400"/>
              <a:buNone/>
              <a:defRPr sz="1400"/>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sp>
        <p:nvSpPr>
          <p:cNvPr id="263" name="Google Shape;263;p32">
            <a:extLst>
              <a:ext uri="{FF2B5EF4-FFF2-40B4-BE49-F238E27FC236}">
                <a16:creationId xmlns:a16="http://schemas.microsoft.com/office/drawing/2014/main" id="{A7F440D0-7976-4138-AAE9-36C2962B082E}"/>
              </a:ext>
            </a:extLst>
          </p:cNvPr>
          <p:cNvSpPr>
            <a:spLocks noGrp="1"/>
          </p:cNvSpPr>
          <p:nvPr>
            <p:ph type="subTitle" idx="14"/>
          </p:nvPr>
        </p:nvSpPr>
        <p:spPr>
          <a:xfrm>
            <a:off x="6122325" y="3453326"/>
            <a:ext cx="2316000" cy="4377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Clr>
                <a:schemeClr val="accent1"/>
              </a:buClr>
              <a:buSzPts val="2400"/>
              <a:buFont typeface="Cambria"/>
              <a:buNone/>
              <a:defRPr sz="2400">
                <a:solidFill>
                  <a:schemeClr val="accent1"/>
                </a:solidFill>
                <a:latin typeface="Cambria"/>
                <a:ea typeface="Cambria"/>
                <a:cs typeface="Cambria"/>
              </a:defRPr>
            </a:lvl1pPr>
            <a:lvl2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2pPr>
            <a:lvl3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3pPr>
            <a:lvl4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4pPr>
            <a:lvl5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5pPr>
            <a:lvl6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6pPr>
            <a:lvl7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7pPr>
            <a:lvl8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8pPr>
            <a:lvl9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9pPr>
          </a:lstStyle>
          <a:p>
            <a:endParaRPr/>
          </a:p>
        </p:txBody>
      </p:sp>
      <p:sp>
        <p:nvSpPr>
          <p:cNvPr id="264" name="Google Shape;264;p32">
            <a:extLst>
              <a:ext uri="{FF2B5EF4-FFF2-40B4-BE49-F238E27FC236}">
                <a16:creationId xmlns:a16="http://schemas.microsoft.com/office/drawing/2014/main" id="{B22E96B4-6025-40DD-B94A-AC2DD4D46FE4}"/>
              </a:ext>
            </a:extLst>
          </p:cNvPr>
          <p:cNvSpPr>
            <a:spLocks noGrp="1"/>
          </p:cNvSpPr>
          <p:nvPr>
            <p:ph type="subTitle" idx="15"/>
          </p:nvPr>
        </p:nvSpPr>
        <p:spPr>
          <a:xfrm>
            <a:off x="6272475" y="3869536"/>
            <a:ext cx="2015700" cy="5727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1400"/>
              <a:buNone/>
              <a:defRPr sz="1400"/>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sp>
        <p:nvSpPr>
          <p:cNvPr id="265" name="Google Shape;265;p32">
            <a:extLst>
              <a:ext uri="{FF2B5EF4-FFF2-40B4-BE49-F238E27FC236}">
                <a16:creationId xmlns:a16="http://schemas.microsoft.com/office/drawing/2014/main" id="{F95419E6-DA37-4828-8589-FAB98B7C374F}"/>
              </a:ext>
            </a:extLst>
          </p:cNvPr>
          <p:cNvSpPr>
            <a:spLocks noGrp="1"/>
          </p:cNvSpPr>
          <p:nvPr>
            <p:ph type="title"/>
          </p:nvPr>
        </p:nvSpPr>
        <p:spPr>
          <a:xfrm>
            <a:off x="713225" y="445025"/>
            <a:ext cx="6080700" cy="572700"/>
          </a:xfrm>
          <a:prstGeom prst="rect">
            <a:avLst/>
          </a:prstGeom>
        </p:spPr>
        <p:txBody>
          <a:bodyPr spcFirstLastPara="1" wrap="square" lIns="91425" tIns="91425" rIns="91425" bIns="91425" anchor="t">
            <a:noAutofit/>
          </a:bodyPr>
          <a:lstStyle>
            <a:lvl1pPr>
              <a:spcBef>
                <a:spcPts val="0"/>
              </a:spcBef>
              <a:spcAft>
                <a:spcPts val="0"/>
              </a:spcAft>
              <a:buSzPts val="3000"/>
              <a:buNone/>
              <a:defRPr/>
            </a:lvl1pPr>
            <a:lvl2pPr>
              <a:spcBef>
                <a:spcPts val="0"/>
              </a:spcBef>
              <a:spcAft>
                <a:spcPts val="0"/>
              </a:spcAft>
              <a:buSzPts val="3000"/>
              <a:buNone/>
              <a:defRPr>
                <a:latin typeface="Merriweather Light"/>
                <a:ea typeface="Merriweather Light"/>
                <a:cs typeface="Merriweather Light"/>
              </a:defRPr>
            </a:lvl2pPr>
            <a:lvl3pPr>
              <a:spcBef>
                <a:spcPts val="0"/>
              </a:spcBef>
              <a:spcAft>
                <a:spcPts val="0"/>
              </a:spcAft>
              <a:buSzPts val="3000"/>
              <a:buNone/>
              <a:defRPr>
                <a:latin typeface="Merriweather Light"/>
                <a:ea typeface="Merriweather Light"/>
                <a:cs typeface="Merriweather Light"/>
              </a:defRPr>
            </a:lvl3pPr>
            <a:lvl4pPr>
              <a:spcBef>
                <a:spcPts val="0"/>
              </a:spcBef>
              <a:spcAft>
                <a:spcPts val="0"/>
              </a:spcAft>
              <a:buSzPts val="3000"/>
              <a:buNone/>
              <a:defRPr>
                <a:latin typeface="Merriweather Light"/>
                <a:ea typeface="Merriweather Light"/>
                <a:cs typeface="Merriweather Light"/>
              </a:defRPr>
            </a:lvl4pPr>
            <a:lvl5pPr>
              <a:spcBef>
                <a:spcPts val="0"/>
              </a:spcBef>
              <a:spcAft>
                <a:spcPts val="0"/>
              </a:spcAft>
              <a:buSzPts val="3000"/>
              <a:buNone/>
              <a:defRPr>
                <a:latin typeface="Merriweather Light"/>
                <a:ea typeface="Merriweather Light"/>
                <a:cs typeface="Merriweather Light"/>
              </a:defRPr>
            </a:lvl5pPr>
            <a:lvl6pPr>
              <a:spcBef>
                <a:spcPts val="0"/>
              </a:spcBef>
              <a:spcAft>
                <a:spcPts val="0"/>
              </a:spcAft>
              <a:buSzPts val="3000"/>
              <a:buNone/>
              <a:defRPr>
                <a:latin typeface="Merriweather Light"/>
                <a:ea typeface="Merriweather Light"/>
                <a:cs typeface="Merriweather Light"/>
              </a:defRPr>
            </a:lvl6pPr>
            <a:lvl7pPr>
              <a:spcBef>
                <a:spcPts val="0"/>
              </a:spcBef>
              <a:spcAft>
                <a:spcPts val="0"/>
              </a:spcAft>
              <a:buSzPts val="3000"/>
              <a:buNone/>
              <a:defRPr>
                <a:latin typeface="Merriweather Light"/>
                <a:ea typeface="Merriweather Light"/>
                <a:cs typeface="Merriweather Light"/>
              </a:defRPr>
            </a:lvl7pPr>
            <a:lvl8pPr>
              <a:spcBef>
                <a:spcPts val="0"/>
              </a:spcBef>
              <a:spcAft>
                <a:spcPts val="0"/>
              </a:spcAft>
              <a:buSzPts val="3000"/>
              <a:buNone/>
              <a:defRPr>
                <a:latin typeface="Merriweather Light"/>
                <a:ea typeface="Merriweather Light"/>
                <a:cs typeface="Merriweather Light"/>
              </a:defRPr>
            </a:lvl8pPr>
            <a:lvl9pPr>
              <a:spcBef>
                <a:spcPts val="0"/>
              </a:spcBef>
              <a:spcAft>
                <a:spcPts val="0"/>
              </a:spcAft>
              <a:buSzPts val="3000"/>
              <a:buNone/>
              <a:defRPr>
                <a:latin typeface="Merriweather Light"/>
                <a:ea typeface="Merriweather Light"/>
                <a:cs typeface="Merriweather Light"/>
              </a:defRPr>
            </a:lvl9pPr>
          </a:lstStyle>
          <a:p>
            <a:endParaRPr/>
          </a:p>
        </p:txBody>
      </p:sp>
      <p:cxnSp>
        <p:nvCxnSpPr>
          <p:cNvPr id="536" name="Google Shape;266;p32"/>
          <p:cNvCxnSpPr/>
          <p:nvPr/>
        </p:nvCxnSpPr>
        <p:spPr>
          <a:xfrm>
            <a:off x="-72550" y="274100"/>
            <a:ext cx="9287400" cy="0"/>
          </a:xfrm>
          <a:prstGeom prst="straightConnector1">
            <a:avLst/>
          </a:prstGeom>
          <a:ln w="28575" cap="flat">
            <a:solidFill>
              <a:schemeClr val="accent1"/>
            </a:solidFill>
            <a:prstDash val="solid"/>
            <a:round/>
            <a:headEnd type="none" w="med" len="med"/>
            <a:tailEnd type="none" w="med" len="med"/>
          </a:ln>
        </p:spPr>
      </p:cxnSp>
      <p:cxnSp>
        <p:nvCxnSpPr>
          <p:cNvPr id="537" name="Google Shape;267;p32"/>
          <p:cNvCxnSpPr/>
          <p:nvPr/>
        </p:nvCxnSpPr>
        <p:spPr>
          <a:xfrm>
            <a:off x="-72550" y="4877450"/>
            <a:ext cx="9287400" cy="0"/>
          </a:xfrm>
          <a:prstGeom prst="straightConnector1">
            <a:avLst/>
          </a:prstGeom>
          <a:ln w="28575" cap="flat">
            <a:solidFill>
              <a:schemeClr val="accent1"/>
            </a:solidFill>
            <a:prstDash val="solid"/>
            <a:round/>
            <a:headEnd type="none" w="med" len="med"/>
            <a:tailEnd type="none" w="med" len="med"/>
          </a:ln>
        </p:spPr>
      </p:cxn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Title and five columns">
  <p:cSld name="CUSTOM_33">
    <p:spTree>
      <p:nvGrpSpPr>
        <p:cNvPr id="1" name=""/>
        <p:cNvGrpSpPr/>
        <p:nvPr/>
      </p:nvGrpSpPr>
      <p:grpSpPr>
        <a:xfrm>
          <a:off x="0" y="0"/>
          <a:ext cx="0" cy="0"/>
          <a:chOff x="0" y="0"/>
          <a:chExt cx="0" cy="0"/>
        </a:xfrm>
      </p:grpSpPr>
      <p:sp>
        <p:nvSpPr>
          <p:cNvPr id="269" name="Google Shape;269;p33">
            <a:extLst>
              <a:ext uri="{FF2B5EF4-FFF2-40B4-BE49-F238E27FC236}">
                <a16:creationId xmlns:a16="http://schemas.microsoft.com/office/drawing/2014/main" id="{0FFC941D-2C15-4DA8-9DAA-7A190ABCD405}"/>
              </a:ext>
            </a:extLst>
          </p:cNvPr>
          <p:cNvSpPr>
            <a:spLocks noGrp="1"/>
          </p:cNvSpPr>
          <p:nvPr>
            <p:ph type="subTitle" idx="1"/>
          </p:nvPr>
        </p:nvSpPr>
        <p:spPr>
          <a:xfrm>
            <a:off x="3414050" y="1714429"/>
            <a:ext cx="2316000" cy="4377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Clr>
                <a:schemeClr val="accent1"/>
              </a:buClr>
              <a:buSzPts val="2400"/>
              <a:buFont typeface="Cambria"/>
              <a:buNone/>
              <a:defRPr sz="2400">
                <a:solidFill>
                  <a:schemeClr val="accent1"/>
                </a:solidFill>
                <a:latin typeface="Cambria"/>
                <a:ea typeface="Cambria"/>
                <a:cs typeface="Cambria"/>
              </a:defRPr>
            </a:lvl1pPr>
            <a:lvl2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2pPr>
            <a:lvl3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3pPr>
            <a:lvl4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4pPr>
            <a:lvl5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5pPr>
            <a:lvl6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6pPr>
            <a:lvl7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7pPr>
            <a:lvl8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8pPr>
            <a:lvl9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9pPr>
          </a:lstStyle>
          <a:p>
            <a:endParaRPr/>
          </a:p>
        </p:txBody>
      </p:sp>
      <p:sp>
        <p:nvSpPr>
          <p:cNvPr id="270" name="Google Shape;270;p33">
            <a:extLst>
              <a:ext uri="{FF2B5EF4-FFF2-40B4-BE49-F238E27FC236}">
                <a16:creationId xmlns:a16="http://schemas.microsoft.com/office/drawing/2014/main" id="{98BA7C88-C565-484E-A97C-B1C7D1696B3A}"/>
              </a:ext>
            </a:extLst>
          </p:cNvPr>
          <p:cNvSpPr>
            <a:spLocks noGrp="1"/>
          </p:cNvSpPr>
          <p:nvPr>
            <p:ph type="subTitle" idx="2"/>
          </p:nvPr>
        </p:nvSpPr>
        <p:spPr>
          <a:xfrm>
            <a:off x="3564200" y="2124122"/>
            <a:ext cx="2015700" cy="5727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1400"/>
              <a:buNone/>
              <a:defRPr sz="1400"/>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sp>
        <p:nvSpPr>
          <p:cNvPr id="271" name="Google Shape;271;p33">
            <a:extLst>
              <a:ext uri="{FF2B5EF4-FFF2-40B4-BE49-F238E27FC236}">
                <a16:creationId xmlns:a16="http://schemas.microsoft.com/office/drawing/2014/main" id="{7FCF74ED-51A2-4B7C-8FBA-D207060F4787}"/>
              </a:ext>
            </a:extLst>
          </p:cNvPr>
          <p:cNvSpPr>
            <a:spLocks noGrp="1"/>
          </p:cNvSpPr>
          <p:nvPr>
            <p:ph type="subTitle" idx="3"/>
          </p:nvPr>
        </p:nvSpPr>
        <p:spPr>
          <a:xfrm>
            <a:off x="705725" y="1714429"/>
            <a:ext cx="2316000" cy="4377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Clr>
                <a:schemeClr val="accent1"/>
              </a:buClr>
              <a:buSzPts val="2400"/>
              <a:buFont typeface="Cambria"/>
              <a:buNone/>
              <a:defRPr sz="2400">
                <a:solidFill>
                  <a:schemeClr val="accent1"/>
                </a:solidFill>
                <a:latin typeface="Cambria"/>
                <a:ea typeface="Cambria"/>
                <a:cs typeface="Cambria"/>
              </a:defRPr>
            </a:lvl1pPr>
            <a:lvl2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2pPr>
            <a:lvl3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3pPr>
            <a:lvl4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4pPr>
            <a:lvl5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5pPr>
            <a:lvl6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6pPr>
            <a:lvl7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7pPr>
            <a:lvl8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8pPr>
            <a:lvl9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9pPr>
          </a:lstStyle>
          <a:p>
            <a:endParaRPr/>
          </a:p>
        </p:txBody>
      </p:sp>
      <p:sp>
        <p:nvSpPr>
          <p:cNvPr id="272" name="Google Shape;272;p33">
            <a:extLst>
              <a:ext uri="{FF2B5EF4-FFF2-40B4-BE49-F238E27FC236}">
                <a16:creationId xmlns:a16="http://schemas.microsoft.com/office/drawing/2014/main" id="{2AC76818-1DA0-451A-AFBB-41550426496C}"/>
              </a:ext>
            </a:extLst>
          </p:cNvPr>
          <p:cNvSpPr>
            <a:spLocks noGrp="1"/>
          </p:cNvSpPr>
          <p:nvPr>
            <p:ph type="subTitle" idx="4"/>
          </p:nvPr>
        </p:nvSpPr>
        <p:spPr>
          <a:xfrm>
            <a:off x="855875" y="2124122"/>
            <a:ext cx="2015700" cy="5727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1400"/>
              <a:buNone/>
              <a:defRPr sz="1400"/>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sp>
        <p:nvSpPr>
          <p:cNvPr id="273" name="Google Shape;273;p33">
            <a:extLst>
              <a:ext uri="{FF2B5EF4-FFF2-40B4-BE49-F238E27FC236}">
                <a16:creationId xmlns:a16="http://schemas.microsoft.com/office/drawing/2014/main" id="{D611EFB5-B024-4991-A7E1-CC0E55B226A8}"/>
              </a:ext>
            </a:extLst>
          </p:cNvPr>
          <p:cNvSpPr>
            <a:spLocks noGrp="1"/>
          </p:cNvSpPr>
          <p:nvPr>
            <p:ph type="subTitle" idx="5"/>
          </p:nvPr>
        </p:nvSpPr>
        <p:spPr>
          <a:xfrm>
            <a:off x="6122325" y="1714429"/>
            <a:ext cx="2316000" cy="4377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Clr>
                <a:schemeClr val="accent1"/>
              </a:buClr>
              <a:buSzPts val="2400"/>
              <a:buFont typeface="Cambria"/>
              <a:buNone/>
              <a:defRPr sz="2400">
                <a:solidFill>
                  <a:schemeClr val="accent1"/>
                </a:solidFill>
                <a:latin typeface="Cambria"/>
                <a:ea typeface="Cambria"/>
                <a:cs typeface="Cambria"/>
              </a:defRPr>
            </a:lvl1pPr>
            <a:lvl2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2pPr>
            <a:lvl3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3pPr>
            <a:lvl4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4pPr>
            <a:lvl5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5pPr>
            <a:lvl6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6pPr>
            <a:lvl7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7pPr>
            <a:lvl8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8pPr>
            <a:lvl9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9pPr>
          </a:lstStyle>
          <a:p>
            <a:endParaRPr/>
          </a:p>
        </p:txBody>
      </p:sp>
      <p:sp>
        <p:nvSpPr>
          <p:cNvPr id="274" name="Google Shape;274;p33">
            <a:extLst>
              <a:ext uri="{FF2B5EF4-FFF2-40B4-BE49-F238E27FC236}">
                <a16:creationId xmlns:a16="http://schemas.microsoft.com/office/drawing/2014/main" id="{318B786B-5F05-4A9D-A1FD-B884A0B8B182}"/>
              </a:ext>
            </a:extLst>
          </p:cNvPr>
          <p:cNvSpPr>
            <a:spLocks noGrp="1"/>
          </p:cNvSpPr>
          <p:nvPr>
            <p:ph type="subTitle" idx="6"/>
          </p:nvPr>
        </p:nvSpPr>
        <p:spPr>
          <a:xfrm>
            <a:off x="6272475" y="2124122"/>
            <a:ext cx="2015700" cy="5727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1400"/>
              <a:buNone/>
              <a:defRPr sz="1400">
                <a:solidFill>
                  <a:schemeClr val="dk1"/>
                </a:solidFill>
              </a:defRPr>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sp>
        <p:nvSpPr>
          <p:cNvPr id="275" name="Google Shape;275;p33">
            <a:extLst>
              <a:ext uri="{FF2B5EF4-FFF2-40B4-BE49-F238E27FC236}">
                <a16:creationId xmlns:a16="http://schemas.microsoft.com/office/drawing/2014/main" id="{2C143154-D303-4B27-BC04-D299E2CCD092}"/>
              </a:ext>
            </a:extLst>
          </p:cNvPr>
          <p:cNvSpPr>
            <a:spLocks noGrp="1"/>
          </p:cNvSpPr>
          <p:nvPr>
            <p:ph type="subTitle" idx="7"/>
          </p:nvPr>
        </p:nvSpPr>
        <p:spPr>
          <a:xfrm>
            <a:off x="2059863" y="3148526"/>
            <a:ext cx="2316000" cy="4377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Clr>
                <a:schemeClr val="accent1"/>
              </a:buClr>
              <a:buSzPts val="2400"/>
              <a:buFont typeface="Cambria"/>
              <a:buNone/>
              <a:defRPr sz="2400">
                <a:solidFill>
                  <a:schemeClr val="accent1"/>
                </a:solidFill>
                <a:latin typeface="Cambria"/>
                <a:ea typeface="Cambria"/>
                <a:cs typeface="Cambria"/>
              </a:defRPr>
            </a:lvl1pPr>
            <a:lvl2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2pPr>
            <a:lvl3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3pPr>
            <a:lvl4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4pPr>
            <a:lvl5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5pPr>
            <a:lvl6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6pPr>
            <a:lvl7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7pPr>
            <a:lvl8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8pPr>
            <a:lvl9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9pPr>
          </a:lstStyle>
          <a:p>
            <a:endParaRPr/>
          </a:p>
        </p:txBody>
      </p:sp>
      <p:sp>
        <p:nvSpPr>
          <p:cNvPr id="276" name="Google Shape;276;p33">
            <a:extLst>
              <a:ext uri="{FF2B5EF4-FFF2-40B4-BE49-F238E27FC236}">
                <a16:creationId xmlns:a16="http://schemas.microsoft.com/office/drawing/2014/main" id="{AAF12959-D519-4B35-8E44-A0C8E7C806C8}"/>
              </a:ext>
            </a:extLst>
          </p:cNvPr>
          <p:cNvSpPr>
            <a:spLocks noGrp="1"/>
          </p:cNvSpPr>
          <p:nvPr>
            <p:ph type="subTitle" idx="8"/>
          </p:nvPr>
        </p:nvSpPr>
        <p:spPr>
          <a:xfrm>
            <a:off x="2210013" y="3564736"/>
            <a:ext cx="2015700" cy="5727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1400"/>
              <a:buNone/>
              <a:defRPr sz="1400"/>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sp>
        <p:nvSpPr>
          <p:cNvPr id="277" name="Google Shape;277;p33">
            <a:extLst>
              <a:ext uri="{FF2B5EF4-FFF2-40B4-BE49-F238E27FC236}">
                <a16:creationId xmlns:a16="http://schemas.microsoft.com/office/drawing/2014/main" id="{443C4521-26F7-4E60-B237-C87F04A03110}"/>
              </a:ext>
            </a:extLst>
          </p:cNvPr>
          <p:cNvSpPr>
            <a:spLocks noGrp="1"/>
          </p:cNvSpPr>
          <p:nvPr>
            <p:ph type="subTitle" idx="9"/>
          </p:nvPr>
        </p:nvSpPr>
        <p:spPr>
          <a:xfrm>
            <a:off x="4768138" y="3148526"/>
            <a:ext cx="2316000" cy="4377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Clr>
                <a:schemeClr val="accent1"/>
              </a:buClr>
              <a:buSzPts val="2400"/>
              <a:buFont typeface="Cambria"/>
              <a:buNone/>
              <a:defRPr sz="2400">
                <a:solidFill>
                  <a:schemeClr val="accent1"/>
                </a:solidFill>
                <a:latin typeface="Cambria"/>
                <a:ea typeface="Cambria"/>
                <a:cs typeface="Cambria"/>
              </a:defRPr>
            </a:lvl1pPr>
            <a:lvl2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2pPr>
            <a:lvl3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3pPr>
            <a:lvl4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4pPr>
            <a:lvl5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5pPr>
            <a:lvl6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6pPr>
            <a:lvl7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7pPr>
            <a:lvl8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8pPr>
            <a:lvl9pPr algn="ctr">
              <a:spcBef>
                <a:spcPts val="0"/>
              </a:spcBef>
              <a:spcAft>
                <a:spcPts val="0"/>
              </a:spcAft>
              <a:buClr>
                <a:schemeClr val="accent1"/>
              </a:buClr>
              <a:buSzPts val="2400"/>
              <a:buFont typeface="Cambria"/>
              <a:buNone/>
              <a:defRPr sz="2400">
                <a:solidFill>
                  <a:schemeClr val="accent1"/>
                </a:solidFill>
                <a:latin typeface="Cambria"/>
                <a:ea typeface="Cambria"/>
                <a:cs typeface="Cambria"/>
              </a:defRPr>
            </a:lvl9pPr>
          </a:lstStyle>
          <a:p>
            <a:endParaRPr/>
          </a:p>
        </p:txBody>
      </p:sp>
      <p:sp>
        <p:nvSpPr>
          <p:cNvPr id="278" name="Google Shape;278;p33">
            <a:extLst>
              <a:ext uri="{FF2B5EF4-FFF2-40B4-BE49-F238E27FC236}">
                <a16:creationId xmlns:a16="http://schemas.microsoft.com/office/drawing/2014/main" id="{EB7F1843-E04F-46FE-85C4-40EBC18F7581}"/>
              </a:ext>
            </a:extLst>
          </p:cNvPr>
          <p:cNvSpPr>
            <a:spLocks noGrp="1"/>
          </p:cNvSpPr>
          <p:nvPr>
            <p:ph type="subTitle" idx="13"/>
          </p:nvPr>
        </p:nvSpPr>
        <p:spPr>
          <a:xfrm>
            <a:off x="4918288" y="3564736"/>
            <a:ext cx="2015700" cy="5727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1400"/>
              <a:buNone/>
              <a:defRPr sz="1400">
                <a:solidFill>
                  <a:schemeClr val="dk1"/>
                </a:solidFill>
              </a:defRPr>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sp>
        <p:nvSpPr>
          <p:cNvPr id="279" name="Google Shape;279;p33">
            <a:extLst>
              <a:ext uri="{FF2B5EF4-FFF2-40B4-BE49-F238E27FC236}">
                <a16:creationId xmlns:a16="http://schemas.microsoft.com/office/drawing/2014/main" id="{680A919E-5AC9-4E25-B0A7-F52231CF8870}"/>
              </a:ext>
            </a:extLst>
          </p:cNvPr>
          <p:cNvSpPr>
            <a:spLocks noGrp="1"/>
          </p:cNvSpPr>
          <p:nvPr>
            <p:ph type="title"/>
          </p:nvPr>
        </p:nvSpPr>
        <p:spPr>
          <a:xfrm>
            <a:off x="1531650" y="445025"/>
            <a:ext cx="6080700" cy="572700"/>
          </a:xfrm>
          <a:prstGeom prst="rect">
            <a:avLst/>
          </a:prstGeom>
        </p:spPr>
        <p:txBody>
          <a:bodyPr spcFirstLastPara="1" wrap="square" lIns="91425" tIns="91425" rIns="91425" bIns="91425" anchor="t">
            <a:noAutofit/>
          </a:bodyPr>
          <a:lstStyle>
            <a:lvl1pPr algn="ctr">
              <a:spcBef>
                <a:spcPts val="0"/>
              </a:spcBef>
              <a:spcAft>
                <a:spcPts val="0"/>
              </a:spcAft>
              <a:buSzPts val="3000"/>
              <a:buNone/>
              <a:defRPr/>
            </a:lvl1pPr>
            <a:lvl2pPr algn="ctr">
              <a:spcBef>
                <a:spcPts val="0"/>
              </a:spcBef>
              <a:spcAft>
                <a:spcPts val="0"/>
              </a:spcAft>
              <a:buSzPts val="3000"/>
              <a:buNone/>
              <a:defRPr>
                <a:latin typeface="Merriweather Light"/>
                <a:ea typeface="Merriweather Light"/>
                <a:cs typeface="Merriweather Light"/>
              </a:defRPr>
            </a:lvl2pPr>
            <a:lvl3pPr algn="ctr">
              <a:spcBef>
                <a:spcPts val="0"/>
              </a:spcBef>
              <a:spcAft>
                <a:spcPts val="0"/>
              </a:spcAft>
              <a:buSzPts val="3000"/>
              <a:buNone/>
              <a:defRPr>
                <a:latin typeface="Merriweather Light"/>
                <a:ea typeface="Merriweather Light"/>
                <a:cs typeface="Merriweather Light"/>
              </a:defRPr>
            </a:lvl3pPr>
            <a:lvl4pPr algn="ctr">
              <a:spcBef>
                <a:spcPts val="0"/>
              </a:spcBef>
              <a:spcAft>
                <a:spcPts val="0"/>
              </a:spcAft>
              <a:buSzPts val="3000"/>
              <a:buNone/>
              <a:defRPr>
                <a:latin typeface="Merriweather Light"/>
                <a:ea typeface="Merriweather Light"/>
                <a:cs typeface="Merriweather Light"/>
              </a:defRPr>
            </a:lvl4pPr>
            <a:lvl5pPr algn="ctr">
              <a:spcBef>
                <a:spcPts val="0"/>
              </a:spcBef>
              <a:spcAft>
                <a:spcPts val="0"/>
              </a:spcAft>
              <a:buSzPts val="3000"/>
              <a:buNone/>
              <a:defRPr>
                <a:latin typeface="Merriweather Light"/>
                <a:ea typeface="Merriweather Light"/>
                <a:cs typeface="Merriweather Light"/>
              </a:defRPr>
            </a:lvl5pPr>
            <a:lvl6pPr algn="ctr">
              <a:spcBef>
                <a:spcPts val="0"/>
              </a:spcBef>
              <a:spcAft>
                <a:spcPts val="0"/>
              </a:spcAft>
              <a:buSzPts val="3000"/>
              <a:buNone/>
              <a:defRPr>
                <a:latin typeface="Merriweather Light"/>
                <a:ea typeface="Merriweather Light"/>
                <a:cs typeface="Merriweather Light"/>
              </a:defRPr>
            </a:lvl6pPr>
            <a:lvl7pPr algn="ctr">
              <a:spcBef>
                <a:spcPts val="0"/>
              </a:spcBef>
              <a:spcAft>
                <a:spcPts val="0"/>
              </a:spcAft>
              <a:buSzPts val="3000"/>
              <a:buNone/>
              <a:defRPr>
                <a:latin typeface="Merriweather Light"/>
                <a:ea typeface="Merriweather Light"/>
                <a:cs typeface="Merriweather Light"/>
              </a:defRPr>
            </a:lvl7pPr>
            <a:lvl8pPr algn="ctr">
              <a:spcBef>
                <a:spcPts val="0"/>
              </a:spcBef>
              <a:spcAft>
                <a:spcPts val="0"/>
              </a:spcAft>
              <a:buSzPts val="3000"/>
              <a:buNone/>
              <a:defRPr>
                <a:latin typeface="Merriweather Light"/>
                <a:ea typeface="Merriweather Light"/>
                <a:cs typeface="Merriweather Light"/>
              </a:defRPr>
            </a:lvl8pPr>
            <a:lvl9pPr algn="ctr">
              <a:spcBef>
                <a:spcPts val="0"/>
              </a:spcBef>
              <a:spcAft>
                <a:spcPts val="0"/>
              </a:spcAft>
              <a:buSzPts val="3000"/>
              <a:buNone/>
              <a:defRPr>
                <a:latin typeface="Merriweather Light"/>
                <a:ea typeface="Merriweather Light"/>
                <a:cs typeface="Merriweather Light"/>
              </a:defRPr>
            </a:lvl9pPr>
          </a:lstStyle>
          <a:p>
            <a:endParaRPr/>
          </a:p>
        </p:txBody>
      </p:sp>
      <p:cxnSp>
        <p:nvCxnSpPr>
          <p:cNvPr id="550" name="Google Shape;280;p33"/>
          <p:cNvCxnSpPr/>
          <p:nvPr/>
        </p:nvCxnSpPr>
        <p:spPr>
          <a:xfrm>
            <a:off x="-72550" y="274100"/>
            <a:ext cx="9287400" cy="0"/>
          </a:xfrm>
          <a:prstGeom prst="straightConnector1">
            <a:avLst/>
          </a:prstGeom>
          <a:ln w="28575" cap="flat">
            <a:solidFill>
              <a:schemeClr val="accent1"/>
            </a:solidFill>
            <a:prstDash val="solid"/>
            <a:round/>
            <a:headEnd type="none" w="med" len="med"/>
            <a:tailEnd type="none" w="med" len="med"/>
          </a:ln>
        </p:spPr>
      </p:cxnSp>
      <p:cxnSp>
        <p:nvCxnSpPr>
          <p:cNvPr id="551" name="Google Shape;281;p33"/>
          <p:cNvCxnSpPr/>
          <p:nvPr/>
        </p:nvCxnSpPr>
        <p:spPr>
          <a:xfrm>
            <a:off x="-72550" y="4877450"/>
            <a:ext cx="9287400" cy="0"/>
          </a:xfrm>
          <a:prstGeom prst="straightConnector1">
            <a:avLst/>
          </a:prstGeom>
          <a:ln w="28575" cap="flat">
            <a:solidFill>
              <a:schemeClr val="accent1"/>
            </a:solidFill>
            <a:prstDash val="solid"/>
            <a:round/>
            <a:headEnd type="none" w="med" len="med"/>
            <a:tailEnd type="none" w="med" len="med"/>
          </a:ln>
        </p:spPr>
      </p:cxnSp>
      <p:cxnSp>
        <p:nvCxnSpPr>
          <p:cNvPr id="552" name="Google Shape;282;p33"/>
          <p:cNvCxnSpPr/>
          <p:nvPr/>
        </p:nvCxnSpPr>
        <p:spPr>
          <a:xfrm>
            <a:off x="7441150" y="-48375"/>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cxnSp>
        <p:nvCxnSpPr>
          <p:cNvPr id="553" name="Google Shape;283;p33"/>
          <p:cNvCxnSpPr/>
          <p:nvPr/>
        </p:nvCxnSpPr>
        <p:spPr>
          <a:xfrm flipH="1">
            <a:off x="7454238" y="4053663"/>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Title only 3">
  <p:cSld name="CUSTOM_34">
    <p:spTree>
      <p:nvGrpSpPr>
        <p:cNvPr id="1" name=""/>
        <p:cNvGrpSpPr/>
        <p:nvPr/>
      </p:nvGrpSpPr>
      <p:grpSpPr>
        <a:xfrm>
          <a:off x="0" y="0"/>
          <a:ext cx="0" cy="0"/>
          <a:chOff x="0" y="0"/>
          <a:chExt cx="0" cy="0"/>
        </a:xfrm>
      </p:grpSpPr>
      <p:sp>
        <p:nvSpPr>
          <p:cNvPr id="285" name="Google Shape;285;p34">
            <a:extLst>
              <a:ext uri="{FF2B5EF4-FFF2-40B4-BE49-F238E27FC236}">
                <a16:creationId xmlns:a16="http://schemas.microsoft.com/office/drawing/2014/main" id="{5F4933A9-2771-4540-80C1-253F1D75B5E7}"/>
              </a:ext>
            </a:extLst>
          </p:cNvPr>
          <p:cNvSpPr>
            <a:spLocks noGrp="1"/>
          </p:cNvSpPr>
          <p:nvPr>
            <p:ph type="title"/>
          </p:nvPr>
        </p:nvSpPr>
        <p:spPr>
          <a:xfrm>
            <a:off x="716225" y="1073000"/>
            <a:ext cx="5640600" cy="2856600"/>
          </a:xfrm>
          <a:prstGeom prst="rect">
            <a:avLst/>
          </a:prstGeom>
        </p:spPr>
        <p:txBody>
          <a:bodyPr spcFirstLastPara="1" wrap="square" lIns="91425" tIns="91425" rIns="91425" bIns="91425" anchor="t">
            <a:noAutofit/>
          </a:bodyPr>
          <a:lstStyle>
            <a:lvl1pPr>
              <a:spcBef>
                <a:spcPts val="0"/>
              </a:spcBef>
              <a:spcAft>
                <a:spcPts val="0"/>
              </a:spcAft>
              <a:buSzPts val="4800"/>
              <a:buNone/>
              <a:defRPr sz="9600"/>
            </a:lvl1pPr>
            <a:lvl2pPr>
              <a:spcBef>
                <a:spcPts val="0"/>
              </a:spcBef>
              <a:spcAft>
                <a:spcPts val="0"/>
              </a:spcAft>
              <a:buSzPts val="4800"/>
              <a:buNone/>
              <a:defRPr sz="4800"/>
            </a:lvl2pPr>
            <a:lvl3pPr>
              <a:spcBef>
                <a:spcPts val="0"/>
              </a:spcBef>
              <a:spcAft>
                <a:spcPts val="0"/>
              </a:spcAft>
              <a:buSzPts val="4800"/>
              <a:buNone/>
              <a:defRPr sz="4800"/>
            </a:lvl3pPr>
            <a:lvl4pPr>
              <a:spcBef>
                <a:spcPts val="0"/>
              </a:spcBef>
              <a:spcAft>
                <a:spcPts val="0"/>
              </a:spcAft>
              <a:buSzPts val="4800"/>
              <a:buNone/>
              <a:defRPr sz="4800"/>
            </a:lvl4pPr>
            <a:lvl5pPr>
              <a:spcBef>
                <a:spcPts val="0"/>
              </a:spcBef>
              <a:spcAft>
                <a:spcPts val="0"/>
              </a:spcAft>
              <a:buSzPts val="4800"/>
              <a:buNone/>
              <a:defRPr sz="4800"/>
            </a:lvl5pPr>
            <a:lvl6pPr>
              <a:spcBef>
                <a:spcPts val="0"/>
              </a:spcBef>
              <a:spcAft>
                <a:spcPts val="0"/>
              </a:spcAft>
              <a:buSzPts val="4800"/>
              <a:buNone/>
              <a:defRPr sz="4800"/>
            </a:lvl6pPr>
            <a:lvl7pPr>
              <a:spcBef>
                <a:spcPts val="0"/>
              </a:spcBef>
              <a:spcAft>
                <a:spcPts val="0"/>
              </a:spcAft>
              <a:buSzPts val="4800"/>
              <a:buNone/>
              <a:defRPr sz="4800"/>
            </a:lvl7pPr>
            <a:lvl8pPr>
              <a:spcBef>
                <a:spcPts val="0"/>
              </a:spcBef>
              <a:spcAft>
                <a:spcPts val="0"/>
              </a:spcAft>
              <a:buSzPts val="4800"/>
              <a:buNone/>
              <a:defRPr sz="4800"/>
            </a:lvl8pPr>
            <a:lvl9pPr>
              <a:spcBef>
                <a:spcPts val="0"/>
              </a:spcBef>
              <a:spcAft>
                <a:spcPts val="0"/>
              </a:spcAft>
              <a:buSzPts val="4800"/>
              <a:buNone/>
              <a:defRPr sz="4800"/>
            </a:lvl9pPr>
          </a:lstStyle>
          <a:p>
            <a:endParaRPr/>
          </a:p>
        </p:txBody>
      </p:sp>
      <p:cxnSp>
        <p:nvCxnSpPr>
          <p:cNvPr id="412" name="Google Shape;286;p34"/>
          <p:cNvCxnSpPr/>
          <p:nvPr/>
        </p:nvCxnSpPr>
        <p:spPr>
          <a:xfrm>
            <a:off x="-72550" y="274100"/>
            <a:ext cx="9287400" cy="0"/>
          </a:xfrm>
          <a:prstGeom prst="straightConnector1">
            <a:avLst/>
          </a:prstGeom>
          <a:ln w="28575" cap="flat">
            <a:solidFill>
              <a:schemeClr val="accent1"/>
            </a:solidFill>
            <a:prstDash val="solid"/>
            <a:round/>
            <a:headEnd type="none" w="med" len="med"/>
            <a:tailEnd type="none" w="med" len="med"/>
          </a:ln>
        </p:spPr>
      </p:cxnSp>
      <p:cxnSp>
        <p:nvCxnSpPr>
          <p:cNvPr id="413" name="Google Shape;287;p34"/>
          <p:cNvCxnSpPr/>
          <p:nvPr/>
        </p:nvCxnSpPr>
        <p:spPr>
          <a:xfrm>
            <a:off x="-72550" y="4877450"/>
            <a:ext cx="9287400" cy="0"/>
          </a:xfrm>
          <a:prstGeom prst="straightConnector1">
            <a:avLst/>
          </a:prstGeom>
          <a:ln w="28575" cap="flat">
            <a:solidFill>
              <a:schemeClr val="accent1"/>
            </a:solidFill>
            <a:prstDash val="solid"/>
            <a:round/>
            <a:headEnd type="none" w="med" len="med"/>
            <a:tailEnd type="none" w="med" len="med"/>
          </a:ln>
        </p:spPr>
      </p:cxnSp>
      <p:cxnSp>
        <p:nvCxnSpPr>
          <p:cNvPr id="414" name="Google Shape;288;p34"/>
          <p:cNvCxnSpPr/>
          <p:nvPr/>
        </p:nvCxnSpPr>
        <p:spPr>
          <a:xfrm>
            <a:off x="-250225" y="4076450"/>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cxnSp>
        <p:nvCxnSpPr>
          <p:cNvPr id="415" name="Google Shape;289;p34"/>
          <p:cNvCxnSpPr/>
          <p:nvPr/>
        </p:nvCxnSpPr>
        <p:spPr>
          <a:xfrm>
            <a:off x="7441150" y="-48375"/>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cxnSp>
        <p:nvCxnSpPr>
          <p:cNvPr id="416" name="Google Shape;290;p34"/>
          <p:cNvCxnSpPr/>
          <p:nvPr/>
        </p:nvCxnSpPr>
        <p:spPr>
          <a:xfrm flipH="1">
            <a:off x="7454238" y="4053663"/>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cxnSp>
        <p:nvCxnSpPr>
          <p:cNvPr id="417" name="Google Shape;291;p34"/>
          <p:cNvCxnSpPr/>
          <p:nvPr/>
        </p:nvCxnSpPr>
        <p:spPr>
          <a:xfrm flipH="1">
            <a:off x="-237137" y="-71162"/>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Title and four columns 1">
  <p:cSld name="CUSTOM_35">
    <p:spTree>
      <p:nvGrpSpPr>
        <p:cNvPr id="1" name=""/>
        <p:cNvGrpSpPr/>
        <p:nvPr/>
      </p:nvGrpSpPr>
      <p:grpSpPr>
        <a:xfrm>
          <a:off x="0" y="0"/>
          <a:ext cx="0" cy="0"/>
          <a:chOff x="0" y="0"/>
          <a:chExt cx="0" cy="0"/>
        </a:xfrm>
      </p:grpSpPr>
      <p:sp>
        <p:nvSpPr>
          <p:cNvPr id="293" name="Google Shape;293;p35">
            <a:extLst>
              <a:ext uri="{FF2B5EF4-FFF2-40B4-BE49-F238E27FC236}">
                <a16:creationId xmlns:a16="http://schemas.microsoft.com/office/drawing/2014/main" id="{90E4D535-F9B7-41CD-AC41-C9FD1680EC43}"/>
              </a:ext>
            </a:extLst>
          </p:cNvPr>
          <p:cNvSpPr>
            <a:spLocks noGrp="1"/>
          </p:cNvSpPr>
          <p:nvPr>
            <p:ph type="subTitle" idx="1"/>
          </p:nvPr>
        </p:nvSpPr>
        <p:spPr>
          <a:xfrm>
            <a:off x="4916850" y="1894200"/>
            <a:ext cx="2316000" cy="4893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Clr>
                <a:schemeClr val="dk1"/>
              </a:buClr>
              <a:buSzPts val="2400"/>
              <a:buFont typeface="Cambria"/>
              <a:buNone/>
              <a:defRPr sz="2400">
                <a:solidFill>
                  <a:schemeClr val="dk1"/>
                </a:solidFill>
                <a:latin typeface="Cambria"/>
                <a:ea typeface="Cambria"/>
                <a:cs typeface="Cambria"/>
              </a:defRPr>
            </a:lvl1pPr>
            <a:lvl2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2pPr>
            <a:lvl3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3pPr>
            <a:lvl4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4pPr>
            <a:lvl5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5pPr>
            <a:lvl6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6pPr>
            <a:lvl7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7pPr>
            <a:lvl8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8pPr>
            <a:lvl9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9pPr>
          </a:lstStyle>
          <a:p>
            <a:endParaRPr/>
          </a:p>
        </p:txBody>
      </p:sp>
      <p:sp>
        <p:nvSpPr>
          <p:cNvPr id="294" name="Google Shape;294;p35">
            <a:extLst>
              <a:ext uri="{FF2B5EF4-FFF2-40B4-BE49-F238E27FC236}">
                <a16:creationId xmlns:a16="http://schemas.microsoft.com/office/drawing/2014/main" id="{B8058A33-421A-4AB6-A880-013F089964E2}"/>
              </a:ext>
            </a:extLst>
          </p:cNvPr>
          <p:cNvSpPr>
            <a:spLocks noGrp="1"/>
          </p:cNvSpPr>
          <p:nvPr>
            <p:ph type="subTitle" idx="2"/>
          </p:nvPr>
        </p:nvSpPr>
        <p:spPr>
          <a:xfrm>
            <a:off x="5058900" y="2296473"/>
            <a:ext cx="2031900" cy="5727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1400"/>
              <a:buNone/>
              <a:defRPr sz="1400"/>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sp>
        <p:nvSpPr>
          <p:cNvPr id="295" name="Google Shape;295;p35">
            <a:extLst>
              <a:ext uri="{FF2B5EF4-FFF2-40B4-BE49-F238E27FC236}">
                <a16:creationId xmlns:a16="http://schemas.microsoft.com/office/drawing/2014/main" id="{05CADEDF-DEF5-47A8-BEAD-699B0848CDF3}"/>
              </a:ext>
            </a:extLst>
          </p:cNvPr>
          <p:cNvSpPr>
            <a:spLocks noGrp="1"/>
          </p:cNvSpPr>
          <p:nvPr>
            <p:ph type="subTitle" idx="3"/>
          </p:nvPr>
        </p:nvSpPr>
        <p:spPr>
          <a:xfrm>
            <a:off x="1911150" y="1894200"/>
            <a:ext cx="2316000" cy="4893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Clr>
                <a:schemeClr val="dk1"/>
              </a:buClr>
              <a:buSzPts val="2400"/>
              <a:buFont typeface="Cambria"/>
              <a:buNone/>
              <a:defRPr sz="2400">
                <a:solidFill>
                  <a:schemeClr val="dk1"/>
                </a:solidFill>
                <a:latin typeface="Cambria"/>
                <a:ea typeface="Cambria"/>
                <a:cs typeface="Cambria"/>
              </a:defRPr>
            </a:lvl1pPr>
            <a:lvl2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2pPr>
            <a:lvl3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3pPr>
            <a:lvl4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4pPr>
            <a:lvl5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5pPr>
            <a:lvl6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6pPr>
            <a:lvl7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7pPr>
            <a:lvl8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8pPr>
            <a:lvl9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9pPr>
          </a:lstStyle>
          <a:p>
            <a:endParaRPr/>
          </a:p>
        </p:txBody>
      </p:sp>
      <p:sp>
        <p:nvSpPr>
          <p:cNvPr id="296" name="Google Shape;296;p35">
            <a:extLst>
              <a:ext uri="{FF2B5EF4-FFF2-40B4-BE49-F238E27FC236}">
                <a16:creationId xmlns:a16="http://schemas.microsoft.com/office/drawing/2014/main" id="{68959AF3-A012-4869-8067-044D1C91A8C7}"/>
              </a:ext>
            </a:extLst>
          </p:cNvPr>
          <p:cNvSpPr>
            <a:spLocks noGrp="1"/>
          </p:cNvSpPr>
          <p:nvPr>
            <p:ph type="subTitle" idx="4"/>
          </p:nvPr>
        </p:nvSpPr>
        <p:spPr>
          <a:xfrm>
            <a:off x="2053300" y="2296473"/>
            <a:ext cx="2031900" cy="5727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1400"/>
              <a:buNone/>
              <a:defRPr sz="1400"/>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sp>
        <p:nvSpPr>
          <p:cNvPr id="297" name="Google Shape;297;p35">
            <a:extLst>
              <a:ext uri="{FF2B5EF4-FFF2-40B4-BE49-F238E27FC236}">
                <a16:creationId xmlns:a16="http://schemas.microsoft.com/office/drawing/2014/main" id="{CFAA93DC-618C-4612-A03F-D33B6C752003}"/>
              </a:ext>
            </a:extLst>
          </p:cNvPr>
          <p:cNvSpPr>
            <a:spLocks noGrp="1"/>
          </p:cNvSpPr>
          <p:nvPr>
            <p:ph type="subTitle" idx="5"/>
          </p:nvPr>
        </p:nvSpPr>
        <p:spPr>
          <a:xfrm>
            <a:off x="4916850" y="3528902"/>
            <a:ext cx="2316000" cy="4893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Clr>
                <a:schemeClr val="dk1"/>
              </a:buClr>
              <a:buSzPts val="2400"/>
              <a:buFont typeface="Cambria"/>
              <a:buNone/>
              <a:defRPr sz="2400">
                <a:solidFill>
                  <a:schemeClr val="dk1"/>
                </a:solidFill>
                <a:latin typeface="Cambria"/>
                <a:ea typeface="Cambria"/>
                <a:cs typeface="Cambria"/>
              </a:defRPr>
            </a:lvl1pPr>
            <a:lvl2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2pPr>
            <a:lvl3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3pPr>
            <a:lvl4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4pPr>
            <a:lvl5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5pPr>
            <a:lvl6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6pPr>
            <a:lvl7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7pPr>
            <a:lvl8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8pPr>
            <a:lvl9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9pPr>
          </a:lstStyle>
          <a:p>
            <a:endParaRPr/>
          </a:p>
        </p:txBody>
      </p:sp>
      <p:sp>
        <p:nvSpPr>
          <p:cNvPr id="298" name="Google Shape;298;p35">
            <a:extLst>
              <a:ext uri="{FF2B5EF4-FFF2-40B4-BE49-F238E27FC236}">
                <a16:creationId xmlns:a16="http://schemas.microsoft.com/office/drawing/2014/main" id="{34C52802-E303-4CC6-9AF3-4AA0CC785A27}"/>
              </a:ext>
            </a:extLst>
          </p:cNvPr>
          <p:cNvSpPr>
            <a:spLocks noGrp="1"/>
          </p:cNvSpPr>
          <p:nvPr>
            <p:ph type="subTitle" idx="6"/>
          </p:nvPr>
        </p:nvSpPr>
        <p:spPr>
          <a:xfrm>
            <a:off x="5058900" y="3923733"/>
            <a:ext cx="2031900" cy="5727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1400"/>
              <a:buNone/>
              <a:defRPr sz="1400"/>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sp>
        <p:nvSpPr>
          <p:cNvPr id="299" name="Google Shape;299;p35">
            <a:extLst>
              <a:ext uri="{FF2B5EF4-FFF2-40B4-BE49-F238E27FC236}">
                <a16:creationId xmlns:a16="http://schemas.microsoft.com/office/drawing/2014/main" id="{738E2D52-9045-4AB4-A1A0-10608A15AFB5}"/>
              </a:ext>
            </a:extLst>
          </p:cNvPr>
          <p:cNvSpPr>
            <a:spLocks noGrp="1"/>
          </p:cNvSpPr>
          <p:nvPr>
            <p:ph type="subTitle" idx="7"/>
          </p:nvPr>
        </p:nvSpPr>
        <p:spPr>
          <a:xfrm>
            <a:off x="1911150" y="3528902"/>
            <a:ext cx="2316000" cy="4893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Clr>
                <a:schemeClr val="dk1"/>
              </a:buClr>
              <a:buSzPts val="2400"/>
              <a:buFont typeface="Cambria"/>
              <a:buNone/>
              <a:defRPr sz="2400">
                <a:solidFill>
                  <a:schemeClr val="dk1"/>
                </a:solidFill>
                <a:latin typeface="Cambria"/>
                <a:ea typeface="Cambria"/>
                <a:cs typeface="Cambria"/>
              </a:defRPr>
            </a:lvl1pPr>
            <a:lvl2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2pPr>
            <a:lvl3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3pPr>
            <a:lvl4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4pPr>
            <a:lvl5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5pPr>
            <a:lvl6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6pPr>
            <a:lvl7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7pPr>
            <a:lvl8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8pPr>
            <a:lvl9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9pPr>
          </a:lstStyle>
          <a:p>
            <a:endParaRPr/>
          </a:p>
        </p:txBody>
      </p:sp>
      <p:sp>
        <p:nvSpPr>
          <p:cNvPr id="300" name="Google Shape;300;p35">
            <a:extLst>
              <a:ext uri="{FF2B5EF4-FFF2-40B4-BE49-F238E27FC236}">
                <a16:creationId xmlns:a16="http://schemas.microsoft.com/office/drawing/2014/main" id="{DE49D77B-A76A-4C2B-AF38-76A5E8078F4C}"/>
              </a:ext>
            </a:extLst>
          </p:cNvPr>
          <p:cNvSpPr>
            <a:spLocks noGrp="1"/>
          </p:cNvSpPr>
          <p:nvPr>
            <p:ph type="subTitle" idx="8"/>
          </p:nvPr>
        </p:nvSpPr>
        <p:spPr>
          <a:xfrm>
            <a:off x="2053200" y="3923733"/>
            <a:ext cx="2031900" cy="5727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1400"/>
              <a:buNone/>
              <a:defRPr sz="1400"/>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sp>
        <p:nvSpPr>
          <p:cNvPr id="301" name="Google Shape;301;p35">
            <a:extLst>
              <a:ext uri="{FF2B5EF4-FFF2-40B4-BE49-F238E27FC236}">
                <a16:creationId xmlns:a16="http://schemas.microsoft.com/office/drawing/2014/main" id="{662C1871-475E-4332-8FC8-F0335E879EC1}"/>
              </a:ext>
            </a:extLst>
          </p:cNvPr>
          <p:cNvSpPr>
            <a:spLocks noGrp="1"/>
          </p:cNvSpPr>
          <p:nvPr>
            <p:ph type="title"/>
          </p:nvPr>
        </p:nvSpPr>
        <p:spPr>
          <a:xfrm>
            <a:off x="713225" y="445025"/>
            <a:ext cx="6480300" cy="572700"/>
          </a:xfrm>
          <a:prstGeom prst="rect">
            <a:avLst/>
          </a:prstGeom>
        </p:spPr>
        <p:txBody>
          <a:bodyPr spcFirstLastPara="1" wrap="square" lIns="91425" tIns="91425" rIns="91425" bIns="91425" anchor="t">
            <a:noAutofit/>
          </a:bodyPr>
          <a:lstStyle>
            <a:lvl1pPr>
              <a:spcBef>
                <a:spcPts val="0"/>
              </a:spcBef>
              <a:spcAft>
                <a:spcPts val="0"/>
              </a:spcAft>
              <a:buSzPts val="3000"/>
              <a:buNone/>
              <a:defRPr/>
            </a:lvl1pPr>
            <a:lvl2pPr>
              <a:spcBef>
                <a:spcPts val="0"/>
              </a:spcBef>
              <a:spcAft>
                <a:spcPts val="0"/>
              </a:spcAft>
              <a:buSzPts val="3000"/>
              <a:buNone/>
              <a:defRPr>
                <a:latin typeface="Merriweather Light"/>
                <a:ea typeface="Merriweather Light"/>
                <a:cs typeface="Merriweather Light"/>
              </a:defRPr>
            </a:lvl2pPr>
            <a:lvl3pPr>
              <a:spcBef>
                <a:spcPts val="0"/>
              </a:spcBef>
              <a:spcAft>
                <a:spcPts val="0"/>
              </a:spcAft>
              <a:buSzPts val="3000"/>
              <a:buNone/>
              <a:defRPr>
                <a:latin typeface="Merriweather Light"/>
                <a:ea typeface="Merriweather Light"/>
                <a:cs typeface="Merriweather Light"/>
              </a:defRPr>
            </a:lvl3pPr>
            <a:lvl4pPr>
              <a:spcBef>
                <a:spcPts val="0"/>
              </a:spcBef>
              <a:spcAft>
                <a:spcPts val="0"/>
              </a:spcAft>
              <a:buSzPts val="3000"/>
              <a:buNone/>
              <a:defRPr>
                <a:latin typeface="Merriweather Light"/>
                <a:ea typeface="Merriweather Light"/>
                <a:cs typeface="Merriweather Light"/>
              </a:defRPr>
            </a:lvl4pPr>
            <a:lvl5pPr>
              <a:spcBef>
                <a:spcPts val="0"/>
              </a:spcBef>
              <a:spcAft>
                <a:spcPts val="0"/>
              </a:spcAft>
              <a:buSzPts val="3000"/>
              <a:buNone/>
              <a:defRPr>
                <a:latin typeface="Merriweather Light"/>
                <a:ea typeface="Merriweather Light"/>
                <a:cs typeface="Merriweather Light"/>
              </a:defRPr>
            </a:lvl5pPr>
            <a:lvl6pPr>
              <a:spcBef>
                <a:spcPts val="0"/>
              </a:spcBef>
              <a:spcAft>
                <a:spcPts val="0"/>
              </a:spcAft>
              <a:buSzPts val="3000"/>
              <a:buNone/>
              <a:defRPr>
                <a:latin typeface="Merriweather Light"/>
                <a:ea typeface="Merriweather Light"/>
                <a:cs typeface="Merriweather Light"/>
              </a:defRPr>
            </a:lvl6pPr>
            <a:lvl7pPr>
              <a:spcBef>
                <a:spcPts val="0"/>
              </a:spcBef>
              <a:spcAft>
                <a:spcPts val="0"/>
              </a:spcAft>
              <a:buSzPts val="3000"/>
              <a:buNone/>
              <a:defRPr>
                <a:latin typeface="Merriweather Light"/>
                <a:ea typeface="Merriweather Light"/>
                <a:cs typeface="Merriweather Light"/>
              </a:defRPr>
            </a:lvl7pPr>
            <a:lvl8pPr>
              <a:spcBef>
                <a:spcPts val="0"/>
              </a:spcBef>
              <a:spcAft>
                <a:spcPts val="0"/>
              </a:spcAft>
              <a:buSzPts val="3000"/>
              <a:buNone/>
              <a:defRPr>
                <a:latin typeface="Merriweather Light"/>
                <a:ea typeface="Merriweather Light"/>
                <a:cs typeface="Merriweather Light"/>
              </a:defRPr>
            </a:lvl8pPr>
            <a:lvl9pPr>
              <a:spcBef>
                <a:spcPts val="0"/>
              </a:spcBef>
              <a:spcAft>
                <a:spcPts val="0"/>
              </a:spcAft>
              <a:buSzPts val="3000"/>
              <a:buNone/>
              <a:defRPr>
                <a:latin typeface="Merriweather Light"/>
                <a:ea typeface="Merriweather Light"/>
                <a:cs typeface="Merriweather Light"/>
              </a:defRPr>
            </a:lvl9pPr>
          </a:lstStyle>
          <a:p>
            <a:endParaRPr/>
          </a:p>
        </p:txBody>
      </p:sp>
      <p:cxnSp>
        <p:nvCxnSpPr>
          <p:cNvPr id="500" name="Google Shape;302;p35"/>
          <p:cNvCxnSpPr/>
          <p:nvPr/>
        </p:nvCxnSpPr>
        <p:spPr>
          <a:xfrm>
            <a:off x="-72550" y="274100"/>
            <a:ext cx="9287400" cy="0"/>
          </a:xfrm>
          <a:prstGeom prst="straightConnector1">
            <a:avLst/>
          </a:prstGeom>
          <a:ln w="28575" cap="flat">
            <a:solidFill>
              <a:schemeClr val="accent1"/>
            </a:solidFill>
            <a:prstDash val="solid"/>
            <a:round/>
            <a:headEnd type="none" w="med" len="med"/>
            <a:tailEnd type="none" w="med" len="med"/>
          </a:ln>
        </p:spPr>
      </p:cxnSp>
      <p:cxnSp>
        <p:nvCxnSpPr>
          <p:cNvPr id="501" name="Google Shape;303;p35"/>
          <p:cNvCxnSpPr/>
          <p:nvPr/>
        </p:nvCxnSpPr>
        <p:spPr>
          <a:xfrm>
            <a:off x="-72550" y="4877450"/>
            <a:ext cx="9287400" cy="0"/>
          </a:xfrm>
          <a:prstGeom prst="straightConnector1">
            <a:avLst/>
          </a:prstGeom>
          <a:ln w="28575" cap="flat">
            <a:solidFill>
              <a:schemeClr val="accent1"/>
            </a:solidFill>
            <a:prstDash val="solid"/>
            <a:round/>
            <a:headEnd type="none" w="med" len="med"/>
            <a:tailEnd type="none" w="med" len="med"/>
          </a:ln>
        </p:spPr>
      </p:cxn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Title and three columns 1">
  <p:cSld name="CUSTOM_36">
    <p:spTree>
      <p:nvGrpSpPr>
        <p:cNvPr id="1" name=""/>
        <p:cNvGrpSpPr/>
        <p:nvPr/>
      </p:nvGrpSpPr>
      <p:grpSpPr>
        <a:xfrm>
          <a:off x="0" y="0"/>
          <a:ext cx="0" cy="0"/>
          <a:chOff x="0" y="0"/>
          <a:chExt cx="0" cy="0"/>
        </a:xfrm>
      </p:grpSpPr>
      <p:sp>
        <p:nvSpPr>
          <p:cNvPr id="305" name="Google Shape;305;p36">
            <a:extLst>
              <a:ext uri="{FF2B5EF4-FFF2-40B4-BE49-F238E27FC236}">
                <a16:creationId xmlns:a16="http://schemas.microsoft.com/office/drawing/2014/main" id="{7DC870A3-27DD-415A-AB5C-5B960BC543FF}"/>
              </a:ext>
            </a:extLst>
          </p:cNvPr>
          <p:cNvSpPr>
            <a:spLocks noGrp="1"/>
          </p:cNvSpPr>
          <p:nvPr>
            <p:ph type="subTitle" idx="1"/>
          </p:nvPr>
        </p:nvSpPr>
        <p:spPr>
          <a:xfrm>
            <a:off x="3571925" y="2904446"/>
            <a:ext cx="2015400" cy="4968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Clr>
                <a:schemeClr val="dk1"/>
              </a:buClr>
              <a:buSzPts val="2400"/>
              <a:buFont typeface="Cambria"/>
              <a:buNone/>
              <a:defRPr sz="2400">
                <a:solidFill>
                  <a:schemeClr val="dk1"/>
                </a:solidFill>
                <a:latin typeface="Cambria"/>
                <a:ea typeface="Cambria"/>
                <a:cs typeface="Cambria"/>
              </a:defRPr>
            </a:lvl1pPr>
            <a:lvl2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2pPr>
            <a:lvl3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3pPr>
            <a:lvl4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4pPr>
            <a:lvl5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5pPr>
            <a:lvl6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6pPr>
            <a:lvl7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7pPr>
            <a:lvl8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8pPr>
            <a:lvl9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9pPr>
          </a:lstStyle>
          <a:p>
            <a:endParaRPr/>
          </a:p>
        </p:txBody>
      </p:sp>
      <p:sp>
        <p:nvSpPr>
          <p:cNvPr id="306" name="Google Shape;306;p36">
            <a:extLst>
              <a:ext uri="{FF2B5EF4-FFF2-40B4-BE49-F238E27FC236}">
                <a16:creationId xmlns:a16="http://schemas.microsoft.com/office/drawing/2014/main" id="{67FC16FC-2848-4717-9F0F-7545B1CF13E7}"/>
              </a:ext>
            </a:extLst>
          </p:cNvPr>
          <p:cNvSpPr>
            <a:spLocks noGrp="1"/>
          </p:cNvSpPr>
          <p:nvPr>
            <p:ph type="subTitle" idx="2"/>
          </p:nvPr>
        </p:nvSpPr>
        <p:spPr>
          <a:xfrm>
            <a:off x="3571925" y="3306722"/>
            <a:ext cx="2015400" cy="5727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1400"/>
              <a:buNone/>
              <a:defRPr sz="1400">
                <a:solidFill>
                  <a:schemeClr val="dk1"/>
                </a:solidFill>
              </a:defRPr>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sp>
        <p:nvSpPr>
          <p:cNvPr id="307" name="Google Shape;307;p36">
            <a:extLst>
              <a:ext uri="{FF2B5EF4-FFF2-40B4-BE49-F238E27FC236}">
                <a16:creationId xmlns:a16="http://schemas.microsoft.com/office/drawing/2014/main" id="{F067FE69-18C0-439E-85A9-49BF2D7E77B2}"/>
              </a:ext>
            </a:extLst>
          </p:cNvPr>
          <p:cNvSpPr>
            <a:spLocks noGrp="1"/>
          </p:cNvSpPr>
          <p:nvPr>
            <p:ph type="subTitle" idx="3"/>
          </p:nvPr>
        </p:nvSpPr>
        <p:spPr>
          <a:xfrm>
            <a:off x="1088400" y="2904446"/>
            <a:ext cx="2015400" cy="4968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Clr>
                <a:schemeClr val="dk1"/>
              </a:buClr>
              <a:buSzPts val="2400"/>
              <a:buFont typeface="Cambria"/>
              <a:buNone/>
              <a:defRPr sz="2400">
                <a:solidFill>
                  <a:schemeClr val="dk1"/>
                </a:solidFill>
                <a:latin typeface="Cambria"/>
                <a:ea typeface="Cambria"/>
                <a:cs typeface="Cambria"/>
              </a:defRPr>
            </a:lvl1pPr>
            <a:lvl2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2pPr>
            <a:lvl3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3pPr>
            <a:lvl4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4pPr>
            <a:lvl5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5pPr>
            <a:lvl6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6pPr>
            <a:lvl7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7pPr>
            <a:lvl8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8pPr>
            <a:lvl9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9pPr>
          </a:lstStyle>
          <a:p>
            <a:endParaRPr/>
          </a:p>
        </p:txBody>
      </p:sp>
      <p:sp>
        <p:nvSpPr>
          <p:cNvPr id="308" name="Google Shape;308;p36">
            <a:extLst>
              <a:ext uri="{FF2B5EF4-FFF2-40B4-BE49-F238E27FC236}">
                <a16:creationId xmlns:a16="http://schemas.microsoft.com/office/drawing/2014/main" id="{5EDFAB04-9528-4F9D-BE88-61208832A79A}"/>
              </a:ext>
            </a:extLst>
          </p:cNvPr>
          <p:cNvSpPr>
            <a:spLocks noGrp="1"/>
          </p:cNvSpPr>
          <p:nvPr>
            <p:ph type="subTitle" idx="4"/>
          </p:nvPr>
        </p:nvSpPr>
        <p:spPr>
          <a:xfrm>
            <a:off x="1088400" y="3306722"/>
            <a:ext cx="2015400" cy="5727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1400"/>
              <a:buNone/>
              <a:defRPr sz="1400">
                <a:solidFill>
                  <a:schemeClr val="dk1"/>
                </a:solidFill>
              </a:defRPr>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sp>
        <p:nvSpPr>
          <p:cNvPr id="309" name="Google Shape;309;p36">
            <a:extLst>
              <a:ext uri="{FF2B5EF4-FFF2-40B4-BE49-F238E27FC236}">
                <a16:creationId xmlns:a16="http://schemas.microsoft.com/office/drawing/2014/main" id="{04C3C78A-F5DF-49E0-B906-76BB3D7BFC58}"/>
              </a:ext>
            </a:extLst>
          </p:cNvPr>
          <p:cNvSpPr>
            <a:spLocks noGrp="1"/>
          </p:cNvSpPr>
          <p:nvPr>
            <p:ph type="subTitle" idx="5"/>
          </p:nvPr>
        </p:nvSpPr>
        <p:spPr>
          <a:xfrm>
            <a:off x="6055450" y="2904446"/>
            <a:ext cx="2015400" cy="4968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Clr>
                <a:schemeClr val="dk1"/>
              </a:buClr>
              <a:buSzPts val="2400"/>
              <a:buFont typeface="Cambria"/>
              <a:buNone/>
              <a:defRPr sz="2400">
                <a:solidFill>
                  <a:schemeClr val="dk1"/>
                </a:solidFill>
                <a:latin typeface="Cambria"/>
                <a:ea typeface="Cambria"/>
                <a:cs typeface="Cambria"/>
              </a:defRPr>
            </a:lvl1pPr>
            <a:lvl2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2pPr>
            <a:lvl3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3pPr>
            <a:lvl4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4pPr>
            <a:lvl5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5pPr>
            <a:lvl6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6pPr>
            <a:lvl7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7pPr>
            <a:lvl8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8pPr>
            <a:lvl9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9pPr>
          </a:lstStyle>
          <a:p>
            <a:endParaRPr/>
          </a:p>
        </p:txBody>
      </p:sp>
      <p:sp>
        <p:nvSpPr>
          <p:cNvPr id="310" name="Google Shape;310;p36">
            <a:extLst>
              <a:ext uri="{FF2B5EF4-FFF2-40B4-BE49-F238E27FC236}">
                <a16:creationId xmlns:a16="http://schemas.microsoft.com/office/drawing/2014/main" id="{D4FC733C-122E-49C3-8354-A3C0DD381325}"/>
              </a:ext>
            </a:extLst>
          </p:cNvPr>
          <p:cNvSpPr>
            <a:spLocks noGrp="1"/>
          </p:cNvSpPr>
          <p:nvPr>
            <p:ph type="subTitle" idx="6"/>
          </p:nvPr>
        </p:nvSpPr>
        <p:spPr>
          <a:xfrm>
            <a:off x="6055450" y="3306722"/>
            <a:ext cx="2015400" cy="5727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1400"/>
              <a:buNone/>
              <a:defRPr sz="1400">
                <a:solidFill>
                  <a:schemeClr val="dk1"/>
                </a:solidFill>
              </a:defRPr>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sp>
        <p:nvSpPr>
          <p:cNvPr id="311" name="Google Shape;311;p36">
            <a:extLst>
              <a:ext uri="{FF2B5EF4-FFF2-40B4-BE49-F238E27FC236}">
                <a16:creationId xmlns:a16="http://schemas.microsoft.com/office/drawing/2014/main" id="{3A3E6CCA-6D78-4FB4-9463-DD203FDC1B5A}"/>
              </a:ext>
            </a:extLst>
          </p:cNvPr>
          <p:cNvSpPr>
            <a:spLocks noGrp="1"/>
          </p:cNvSpPr>
          <p:nvPr>
            <p:ph type="title"/>
          </p:nvPr>
        </p:nvSpPr>
        <p:spPr>
          <a:xfrm>
            <a:off x="713225" y="445025"/>
            <a:ext cx="5517600" cy="572700"/>
          </a:xfrm>
          <a:prstGeom prst="rect">
            <a:avLst/>
          </a:prstGeom>
        </p:spPr>
        <p:txBody>
          <a:bodyPr spcFirstLastPara="1" wrap="square" lIns="91425" tIns="91425" rIns="91425" bIns="91425" anchor="t">
            <a:noAutofit/>
          </a:bodyPr>
          <a:lstStyle>
            <a:lvl1pPr>
              <a:spcBef>
                <a:spcPts val="0"/>
              </a:spcBef>
              <a:spcAft>
                <a:spcPts val="0"/>
              </a:spcAft>
              <a:buSzPts val="3000"/>
              <a:buNone/>
              <a:defRPr/>
            </a:lvl1pPr>
            <a:lvl2pPr>
              <a:spcBef>
                <a:spcPts val="0"/>
              </a:spcBef>
              <a:spcAft>
                <a:spcPts val="0"/>
              </a:spcAft>
              <a:buSzPts val="3000"/>
              <a:buNone/>
              <a:defRPr>
                <a:latin typeface="Merriweather Light"/>
                <a:ea typeface="Merriweather Light"/>
                <a:cs typeface="Merriweather Light"/>
              </a:defRPr>
            </a:lvl2pPr>
            <a:lvl3pPr>
              <a:spcBef>
                <a:spcPts val="0"/>
              </a:spcBef>
              <a:spcAft>
                <a:spcPts val="0"/>
              </a:spcAft>
              <a:buSzPts val="3000"/>
              <a:buNone/>
              <a:defRPr>
                <a:latin typeface="Merriweather Light"/>
                <a:ea typeface="Merriweather Light"/>
                <a:cs typeface="Merriweather Light"/>
              </a:defRPr>
            </a:lvl3pPr>
            <a:lvl4pPr>
              <a:spcBef>
                <a:spcPts val="0"/>
              </a:spcBef>
              <a:spcAft>
                <a:spcPts val="0"/>
              </a:spcAft>
              <a:buSzPts val="3000"/>
              <a:buNone/>
              <a:defRPr>
                <a:latin typeface="Merriweather Light"/>
                <a:ea typeface="Merriweather Light"/>
                <a:cs typeface="Merriweather Light"/>
              </a:defRPr>
            </a:lvl4pPr>
            <a:lvl5pPr>
              <a:spcBef>
                <a:spcPts val="0"/>
              </a:spcBef>
              <a:spcAft>
                <a:spcPts val="0"/>
              </a:spcAft>
              <a:buSzPts val="3000"/>
              <a:buNone/>
              <a:defRPr>
                <a:latin typeface="Merriweather Light"/>
                <a:ea typeface="Merriweather Light"/>
                <a:cs typeface="Merriweather Light"/>
              </a:defRPr>
            </a:lvl5pPr>
            <a:lvl6pPr>
              <a:spcBef>
                <a:spcPts val="0"/>
              </a:spcBef>
              <a:spcAft>
                <a:spcPts val="0"/>
              </a:spcAft>
              <a:buSzPts val="3000"/>
              <a:buNone/>
              <a:defRPr>
                <a:latin typeface="Merriweather Light"/>
                <a:ea typeface="Merriweather Light"/>
                <a:cs typeface="Merriweather Light"/>
              </a:defRPr>
            </a:lvl6pPr>
            <a:lvl7pPr>
              <a:spcBef>
                <a:spcPts val="0"/>
              </a:spcBef>
              <a:spcAft>
                <a:spcPts val="0"/>
              </a:spcAft>
              <a:buSzPts val="3000"/>
              <a:buNone/>
              <a:defRPr>
                <a:latin typeface="Merriweather Light"/>
                <a:ea typeface="Merriweather Light"/>
                <a:cs typeface="Merriweather Light"/>
              </a:defRPr>
            </a:lvl7pPr>
            <a:lvl8pPr>
              <a:spcBef>
                <a:spcPts val="0"/>
              </a:spcBef>
              <a:spcAft>
                <a:spcPts val="0"/>
              </a:spcAft>
              <a:buSzPts val="3000"/>
              <a:buNone/>
              <a:defRPr>
                <a:latin typeface="Merriweather Light"/>
                <a:ea typeface="Merriweather Light"/>
                <a:cs typeface="Merriweather Light"/>
              </a:defRPr>
            </a:lvl8pPr>
            <a:lvl9pPr>
              <a:spcBef>
                <a:spcPts val="0"/>
              </a:spcBef>
              <a:spcAft>
                <a:spcPts val="0"/>
              </a:spcAft>
              <a:buSzPts val="3000"/>
              <a:buNone/>
              <a:defRPr>
                <a:latin typeface="Merriweather Light"/>
                <a:ea typeface="Merriweather Light"/>
                <a:cs typeface="Merriweather Light"/>
              </a:defRPr>
            </a:lvl9pPr>
          </a:lstStyle>
          <a:p>
            <a:endParaRPr/>
          </a:p>
        </p:txBody>
      </p:sp>
      <p:cxnSp>
        <p:nvCxnSpPr>
          <p:cNvPr id="492" name="Google Shape;312;p36"/>
          <p:cNvCxnSpPr/>
          <p:nvPr/>
        </p:nvCxnSpPr>
        <p:spPr>
          <a:xfrm>
            <a:off x="-72550" y="274100"/>
            <a:ext cx="9287400" cy="0"/>
          </a:xfrm>
          <a:prstGeom prst="straightConnector1">
            <a:avLst/>
          </a:prstGeom>
          <a:ln w="28575" cap="flat">
            <a:solidFill>
              <a:schemeClr val="accent1"/>
            </a:solidFill>
            <a:prstDash val="solid"/>
            <a:round/>
            <a:headEnd type="none" w="med" len="med"/>
            <a:tailEnd type="none" w="med" len="med"/>
          </a:ln>
        </p:spPr>
      </p:cxnSp>
      <p:cxnSp>
        <p:nvCxnSpPr>
          <p:cNvPr id="493" name="Google Shape;313;p36"/>
          <p:cNvCxnSpPr/>
          <p:nvPr/>
        </p:nvCxnSpPr>
        <p:spPr>
          <a:xfrm>
            <a:off x="-72550" y="4877450"/>
            <a:ext cx="9287400" cy="0"/>
          </a:xfrm>
          <a:prstGeom prst="straightConnector1">
            <a:avLst/>
          </a:prstGeom>
          <a:ln w="28575" cap="flat">
            <a:solidFill>
              <a:schemeClr val="accent1"/>
            </a:solidFill>
            <a:prstDash val="solid"/>
            <a:round/>
            <a:headEnd type="none" w="med" len="med"/>
            <a:tailEnd type="none" w="med" len="med"/>
          </a:ln>
        </p:spPr>
      </p:cxnSp>
      <p:cxnSp>
        <p:nvCxnSpPr>
          <p:cNvPr id="494" name="Google Shape;314;p36"/>
          <p:cNvCxnSpPr/>
          <p:nvPr/>
        </p:nvCxnSpPr>
        <p:spPr>
          <a:xfrm>
            <a:off x="7434175" y="-125600"/>
            <a:ext cx="1993200" cy="1330200"/>
          </a:xfrm>
          <a:prstGeom prst="curvedConnector3">
            <a:avLst>
              <a:gd name="adj1" fmla="val 50000"/>
            </a:avLst>
          </a:prstGeom>
          <a:ln w="28575" cap="flat">
            <a:solidFill>
              <a:schemeClr val="accent2"/>
            </a:solidFill>
            <a:prstDash val="solid"/>
            <a:round/>
            <a:headEnd type="none" w="med" len="med"/>
            <a:tailEnd type="none" w="med" len="med"/>
          </a:ln>
        </p:spPr>
      </p:cxn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Numbers and text ">
  <p:cSld name="CUSTOM_23">
    <p:spTree>
      <p:nvGrpSpPr>
        <p:cNvPr id="1" name=""/>
        <p:cNvGrpSpPr/>
        <p:nvPr/>
      </p:nvGrpSpPr>
      <p:grpSpPr>
        <a:xfrm>
          <a:off x="0" y="0"/>
          <a:ext cx="0" cy="0"/>
          <a:chOff x="0" y="0"/>
          <a:chExt cx="0" cy="0"/>
        </a:xfrm>
      </p:grpSpPr>
      <p:cxnSp>
        <p:nvCxnSpPr>
          <p:cNvPr id="437" name="Google Shape;316;p37"/>
          <p:cNvCxnSpPr/>
          <p:nvPr/>
        </p:nvCxnSpPr>
        <p:spPr>
          <a:xfrm>
            <a:off x="-72550" y="274100"/>
            <a:ext cx="9287400" cy="0"/>
          </a:xfrm>
          <a:prstGeom prst="straightConnector1">
            <a:avLst/>
          </a:prstGeom>
          <a:ln w="28575" cap="flat">
            <a:solidFill>
              <a:schemeClr val="accent1"/>
            </a:solidFill>
            <a:prstDash val="solid"/>
            <a:round/>
            <a:headEnd type="none" w="med" len="med"/>
            <a:tailEnd type="none" w="med" len="med"/>
          </a:ln>
        </p:spPr>
      </p:cxnSp>
      <p:cxnSp>
        <p:nvCxnSpPr>
          <p:cNvPr id="438" name="Google Shape;317;p37"/>
          <p:cNvCxnSpPr/>
          <p:nvPr/>
        </p:nvCxnSpPr>
        <p:spPr>
          <a:xfrm>
            <a:off x="-72550" y="4877450"/>
            <a:ext cx="9287400" cy="0"/>
          </a:xfrm>
          <a:prstGeom prst="straightConnector1">
            <a:avLst/>
          </a:prstGeom>
          <a:ln w="28575" cap="flat">
            <a:solidFill>
              <a:schemeClr val="accent1"/>
            </a:solidFill>
            <a:prstDash val="solid"/>
            <a:round/>
            <a:headEnd type="none" w="med" len="med"/>
            <a:tailEnd type="none" w="med" len="med"/>
          </a:ln>
        </p:spPr>
      </p:cxnSp>
      <p:cxnSp>
        <p:nvCxnSpPr>
          <p:cNvPr id="439" name="Google Shape;318;p37"/>
          <p:cNvCxnSpPr/>
          <p:nvPr/>
        </p:nvCxnSpPr>
        <p:spPr>
          <a:xfrm>
            <a:off x="-250225" y="4076450"/>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cxnSp>
        <p:nvCxnSpPr>
          <p:cNvPr id="440" name="Google Shape;319;p37"/>
          <p:cNvCxnSpPr/>
          <p:nvPr/>
        </p:nvCxnSpPr>
        <p:spPr>
          <a:xfrm>
            <a:off x="7441150" y="-48375"/>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cxnSp>
        <p:nvCxnSpPr>
          <p:cNvPr id="441" name="Google Shape;320;p37"/>
          <p:cNvCxnSpPr/>
          <p:nvPr/>
        </p:nvCxnSpPr>
        <p:spPr>
          <a:xfrm flipH="1">
            <a:off x="7454238" y="4053663"/>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cxnSp>
        <p:nvCxnSpPr>
          <p:cNvPr id="442" name="Google Shape;321;p37"/>
          <p:cNvCxnSpPr/>
          <p:nvPr/>
        </p:nvCxnSpPr>
        <p:spPr>
          <a:xfrm flipH="1">
            <a:off x="-237137" y="-71162"/>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sp>
        <p:nvSpPr>
          <p:cNvPr id="322" name="Google Shape;322;p37">
            <a:extLst>
              <a:ext uri="{FF2B5EF4-FFF2-40B4-BE49-F238E27FC236}">
                <a16:creationId xmlns:a16="http://schemas.microsoft.com/office/drawing/2014/main" id="{F0D90F50-38DA-4C39-8086-8A267E2CEE0F}"/>
              </a:ext>
            </a:extLst>
          </p:cNvPr>
          <p:cNvSpPr>
            <a:spLocks noGrp="1"/>
          </p:cNvSpPr>
          <p:nvPr>
            <p:ph type="title"/>
          </p:nvPr>
        </p:nvSpPr>
        <p:spPr>
          <a:xfrm>
            <a:off x="2780100" y="445025"/>
            <a:ext cx="3583800" cy="572700"/>
          </a:xfrm>
          <a:prstGeom prst="rect">
            <a:avLst/>
          </a:prstGeom>
        </p:spPr>
        <p:txBody>
          <a:bodyPr spcFirstLastPara="1" wrap="square" lIns="91425" tIns="91425" rIns="91425" bIns="91425" anchor="t">
            <a:noAutofit/>
          </a:bodyPr>
          <a:lstStyle>
            <a:lvl1pPr algn="ctr">
              <a:spcBef>
                <a:spcPts val="0"/>
              </a:spcBef>
              <a:spcAft>
                <a:spcPts val="0"/>
              </a:spcAft>
              <a:buSzPts val="3000"/>
              <a:buNone/>
              <a:defRPr/>
            </a:lvl1pPr>
            <a:lvl2pPr>
              <a:spcBef>
                <a:spcPts val="0"/>
              </a:spcBef>
              <a:spcAft>
                <a:spcPts val="0"/>
              </a:spcAft>
              <a:buSzPts val="3000"/>
              <a:buNone/>
              <a:defRPr/>
            </a:lvl2pPr>
            <a:lvl3pPr>
              <a:spcBef>
                <a:spcPts val="0"/>
              </a:spcBef>
              <a:spcAft>
                <a:spcPts val="0"/>
              </a:spcAft>
              <a:buSzPts val="3000"/>
              <a:buNone/>
              <a:defRPr/>
            </a:lvl3pPr>
            <a:lvl4pPr>
              <a:spcBef>
                <a:spcPts val="0"/>
              </a:spcBef>
              <a:spcAft>
                <a:spcPts val="0"/>
              </a:spcAft>
              <a:buSzPts val="3000"/>
              <a:buNone/>
              <a:defRPr/>
            </a:lvl4pPr>
            <a:lvl5pPr>
              <a:spcBef>
                <a:spcPts val="0"/>
              </a:spcBef>
              <a:spcAft>
                <a:spcPts val="0"/>
              </a:spcAft>
              <a:buSzPts val="3000"/>
              <a:buNone/>
              <a:defRPr/>
            </a:lvl5pPr>
            <a:lvl6pPr>
              <a:spcBef>
                <a:spcPts val="0"/>
              </a:spcBef>
              <a:spcAft>
                <a:spcPts val="0"/>
              </a:spcAft>
              <a:buSzPts val="3000"/>
              <a:buNone/>
              <a:defRPr/>
            </a:lvl6pPr>
            <a:lvl7pPr>
              <a:spcBef>
                <a:spcPts val="0"/>
              </a:spcBef>
              <a:spcAft>
                <a:spcPts val="0"/>
              </a:spcAft>
              <a:buSzPts val="3000"/>
              <a:buNone/>
              <a:defRPr/>
            </a:lvl7pPr>
            <a:lvl8pPr>
              <a:spcBef>
                <a:spcPts val="0"/>
              </a:spcBef>
              <a:spcAft>
                <a:spcPts val="0"/>
              </a:spcAft>
              <a:buSzPts val="3000"/>
              <a:buNone/>
              <a:defRPr/>
            </a:lvl8pPr>
            <a:lvl9pPr>
              <a:spcBef>
                <a:spcPts val="0"/>
              </a:spcBef>
              <a:spcAft>
                <a:spcPts val="0"/>
              </a:spcAft>
              <a:buSzPts val="3000"/>
              <a:buNone/>
              <a:defRPr/>
            </a:lvl9pPr>
          </a:lstStyle>
          <a:p>
            <a:endParaRPr/>
          </a:p>
        </p:txBody>
      </p:sp>
      <p:sp>
        <p:nvSpPr>
          <p:cNvPr id="323" name="Google Shape;323;p37">
            <a:extLst>
              <a:ext uri="{FF2B5EF4-FFF2-40B4-BE49-F238E27FC236}">
                <a16:creationId xmlns:a16="http://schemas.microsoft.com/office/drawing/2014/main" id="{006103FB-A3A4-4A6F-9BF8-BCF92AD3D450}"/>
              </a:ext>
            </a:extLst>
          </p:cNvPr>
          <p:cNvSpPr>
            <a:spLocks noGrp="1"/>
          </p:cNvSpPr>
          <p:nvPr>
            <p:ph type="subTitle" idx="1"/>
          </p:nvPr>
        </p:nvSpPr>
        <p:spPr>
          <a:xfrm>
            <a:off x="5306650" y="1710190"/>
            <a:ext cx="2486100" cy="4011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2100"/>
              <a:buNone/>
              <a:defRPr sz="2400">
                <a:latin typeface="Cambria"/>
                <a:ea typeface="Cambria"/>
                <a:cs typeface="Cambria"/>
              </a:defRPr>
            </a:lvl1pPr>
            <a:lvl2pPr algn="ctr">
              <a:spcBef>
                <a:spcPts val="0"/>
              </a:spcBef>
              <a:spcAft>
                <a:spcPts val="0"/>
              </a:spcAft>
              <a:buSzPts val="2100"/>
              <a:buNone/>
              <a:defRPr sz="2100" b="1"/>
            </a:lvl2pPr>
            <a:lvl3pPr algn="ctr">
              <a:spcBef>
                <a:spcPts val="0"/>
              </a:spcBef>
              <a:spcAft>
                <a:spcPts val="0"/>
              </a:spcAft>
              <a:buSzPts val="2100"/>
              <a:buNone/>
              <a:defRPr sz="2100" b="1"/>
            </a:lvl3pPr>
            <a:lvl4pPr algn="ctr">
              <a:spcBef>
                <a:spcPts val="0"/>
              </a:spcBef>
              <a:spcAft>
                <a:spcPts val="0"/>
              </a:spcAft>
              <a:buSzPts val="2100"/>
              <a:buNone/>
              <a:defRPr sz="2100" b="1"/>
            </a:lvl4pPr>
            <a:lvl5pPr algn="ctr">
              <a:spcBef>
                <a:spcPts val="0"/>
              </a:spcBef>
              <a:spcAft>
                <a:spcPts val="0"/>
              </a:spcAft>
              <a:buSzPts val="2100"/>
              <a:buNone/>
              <a:defRPr sz="2100" b="1"/>
            </a:lvl5pPr>
            <a:lvl6pPr algn="ctr">
              <a:spcBef>
                <a:spcPts val="0"/>
              </a:spcBef>
              <a:spcAft>
                <a:spcPts val="0"/>
              </a:spcAft>
              <a:buSzPts val="2100"/>
              <a:buNone/>
              <a:defRPr sz="2100" b="1"/>
            </a:lvl6pPr>
            <a:lvl7pPr algn="ctr">
              <a:spcBef>
                <a:spcPts val="0"/>
              </a:spcBef>
              <a:spcAft>
                <a:spcPts val="0"/>
              </a:spcAft>
              <a:buSzPts val="2100"/>
              <a:buNone/>
              <a:defRPr sz="2100" b="1"/>
            </a:lvl7pPr>
            <a:lvl8pPr algn="ctr">
              <a:spcBef>
                <a:spcPts val="0"/>
              </a:spcBef>
              <a:spcAft>
                <a:spcPts val="0"/>
              </a:spcAft>
              <a:buSzPts val="2100"/>
              <a:buNone/>
              <a:defRPr sz="2100" b="1"/>
            </a:lvl8pPr>
            <a:lvl9pPr algn="ctr">
              <a:spcBef>
                <a:spcPts val="0"/>
              </a:spcBef>
              <a:spcAft>
                <a:spcPts val="0"/>
              </a:spcAft>
              <a:buSzPts val="2100"/>
              <a:buNone/>
              <a:defRPr sz="2100" b="1"/>
            </a:lvl9pPr>
          </a:lstStyle>
          <a:p>
            <a:endParaRPr/>
          </a:p>
        </p:txBody>
      </p:sp>
      <p:sp>
        <p:nvSpPr>
          <p:cNvPr id="324" name="Google Shape;324;p37">
            <a:extLst>
              <a:ext uri="{FF2B5EF4-FFF2-40B4-BE49-F238E27FC236}">
                <a16:creationId xmlns:a16="http://schemas.microsoft.com/office/drawing/2014/main" id="{650F4BC0-CB9C-4C7E-B22B-6966FFA1ACB9}"/>
              </a:ext>
            </a:extLst>
          </p:cNvPr>
          <p:cNvSpPr>
            <a:spLocks noGrp="1"/>
          </p:cNvSpPr>
          <p:nvPr>
            <p:ph type="subTitle" idx="2"/>
          </p:nvPr>
        </p:nvSpPr>
        <p:spPr>
          <a:xfrm>
            <a:off x="5306650" y="2111217"/>
            <a:ext cx="2486100" cy="6186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1400"/>
              <a:buNone/>
              <a:defRPr sz="1400">
                <a:solidFill>
                  <a:schemeClr val="dk1"/>
                </a:solidFill>
              </a:defRPr>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sp>
        <p:nvSpPr>
          <p:cNvPr id="325" name="Google Shape;325;p37">
            <a:extLst>
              <a:ext uri="{FF2B5EF4-FFF2-40B4-BE49-F238E27FC236}">
                <a16:creationId xmlns:a16="http://schemas.microsoft.com/office/drawing/2014/main" id="{D843F7DD-9B52-4D37-A1A2-A215C9BE1C63}"/>
              </a:ext>
            </a:extLst>
          </p:cNvPr>
          <p:cNvSpPr>
            <a:spLocks noGrp="1"/>
          </p:cNvSpPr>
          <p:nvPr>
            <p:ph type="subTitle" idx="3"/>
          </p:nvPr>
        </p:nvSpPr>
        <p:spPr>
          <a:xfrm>
            <a:off x="1351250" y="1710190"/>
            <a:ext cx="2486100" cy="4011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2100"/>
              <a:buNone/>
              <a:defRPr sz="2400">
                <a:latin typeface="Cambria"/>
                <a:ea typeface="Cambria"/>
                <a:cs typeface="Cambria"/>
              </a:defRPr>
            </a:lvl1pPr>
            <a:lvl2pPr algn="ctr">
              <a:spcBef>
                <a:spcPts val="0"/>
              </a:spcBef>
              <a:spcAft>
                <a:spcPts val="0"/>
              </a:spcAft>
              <a:buSzPts val="2100"/>
              <a:buNone/>
              <a:defRPr sz="2100" b="1"/>
            </a:lvl2pPr>
            <a:lvl3pPr algn="ctr">
              <a:spcBef>
                <a:spcPts val="0"/>
              </a:spcBef>
              <a:spcAft>
                <a:spcPts val="0"/>
              </a:spcAft>
              <a:buSzPts val="2100"/>
              <a:buNone/>
              <a:defRPr sz="2100" b="1"/>
            </a:lvl3pPr>
            <a:lvl4pPr algn="ctr">
              <a:spcBef>
                <a:spcPts val="0"/>
              </a:spcBef>
              <a:spcAft>
                <a:spcPts val="0"/>
              </a:spcAft>
              <a:buSzPts val="2100"/>
              <a:buNone/>
              <a:defRPr sz="2100" b="1"/>
            </a:lvl4pPr>
            <a:lvl5pPr algn="ctr">
              <a:spcBef>
                <a:spcPts val="0"/>
              </a:spcBef>
              <a:spcAft>
                <a:spcPts val="0"/>
              </a:spcAft>
              <a:buSzPts val="2100"/>
              <a:buNone/>
              <a:defRPr sz="2100" b="1"/>
            </a:lvl5pPr>
            <a:lvl6pPr algn="ctr">
              <a:spcBef>
                <a:spcPts val="0"/>
              </a:spcBef>
              <a:spcAft>
                <a:spcPts val="0"/>
              </a:spcAft>
              <a:buSzPts val="2100"/>
              <a:buNone/>
              <a:defRPr sz="2100" b="1"/>
            </a:lvl6pPr>
            <a:lvl7pPr algn="ctr">
              <a:spcBef>
                <a:spcPts val="0"/>
              </a:spcBef>
              <a:spcAft>
                <a:spcPts val="0"/>
              </a:spcAft>
              <a:buSzPts val="2100"/>
              <a:buNone/>
              <a:defRPr sz="2100" b="1"/>
            </a:lvl7pPr>
            <a:lvl8pPr algn="ctr">
              <a:spcBef>
                <a:spcPts val="0"/>
              </a:spcBef>
              <a:spcAft>
                <a:spcPts val="0"/>
              </a:spcAft>
              <a:buSzPts val="2100"/>
              <a:buNone/>
              <a:defRPr sz="2100" b="1"/>
            </a:lvl8pPr>
            <a:lvl9pPr algn="ctr">
              <a:spcBef>
                <a:spcPts val="0"/>
              </a:spcBef>
              <a:spcAft>
                <a:spcPts val="0"/>
              </a:spcAft>
              <a:buSzPts val="2100"/>
              <a:buNone/>
              <a:defRPr sz="2100" b="1"/>
            </a:lvl9pPr>
          </a:lstStyle>
          <a:p>
            <a:endParaRPr/>
          </a:p>
        </p:txBody>
      </p:sp>
      <p:sp>
        <p:nvSpPr>
          <p:cNvPr id="326" name="Google Shape;326;p37">
            <a:extLst>
              <a:ext uri="{FF2B5EF4-FFF2-40B4-BE49-F238E27FC236}">
                <a16:creationId xmlns:a16="http://schemas.microsoft.com/office/drawing/2014/main" id="{88922954-03A6-4D17-B56F-DBD3DDCD6AFD}"/>
              </a:ext>
            </a:extLst>
          </p:cNvPr>
          <p:cNvSpPr>
            <a:spLocks noGrp="1"/>
          </p:cNvSpPr>
          <p:nvPr>
            <p:ph type="subTitle" idx="4"/>
          </p:nvPr>
        </p:nvSpPr>
        <p:spPr>
          <a:xfrm>
            <a:off x="1351250" y="2111217"/>
            <a:ext cx="2486100" cy="6186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1400"/>
              <a:buNone/>
              <a:defRPr sz="1400"/>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sp>
        <p:nvSpPr>
          <p:cNvPr id="327" name="Google Shape;327;p37">
            <a:extLst>
              <a:ext uri="{FF2B5EF4-FFF2-40B4-BE49-F238E27FC236}">
                <a16:creationId xmlns:a16="http://schemas.microsoft.com/office/drawing/2014/main" id="{88B692A7-361B-42D5-A3F8-843B3B3C43E5}"/>
              </a:ext>
            </a:extLst>
          </p:cNvPr>
          <p:cNvSpPr>
            <a:spLocks noGrp="1"/>
          </p:cNvSpPr>
          <p:nvPr>
            <p:ph type="subTitle" idx="5"/>
          </p:nvPr>
        </p:nvSpPr>
        <p:spPr>
          <a:xfrm>
            <a:off x="5306650" y="3552118"/>
            <a:ext cx="2486100" cy="4614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2100"/>
              <a:buNone/>
              <a:defRPr sz="2400">
                <a:latin typeface="Cambria"/>
                <a:ea typeface="Cambria"/>
                <a:cs typeface="Cambria"/>
              </a:defRPr>
            </a:lvl1pPr>
            <a:lvl2pPr algn="ctr">
              <a:spcBef>
                <a:spcPts val="0"/>
              </a:spcBef>
              <a:spcAft>
                <a:spcPts val="0"/>
              </a:spcAft>
              <a:buSzPts val="2100"/>
              <a:buNone/>
              <a:defRPr sz="2100" b="1"/>
            </a:lvl2pPr>
            <a:lvl3pPr algn="ctr">
              <a:spcBef>
                <a:spcPts val="0"/>
              </a:spcBef>
              <a:spcAft>
                <a:spcPts val="0"/>
              </a:spcAft>
              <a:buSzPts val="2100"/>
              <a:buNone/>
              <a:defRPr sz="2100" b="1"/>
            </a:lvl3pPr>
            <a:lvl4pPr algn="ctr">
              <a:spcBef>
                <a:spcPts val="0"/>
              </a:spcBef>
              <a:spcAft>
                <a:spcPts val="0"/>
              </a:spcAft>
              <a:buSzPts val="2100"/>
              <a:buNone/>
              <a:defRPr sz="2100" b="1"/>
            </a:lvl4pPr>
            <a:lvl5pPr algn="ctr">
              <a:spcBef>
                <a:spcPts val="0"/>
              </a:spcBef>
              <a:spcAft>
                <a:spcPts val="0"/>
              </a:spcAft>
              <a:buSzPts val="2100"/>
              <a:buNone/>
              <a:defRPr sz="2100" b="1"/>
            </a:lvl5pPr>
            <a:lvl6pPr algn="ctr">
              <a:spcBef>
                <a:spcPts val="0"/>
              </a:spcBef>
              <a:spcAft>
                <a:spcPts val="0"/>
              </a:spcAft>
              <a:buSzPts val="2100"/>
              <a:buNone/>
              <a:defRPr sz="2100" b="1"/>
            </a:lvl6pPr>
            <a:lvl7pPr algn="ctr">
              <a:spcBef>
                <a:spcPts val="0"/>
              </a:spcBef>
              <a:spcAft>
                <a:spcPts val="0"/>
              </a:spcAft>
              <a:buSzPts val="2100"/>
              <a:buNone/>
              <a:defRPr sz="2100" b="1"/>
            </a:lvl7pPr>
            <a:lvl8pPr algn="ctr">
              <a:spcBef>
                <a:spcPts val="0"/>
              </a:spcBef>
              <a:spcAft>
                <a:spcPts val="0"/>
              </a:spcAft>
              <a:buSzPts val="2100"/>
              <a:buNone/>
              <a:defRPr sz="2100" b="1"/>
            </a:lvl8pPr>
            <a:lvl9pPr algn="ctr">
              <a:spcBef>
                <a:spcPts val="0"/>
              </a:spcBef>
              <a:spcAft>
                <a:spcPts val="0"/>
              </a:spcAft>
              <a:buSzPts val="2100"/>
              <a:buNone/>
              <a:defRPr sz="2100" b="1"/>
            </a:lvl9pPr>
          </a:lstStyle>
          <a:p>
            <a:endParaRPr/>
          </a:p>
        </p:txBody>
      </p:sp>
      <p:sp>
        <p:nvSpPr>
          <p:cNvPr id="328" name="Google Shape;328;p37">
            <a:extLst>
              <a:ext uri="{FF2B5EF4-FFF2-40B4-BE49-F238E27FC236}">
                <a16:creationId xmlns:a16="http://schemas.microsoft.com/office/drawing/2014/main" id="{9287E43E-8CAF-4A0B-B7C5-E189D9EE54CF}"/>
              </a:ext>
            </a:extLst>
          </p:cNvPr>
          <p:cNvSpPr>
            <a:spLocks noGrp="1"/>
          </p:cNvSpPr>
          <p:nvPr>
            <p:ph type="subTitle" idx="6"/>
          </p:nvPr>
        </p:nvSpPr>
        <p:spPr>
          <a:xfrm>
            <a:off x="5306650" y="3946487"/>
            <a:ext cx="2486100" cy="6186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1400"/>
              <a:buNone/>
              <a:defRPr sz="1400">
                <a:solidFill>
                  <a:schemeClr val="dk1"/>
                </a:solidFill>
              </a:defRPr>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sp>
        <p:nvSpPr>
          <p:cNvPr id="329" name="Google Shape;329;p37">
            <a:extLst>
              <a:ext uri="{FF2B5EF4-FFF2-40B4-BE49-F238E27FC236}">
                <a16:creationId xmlns:a16="http://schemas.microsoft.com/office/drawing/2014/main" id="{3F778D9F-3A5C-4DE3-BEE0-D9034D39B7A8}"/>
              </a:ext>
            </a:extLst>
          </p:cNvPr>
          <p:cNvSpPr>
            <a:spLocks noGrp="1"/>
          </p:cNvSpPr>
          <p:nvPr>
            <p:ph type="subTitle" idx="7"/>
          </p:nvPr>
        </p:nvSpPr>
        <p:spPr>
          <a:xfrm>
            <a:off x="1351250" y="3552118"/>
            <a:ext cx="2486100" cy="4614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2100"/>
              <a:buNone/>
              <a:defRPr sz="2400">
                <a:latin typeface="Cambria"/>
                <a:ea typeface="Cambria"/>
                <a:cs typeface="Cambria"/>
              </a:defRPr>
            </a:lvl1pPr>
            <a:lvl2pPr algn="ctr">
              <a:spcBef>
                <a:spcPts val="0"/>
              </a:spcBef>
              <a:spcAft>
                <a:spcPts val="0"/>
              </a:spcAft>
              <a:buSzPts val="2100"/>
              <a:buNone/>
              <a:defRPr sz="2100" b="1"/>
            </a:lvl2pPr>
            <a:lvl3pPr algn="ctr">
              <a:spcBef>
                <a:spcPts val="0"/>
              </a:spcBef>
              <a:spcAft>
                <a:spcPts val="0"/>
              </a:spcAft>
              <a:buSzPts val="2100"/>
              <a:buNone/>
              <a:defRPr sz="2100" b="1"/>
            </a:lvl3pPr>
            <a:lvl4pPr algn="ctr">
              <a:spcBef>
                <a:spcPts val="0"/>
              </a:spcBef>
              <a:spcAft>
                <a:spcPts val="0"/>
              </a:spcAft>
              <a:buSzPts val="2100"/>
              <a:buNone/>
              <a:defRPr sz="2100" b="1"/>
            </a:lvl4pPr>
            <a:lvl5pPr algn="ctr">
              <a:spcBef>
                <a:spcPts val="0"/>
              </a:spcBef>
              <a:spcAft>
                <a:spcPts val="0"/>
              </a:spcAft>
              <a:buSzPts val="2100"/>
              <a:buNone/>
              <a:defRPr sz="2100" b="1"/>
            </a:lvl5pPr>
            <a:lvl6pPr algn="ctr">
              <a:spcBef>
                <a:spcPts val="0"/>
              </a:spcBef>
              <a:spcAft>
                <a:spcPts val="0"/>
              </a:spcAft>
              <a:buSzPts val="2100"/>
              <a:buNone/>
              <a:defRPr sz="2100" b="1"/>
            </a:lvl6pPr>
            <a:lvl7pPr algn="ctr">
              <a:spcBef>
                <a:spcPts val="0"/>
              </a:spcBef>
              <a:spcAft>
                <a:spcPts val="0"/>
              </a:spcAft>
              <a:buSzPts val="2100"/>
              <a:buNone/>
              <a:defRPr sz="2100" b="1"/>
            </a:lvl7pPr>
            <a:lvl8pPr algn="ctr">
              <a:spcBef>
                <a:spcPts val="0"/>
              </a:spcBef>
              <a:spcAft>
                <a:spcPts val="0"/>
              </a:spcAft>
              <a:buSzPts val="2100"/>
              <a:buNone/>
              <a:defRPr sz="2100" b="1"/>
            </a:lvl8pPr>
            <a:lvl9pPr algn="ctr">
              <a:spcBef>
                <a:spcPts val="0"/>
              </a:spcBef>
              <a:spcAft>
                <a:spcPts val="0"/>
              </a:spcAft>
              <a:buSzPts val="2100"/>
              <a:buNone/>
              <a:defRPr sz="2100" b="1"/>
            </a:lvl9pPr>
          </a:lstStyle>
          <a:p>
            <a:endParaRPr/>
          </a:p>
        </p:txBody>
      </p:sp>
      <p:sp>
        <p:nvSpPr>
          <p:cNvPr id="330" name="Google Shape;330;p37">
            <a:extLst>
              <a:ext uri="{FF2B5EF4-FFF2-40B4-BE49-F238E27FC236}">
                <a16:creationId xmlns:a16="http://schemas.microsoft.com/office/drawing/2014/main" id="{A2B6538A-DBEB-452B-B6A1-170932379AAD}"/>
              </a:ext>
            </a:extLst>
          </p:cNvPr>
          <p:cNvSpPr>
            <a:spLocks noGrp="1"/>
          </p:cNvSpPr>
          <p:nvPr>
            <p:ph type="subTitle" idx="8"/>
          </p:nvPr>
        </p:nvSpPr>
        <p:spPr>
          <a:xfrm>
            <a:off x="1351300" y="3946487"/>
            <a:ext cx="2486100" cy="6186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1400"/>
              <a:buNone/>
              <a:defRPr sz="1400">
                <a:solidFill>
                  <a:schemeClr val="dk1"/>
                </a:solidFill>
              </a:defRPr>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sp>
        <p:nvSpPr>
          <p:cNvPr id="331" name="Google Shape;331;p37">
            <a:extLst>
              <a:ext uri="{FF2B5EF4-FFF2-40B4-BE49-F238E27FC236}">
                <a16:creationId xmlns:a16="http://schemas.microsoft.com/office/drawing/2014/main" id="{F96A6728-F091-431E-93C5-8503C361DEA8}"/>
              </a:ext>
            </a:extLst>
          </p:cNvPr>
          <p:cNvSpPr>
            <a:spLocks noGrp="1"/>
          </p:cNvSpPr>
          <p:nvPr>
            <p:ph type="title" idx="9" hasCustomPrompt="1"/>
          </p:nvPr>
        </p:nvSpPr>
        <p:spPr>
          <a:xfrm>
            <a:off x="1351250" y="1131425"/>
            <a:ext cx="2486100" cy="667500"/>
          </a:xfrm>
          <a:prstGeom prst="rect">
            <a:avLst/>
          </a:prstGeom>
        </p:spPr>
        <p:txBody>
          <a:bodyPr spcFirstLastPara="1" wrap="square" lIns="91425" tIns="91425" rIns="91425" bIns="91425" anchor="t">
            <a:noAutofit/>
          </a:bodyPr>
          <a:lstStyle>
            <a:lvl1pPr algn="ctr">
              <a:spcBef>
                <a:spcPts val="0"/>
              </a:spcBef>
              <a:spcAft>
                <a:spcPts val="0"/>
              </a:spcAft>
              <a:buClr>
                <a:schemeClr val="dk2"/>
              </a:buClr>
              <a:buSzPts val="4000"/>
              <a:buNone/>
              <a:defRPr sz="3800">
                <a:solidFill>
                  <a:schemeClr val="accent1"/>
                </a:solidFill>
              </a:defRPr>
            </a:lvl1pPr>
            <a:lvl2pPr algn="ctr">
              <a:spcBef>
                <a:spcPts val="0"/>
              </a:spcBef>
              <a:spcAft>
                <a:spcPts val="0"/>
              </a:spcAft>
              <a:buClr>
                <a:schemeClr val="dk2"/>
              </a:buClr>
              <a:buSzPts val="4000"/>
              <a:buNone/>
              <a:defRPr sz="4000">
                <a:solidFill>
                  <a:schemeClr val="dk2"/>
                </a:solidFill>
              </a:defRPr>
            </a:lvl2pPr>
            <a:lvl3pPr algn="ctr">
              <a:spcBef>
                <a:spcPts val="0"/>
              </a:spcBef>
              <a:spcAft>
                <a:spcPts val="0"/>
              </a:spcAft>
              <a:buClr>
                <a:schemeClr val="dk2"/>
              </a:buClr>
              <a:buSzPts val="4000"/>
              <a:buNone/>
              <a:defRPr sz="4000">
                <a:solidFill>
                  <a:schemeClr val="dk2"/>
                </a:solidFill>
              </a:defRPr>
            </a:lvl3pPr>
            <a:lvl4pPr algn="ctr">
              <a:spcBef>
                <a:spcPts val="0"/>
              </a:spcBef>
              <a:spcAft>
                <a:spcPts val="0"/>
              </a:spcAft>
              <a:buClr>
                <a:schemeClr val="dk2"/>
              </a:buClr>
              <a:buSzPts val="4000"/>
              <a:buNone/>
              <a:defRPr sz="4000">
                <a:solidFill>
                  <a:schemeClr val="dk2"/>
                </a:solidFill>
              </a:defRPr>
            </a:lvl4pPr>
            <a:lvl5pPr algn="ctr">
              <a:spcBef>
                <a:spcPts val="0"/>
              </a:spcBef>
              <a:spcAft>
                <a:spcPts val="0"/>
              </a:spcAft>
              <a:buClr>
                <a:schemeClr val="dk2"/>
              </a:buClr>
              <a:buSzPts val="4000"/>
              <a:buNone/>
              <a:defRPr sz="4000">
                <a:solidFill>
                  <a:schemeClr val="dk2"/>
                </a:solidFill>
              </a:defRPr>
            </a:lvl5pPr>
            <a:lvl6pPr algn="ctr">
              <a:spcBef>
                <a:spcPts val="0"/>
              </a:spcBef>
              <a:spcAft>
                <a:spcPts val="0"/>
              </a:spcAft>
              <a:buClr>
                <a:schemeClr val="dk2"/>
              </a:buClr>
              <a:buSzPts val="4000"/>
              <a:buNone/>
              <a:defRPr sz="4000">
                <a:solidFill>
                  <a:schemeClr val="dk2"/>
                </a:solidFill>
              </a:defRPr>
            </a:lvl6pPr>
            <a:lvl7pPr algn="ctr">
              <a:spcBef>
                <a:spcPts val="0"/>
              </a:spcBef>
              <a:spcAft>
                <a:spcPts val="0"/>
              </a:spcAft>
              <a:buClr>
                <a:schemeClr val="dk2"/>
              </a:buClr>
              <a:buSzPts val="4000"/>
              <a:buNone/>
              <a:defRPr sz="4000">
                <a:solidFill>
                  <a:schemeClr val="dk2"/>
                </a:solidFill>
              </a:defRPr>
            </a:lvl7pPr>
            <a:lvl8pPr algn="ctr">
              <a:spcBef>
                <a:spcPts val="0"/>
              </a:spcBef>
              <a:spcAft>
                <a:spcPts val="0"/>
              </a:spcAft>
              <a:buClr>
                <a:schemeClr val="dk2"/>
              </a:buClr>
              <a:buSzPts val="4000"/>
              <a:buNone/>
              <a:defRPr sz="4000">
                <a:solidFill>
                  <a:schemeClr val="dk2"/>
                </a:solidFill>
              </a:defRPr>
            </a:lvl8pPr>
            <a:lvl9pPr algn="ctr">
              <a:spcBef>
                <a:spcPts val="0"/>
              </a:spcBef>
              <a:spcAft>
                <a:spcPts val="0"/>
              </a:spcAft>
              <a:buClr>
                <a:schemeClr val="dk2"/>
              </a:buClr>
              <a:buSzPts val="4000"/>
              <a:buNone/>
              <a:defRPr sz="4000">
                <a:solidFill>
                  <a:schemeClr val="dk2"/>
                </a:solidFill>
              </a:defRPr>
            </a:lvl9pPr>
          </a:lstStyle>
          <a:p>
            <a:r>
              <a:t>xx%</a:t>
            </a:r>
          </a:p>
        </p:txBody>
      </p:sp>
      <p:sp>
        <p:nvSpPr>
          <p:cNvPr id="332" name="Google Shape;332;p37">
            <a:extLst>
              <a:ext uri="{FF2B5EF4-FFF2-40B4-BE49-F238E27FC236}">
                <a16:creationId xmlns:a16="http://schemas.microsoft.com/office/drawing/2014/main" id="{AD110604-5FCC-469C-8F5B-708E18C1F0FF}"/>
              </a:ext>
            </a:extLst>
          </p:cNvPr>
          <p:cNvSpPr>
            <a:spLocks noGrp="1"/>
          </p:cNvSpPr>
          <p:nvPr>
            <p:ph type="title" idx="13" hasCustomPrompt="1"/>
          </p:nvPr>
        </p:nvSpPr>
        <p:spPr>
          <a:xfrm>
            <a:off x="5306650" y="1131425"/>
            <a:ext cx="2486100" cy="667500"/>
          </a:xfrm>
          <a:prstGeom prst="rect">
            <a:avLst/>
          </a:prstGeom>
        </p:spPr>
        <p:txBody>
          <a:bodyPr spcFirstLastPara="1" wrap="square" lIns="91425" tIns="91425" rIns="91425" bIns="91425" anchor="t">
            <a:noAutofit/>
          </a:bodyPr>
          <a:lstStyle>
            <a:lvl1pPr algn="ctr">
              <a:spcBef>
                <a:spcPts val="0"/>
              </a:spcBef>
              <a:spcAft>
                <a:spcPts val="0"/>
              </a:spcAft>
              <a:buClr>
                <a:schemeClr val="dk2"/>
              </a:buClr>
              <a:buSzPts val="4000"/>
              <a:buNone/>
              <a:defRPr sz="3800">
                <a:solidFill>
                  <a:schemeClr val="accent1"/>
                </a:solidFill>
              </a:defRPr>
            </a:lvl1pPr>
            <a:lvl2pPr algn="ctr">
              <a:spcBef>
                <a:spcPts val="0"/>
              </a:spcBef>
              <a:spcAft>
                <a:spcPts val="0"/>
              </a:spcAft>
              <a:buClr>
                <a:schemeClr val="dk2"/>
              </a:buClr>
              <a:buSzPts val="4000"/>
              <a:buNone/>
              <a:defRPr sz="4000">
                <a:solidFill>
                  <a:schemeClr val="dk2"/>
                </a:solidFill>
              </a:defRPr>
            </a:lvl2pPr>
            <a:lvl3pPr algn="ctr">
              <a:spcBef>
                <a:spcPts val="0"/>
              </a:spcBef>
              <a:spcAft>
                <a:spcPts val="0"/>
              </a:spcAft>
              <a:buClr>
                <a:schemeClr val="dk2"/>
              </a:buClr>
              <a:buSzPts val="4000"/>
              <a:buNone/>
              <a:defRPr sz="4000">
                <a:solidFill>
                  <a:schemeClr val="dk2"/>
                </a:solidFill>
              </a:defRPr>
            </a:lvl3pPr>
            <a:lvl4pPr algn="ctr">
              <a:spcBef>
                <a:spcPts val="0"/>
              </a:spcBef>
              <a:spcAft>
                <a:spcPts val="0"/>
              </a:spcAft>
              <a:buClr>
                <a:schemeClr val="dk2"/>
              </a:buClr>
              <a:buSzPts val="4000"/>
              <a:buNone/>
              <a:defRPr sz="4000">
                <a:solidFill>
                  <a:schemeClr val="dk2"/>
                </a:solidFill>
              </a:defRPr>
            </a:lvl4pPr>
            <a:lvl5pPr algn="ctr">
              <a:spcBef>
                <a:spcPts val="0"/>
              </a:spcBef>
              <a:spcAft>
                <a:spcPts val="0"/>
              </a:spcAft>
              <a:buClr>
                <a:schemeClr val="dk2"/>
              </a:buClr>
              <a:buSzPts val="4000"/>
              <a:buNone/>
              <a:defRPr sz="4000">
                <a:solidFill>
                  <a:schemeClr val="dk2"/>
                </a:solidFill>
              </a:defRPr>
            </a:lvl5pPr>
            <a:lvl6pPr algn="ctr">
              <a:spcBef>
                <a:spcPts val="0"/>
              </a:spcBef>
              <a:spcAft>
                <a:spcPts val="0"/>
              </a:spcAft>
              <a:buClr>
                <a:schemeClr val="dk2"/>
              </a:buClr>
              <a:buSzPts val="4000"/>
              <a:buNone/>
              <a:defRPr sz="4000">
                <a:solidFill>
                  <a:schemeClr val="dk2"/>
                </a:solidFill>
              </a:defRPr>
            </a:lvl6pPr>
            <a:lvl7pPr algn="ctr">
              <a:spcBef>
                <a:spcPts val="0"/>
              </a:spcBef>
              <a:spcAft>
                <a:spcPts val="0"/>
              </a:spcAft>
              <a:buClr>
                <a:schemeClr val="dk2"/>
              </a:buClr>
              <a:buSzPts val="4000"/>
              <a:buNone/>
              <a:defRPr sz="4000">
                <a:solidFill>
                  <a:schemeClr val="dk2"/>
                </a:solidFill>
              </a:defRPr>
            </a:lvl7pPr>
            <a:lvl8pPr algn="ctr">
              <a:spcBef>
                <a:spcPts val="0"/>
              </a:spcBef>
              <a:spcAft>
                <a:spcPts val="0"/>
              </a:spcAft>
              <a:buClr>
                <a:schemeClr val="dk2"/>
              </a:buClr>
              <a:buSzPts val="4000"/>
              <a:buNone/>
              <a:defRPr sz="4000">
                <a:solidFill>
                  <a:schemeClr val="dk2"/>
                </a:solidFill>
              </a:defRPr>
            </a:lvl8pPr>
            <a:lvl9pPr algn="ctr">
              <a:spcBef>
                <a:spcPts val="0"/>
              </a:spcBef>
              <a:spcAft>
                <a:spcPts val="0"/>
              </a:spcAft>
              <a:buClr>
                <a:schemeClr val="dk2"/>
              </a:buClr>
              <a:buSzPts val="4000"/>
              <a:buNone/>
              <a:defRPr sz="4000">
                <a:solidFill>
                  <a:schemeClr val="dk2"/>
                </a:solidFill>
              </a:defRPr>
            </a:lvl9pPr>
          </a:lstStyle>
          <a:p>
            <a:r>
              <a:t>xx%</a:t>
            </a:r>
          </a:p>
        </p:txBody>
      </p:sp>
      <p:sp>
        <p:nvSpPr>
          <p:cNvPr id="333" name="Google Shape;333;p37">
            <a:extLst>
              <a:ext uri="{FF2B5EF4-FFF2-40B4-BE49-F238E27FC236}">
                <a16:creationId xmlns:a16="http://schemas.microsoft.com/office/drawing/2014/main" id="{D04CC105-D580-4F68-821B-CAD08CAF8157}"/>
              </a:ext>
            </a:extLst>
          </p:cNvPr>
          <p:cNvSpPr>
            <a:spLocks noGrp="1"/>
          </p:cNvSpPr>
          <p:nvPr>
            <p:ph type="title" idx="14" hasCustomPrompt="1"/>
          </p:nvPr>
        </p:nvSpPr>
        <p:spPr>
          <a:xfrm>
            <a:off x="1351300" y="2964563"/>
            <a:ext cx="2486100" cy="667500"/>
          </a:xfrm>
          <a:prstGeom prst="rect">
            <a:avLst/>
          </a:prstGeom>
        </p:spPr>
        <p:txBody>
          <a:bodyPr spcFirstLastPara="1" wrap="square" lIns="91425" tIns="91425" rIns="91425" bIns="91425" anchor="t">
            <a:noAutofit/>
          </a:bodyPr>
          <a:lstStyle>
            <a:lvl1pPr algn="ctr">
              <a:spcBef>
                <a:spcPts val="0"/>
              </a:spcBef>
              <a:spcAft>
                <a:spcPts val="0"/>
              </a:spcAft>
              <a:buClr>
                <a:schemeClr val="dk2"/>
              </a:buClr>
              <a:buSzPts val="4000"/>
              <a:buNone/>
              <a:defRPr sz="3800">
                <a:solidFill>
                  <a:schemeClr val="accent1"/>
                </a:solidFill>
              </a:defRPr>
            </a:lvl1pPr>
            <a:lvl2pPr algn="ctr">
              <a:spcBef>
                <a:spcPts val="0"/>
              </a:spcBef>
              <a:spcAft>
                <a:spcPts val="0"/>
              </a:spcAft>
              <a:buClr>
                <a:schemeClr val="dk2"/>
              </a:buClr>
              <a:buSzPts val="4000"/>
              <a:buNone/>
              <a:defRPr sz="4000">
                <a:solidFill>
                  <a:schemeClr val="dk2"/>
                </a:solidFill>
              </a:defRPr>
            </a:lvl2pPr>
            <a:lvl3pPr algn="ctr">
              <a:spcBef>
                <a:spcPts val="0"/>
              </a:spcBef>
              <a:spcAft>
                <a:spcPts val="0"/>
              </a:spcAft>
              <a:buClr>
                <a:schemeClr val="dk2"/>
              </a:buClr>
              <a:buSzPts val="4000"/>
              <a:buNone/>
              <a:defRPr sz="4000">
                <a:solidFill>
                  <a:schemeClr val="dk2"/>
                </a:solidFill>
              </a:defRPr>
            </a:lvl3pPr>
            <a:lvl4pPr algn="ctr">
              <a:spcBef>
                <a:spcPts val="0"/>
              </a:spcBef>
              <a:spcAft>
                <a:spcPts val="0"/>
              </a:spcAft>
              <a:buClr>
                <a:schemeClr val="dk2"/>
              </a:buClr>
              <a:buSzPts val="4000"/>
              <a:buNone/>
              <a:defRPr sz="4000">
                <a:solidFill>
                  <a:schemeClr val="dk2"/>
                </a:solidFill>
              </a:defRPr>
            </a:lvl4pPr>
            <a:lvl5pPr algn="ctr">
              <a:spcBef>
                <a:spcPts val="0"/>
              </a:spcBef>
              <a:spcAft>
                <a:spcPts val="0"/>
              </a:spcAft>
              <a:buClr>
                <a:schemeClr val="dk2"/>
              </a:buClr>
              <a:buSzPts val="4000"/>
              <a:buNone/>
              <a:defRPr sz="4000">
                <a:solidFill>
                  <a:schemeClr val="dk2"/>
                </a:solidFill>
              </a:defRPr>
            </a:lvl5pPr>
            <a:lvl6pPr algn="ctr">
              <a:spcBef>
                <a:spcPts val="0"/>
              </a:spcBef>
              <a:spcAft>
                <a:spcPts val="0"/>
              </a:spcAft>
              <a:buClr>
                <a:schemeClr val="dk2"/>
              </a:buClr>
              <a:buSzPts val="4000"/>
              <a:buNone/>
              <a:defRPr sz="4000">
                <a:solidFill>
                  <a:schemeClr val="dk2"/>
                </a:solidFill>
              </a:defRPr>
            </a:lvl6pPr>
            <a:lvl7pPr algn="ctr">
              <a:spcBef>
                <a:spcPts val="0"/>
              </a:spcBef>
              <a:spcAft>
                <a:spcPts val="0"/>
              </a:spcAft>
              <a:buClr>
                <a:schemeClr val="dk2"/>
              </a:buClr>
              <a:buSzPts val="4000"/>
              <a:buNone/>
              <a:defRPr sz="4000">
                <a:solidFill>
                  <a:schemeClr val="dk2"/>
                </a:solidFill>
              </a:defRPr>
            </a:lvl7pPr>
            <a:lvl8pPr algn="ctr">
              <a:spcBef>
                <a:spcPts val="0"/>
              </a:spcBef>
              <a:spcAft>
                <a:spcPts val="0"/>
              </a:spcAft>
              <a:buClr>
                <a:schemeClr val="dk2"/>
              </a:buClr>
              <a:buSzPts val="4000"/>
              <a:buNone/>
              <a:defRPr sz="4000">
                <a:solidFill>
                  <a:schemeClr val="dk2"/>
                </a:solidFill>
              </a:defRPr>
            </a:lvl8pPr>
            <a:lvl9pPr algn="ctr">
              <a:spcBef>
                <a:spcPts val="0"/>
              </a:spcBef>
              <a:spcAft>
                <a:spcPts val="0"/>
              </a:spcAft>
              <a:buClr>
                <a:schemeClr val="dk2"/>
              </a:buClr>
              <a:buSzPts val="4000"/>
              <a:buNone/>
              <a:defRPr sz="4000">
                <a:solidFill>
                  <a:schemeClr val="dk2"/>
                </a:solidFill>
              </a:defRPr>
            </a:lvl9pPr>
          </a:lstStyle>
          <a:p>
            <a:r>
              <a:t>xx%</a:t>
            </a:r>
          </a:p>
        </p:txBody>
      </p:sp>
      <p:sp>
        <p:nvSpPr>
          <p:cNvPr id="334" name="Google Shape;334;p37">
            <a:extLst>
              <a:ext uri="{FF2B5EF4-FFF2-40B4-BE49-F238E27FC236}">
                <a16:creationId xmlns:a16="http://schemas.microsoft.com/office/drawing/2014/main" id="{6C4B7AFC-1C3A-4C58-A864-F83603A33B7D}"/>
              </a:ext>
            </a:extLst>
          </p:cNvPr>
          <p:cNvSpPr>
            <a:spLocks noGrp="1"/>
          </p:cNvSpPr>
          <p:nvPr>
            <p:ph type="title" idx="15" hasCustomPrompt="1"/>
          </p:nvPr>
        </p:nvSpPr>
        <p:spPr>
          <a:xfrm>
            <a:off x="5306650" y="2964563"/>
            <a:ext cx="2486100" cy="667500"/>
          </a:xfrm>
          <a:prstGeom prst="rect">
            <a:avLst/>
          </a:prstGeom>
        </p:spPr>
        <p:txBody>
          <a:bodyPr spcFirstLastPara="1" wrap="square" lIns="91425" tIns="91425" rIns="91425" bIns="91425" anchor="t">
            <a:noAutofit/>
          </a:bodyPr>
          <a:lstStyle>
            <a:lvl1pPr algn="ctr">
              <a:spcBef>
                <a:spcPts val="0"/>
              </a:spcBef>
              <a:spcAft>
                <a:spcPts val="0"/>
              </a:spcAft>
              <a:buClr>
                <a:schemeClr val="dk2"/>
              </a:buClr>
              <a:buSzPts val="4000"/>
              <a:buNone/>
              <a:defRPr sz="3800">
                <a:solidFill>
                  <a:schemeClr val="accent1"/>
                </a:solidFill>
              </a:defRPr>
            </a:lvl1pPr>
            <a:lvl2pPr algn="ctr">
              <a:spcBef>
                <a:spcPts val="0"/>
              </a:spcBef>
              <a:spcAft>
                <a:spcPts val="0"/>
              </a:spcAft>
              <a:buClr>
                <a:schemeClr val="dk2"/>
              </a:buClr>
              <a:buSzPts val="4000"/>
              <a:buNone/>
              <a:defRPr sz="4000">
                <a:solidFill>
                  <a:schemeClr val="dk2"/>
                </a:solidFill>
              </a:defRPr>
            </a:lvl2pPr>
            <a:lvl3pPr algn="ctr">
              <a:spcBef>
                <a:spcPts val="0"/>
              </a:spcBef>
              <a:spcAft>
                <a:spcPts val="0"/>
              </a:spcAft>
              <a:buClr>
                <a:schemeClr val="dk2"/>
              </a:buClr>
              <a:buSzPts val="4000"/>
              <a:buNone/>
              <a:defRPr sz="4000">
                <a:solidFill>
                  <a:schemeClr val="dk2"/>
                </a:solidFill>
              </a:defRPr>
            </a:lvl3pPr>
            <a:lvl4pPr algn="ctr">
              <a:spcBef>
                <a:spcPts val="0"/>
              </a:spcBef>
              <a:spcAft>
                <a:spcPts val="0"/>
              </a:spcAft>
              <a:buClr>
                <a:schemeClr val="dk2"/>
              </a:buClr>
              <a:buSzPts val="4000"/>
              <a:buNone/>
              <a:defRPr sz="4000">
                <a:solidFill>
                  <a:schemeClr val="dk2"/>
                </a:solidFill>
              </a:defRPr>
            </a:lvl4pPr>
            <a:lvl5pPr algn="ctr">
              <a:spcBef>
                <a:spcPts val="0"/>
              </a:spcBef>
              <a:spcAft>
                <a:spcPts val="0"/>
              </a:spcAft>
              <a:buClr>
                <a:schemeClr val="dk2"/>
              </a:buClr>
              <a:buSzPts val="4000"/>
              <a:buNone/>
              <a:defRPr sz="4000">
                <a:solidFill>
                  <a:schemeClr val="dk2"/>
                </a:solidFill>
              </a:defRPr>
            </a:lvl5pPr>
            <a:lvl6pPr algn="ctr">
              <a:spcBef>
                <a:spcPts val="0"/>
              </a:spcBef>
              <a:spcAft>
                <a:spcPts val="0"/>
              </a:spcAft>
              <a:buClr>
                <a:schemeClr val="dk2"/>
              </a:buClr>
              <a:buSzPts val="4000"/>
              <a:buNone/>
              <a:defRPr sz="4000">
                <a:solidFill>
                  <a:schemeClr val="dk2"/>
                </a:solidFill>
              </a:defRPr>
            </a:lvl6pPr>
            <a:lvl7pPr algn="ctr">
              <a:spcBef>
                <a:spcPts val="0"/>
              </a:spcBef>
              <a:spcAft>
                <a:spcPts val="0"/>
              </a:spcAft>
              <a:buClr>
                <a:schemeClr val="dk2"/>
              </a:buClr>
              <a:buSzPts val="4000"/>
              <a:buNone/>
              <a:defRPr sz="4000">
                <a:solidFill>
                  <a:schemeClr val="dk2"/>
                </a:solidFill>
              </a:defRPr>
            </a:lvl7pPr>
            <a:lvl8pPr algn="ctr">
              <a:spcBef>
                <a:spcPts val="0"/>
              </a:spcBef>
              <a:spcAft>
                <a:spcPts val="0"/>
              </a:spcAft>
              <a:buClr>
                <a:schemeClr val="dk2"/>
              </a:buClr>
              <a:buSzPts val="4000"/>
              <a:buNone/>
              <a:defRPr sz="4000">
                <a:solidFill>
                  <a:schemeClr val="dk2"/>
                </a:solidFill>
              </a:defRPr>
            </a:lvl8pPr>
            <a:lvl9pPr algn="ctr">
              <a:spcBef>
                <a:spcPts val="0"/>
              </a:spcBef>
              <a:spcAft>
                <a:spcPts val="0"/>
              </a:spcAft>
              <a:buClr>
                <a:schemeClr val="dk2"/>
              </a:buClr>
              <a:buSzPts val="4000"/>
              <a:buNone/>
              <a:defRPr sz="4000">
                <a:solidFill>
                  <a:schemeClr val="dk2"/>
                </a:solidFill>
              </a:defRPr>
            </a:lvl9pPr>
          </a:lstStyle>
          <a:p>
            <a:r>
              <a:t>xx%</a:t>
            </a: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Title and three columns 2">
  <p:cSld name="CUSTOM_4_2_1">
    <p:spTree>
      <p:nvGrpSpPr>
        <p:cNvPr id="1" name=""/>
        <p:cNvGrpSpPr/>
        <p:nvPr/>
      </p:nvGrpSpPr>
      <p:grpSpPr>
        <a:xfrm>
          <a:off x="0" y="0"/>
          <a:ext cx="0" cy="0"/>
          <a:chOff x="0" y="0"/>
          <a:chExt cx="0" cy="0"/>
        </a:xfrm>
      </p:grpSpPr>
      <p:sp>
        <p:nvSpPr>
          <p:cNvPr id="336" name="Google Shape;336;p38">
            <a:extLst>
              <a:ext uri="{FF2B5EF4-FFF2-40B4-BE49-F238E27FC236}">
                <a16:creationId xmlns:a16="http://schemas.microsoft.com/office/drawing/2014/main" id="{55B6AE11-DAC7-4760-A571-B32668034017}"/>
              </a:ext>
            </a:extLst>
          </p:cNvPr>
          <p:cNvSpPr>
            <a:spLocks noGrp="1"/>
          </p:cNvSpPr>
          <p:nvPr>
            <p:ph type="subTitle" idx="1"/>
          </p:nvPr>
        </p:nvSpPr>
        <p:spPr>
          <a:xfrm>
            <a:off x="3718325" y="3294199"/>
            <a:ext cx="1642800" cy="4377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Clr>
                <a:schemeClr val="dk1"/>
              </a:buClr>
              <a:buSzPts val="2400"/>
              <a:buFont typeface="Cambria"/>
              <a:buNone/>
              <a:defRPr sz="2400">
                <a:solidFill>
                  <a:schemeClr val="dk1"/>
                </a:solidFill>
                <a:latin typeface="Cambria"/>
                <a:ea typeface="Cambria"/>
                <a:cs typeface="Cambria"/>
              </a:defRPr>
            </a:lvl1pPr>
            <a:lvl2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2pPr>
            <a:lvl3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3pPr>
            <a:lvl4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4pPr>
            <a:lvl5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5pPr>
            <a:lvl6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6pPr>
            <a:lvl7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7pPr>
            <a:lvl8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8pPr>
            <a:lvl9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9pPr>
          </a:lstStyle>
          <a:p>
            <a:endParaRPr/>
          </a:p>
        </p:txBody>
      </p:sp>
      <p:sp>
        <p:nvSpPr>
          <p:cNvPr id="337" name="Google Shape;337;p38">
            <a:extLst>
              <a:ext uri="{FF2B5EF4-FFF2-40B4-BE49-F238E27FC236}">
                <a16:creationId xmlns:a16="http://schemas.microsoft.com/office/drawing/2014/main" id="{A39AF0E6-E022-4DF1-B79E-A954C7E80A67}"/>
              </a:ext>
            </a:extLst>
          </p:cNvPr>
          <p:cNvSpPr>
            <a:spLocks noGrp="1"/>
          </p:cNvSpPr>
          <p:nvPr>
            <p:ph type="subTitle" idx="2"/>
          </p:nvPr>
        </p:nvSpPr>
        <p:spPr>
          <a:xfrm>
            <a:off x="3617675" y="3703897"/>
            <a:ext cx="1844100" cy="5727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Clr>
                <a:schemeClr val="dk1"/>
              </a:buClr>
              <a:buSzPts val="1400"/>
              <a:buNone/>
              <a:defRPr sz="1400">
                <a:solidFill>
                  <a:schemeClr val="dk1"/>
                </a:solidFill>
              </a:defRPr>
            </a:lvl1pPr>
            <a:lvl2pPr algn="ctr">
              <a:spcBef>
                <a:spcPts val="0"/>
              </a:spcBef>
              <a:spcAft>
                <a:spcPts val="0"/>
              </a:spcAft>
              <a:buClr>
                <a:schemeClr val="accent4"/>
              </a:buClr>
              <a:buSzPts val="1400"/>
              <a:buNone/>
              <a:defRPr>
                <a:solidFill>
                  <a:schemeClr val="accent4"/>
                </a:solidFill>
              </a:defRPr>
            </a:lvl2pPr>
            <a:lvl3pPr algn="ctr">
              <a:spcBef>
                <a:spcPts val="0"/>
              </a:spcBef>
              <a:spcAft>
                <a:spcPts val="0"/>
              </a:spcAft>
              <a:buClr>
                <a:schemeClr val="accent4"/>
              </a:buClr>
              <a:buSzPts val="1400"/>
              <a:buNone/>
              <a:defRPr>
                <a:solidFill>
                  <a:schemeClr val="accent4"/>
                </a:solidFill>
              </a:defRPr>
            </a:lvl3pPr>
            <a:lvl4pPr algn="ctr">
              <a:spcBef>
                <a:spcPts val="0"/>
              </a:spcBef>
              <a:spcAft>
                <a:spcPts val="0"/>
              </a:spcAft>
              <a:buClr>
                <a:schemeClr val="accent4"/>
              </a:buClr>
              <a:buSzPts val="1400"/>
              <a:buNone/>
              <a:defRPr>
                <a:solidFill>
                  <a:schemeClr val="accent4"/>
                </a:solidFill>
              </a:defRPr>
            </a:lvl4pPr>
            <a:lvl5pPr algn="ctr">
              <a:spcBef>
                <a:spcPts val="0"/>
              </a:spcBef>
              <a:spcAft>
                <a:spcPts val="0"/>
              </a:spcAft>
              <a:buClr>
                <a:schemeClr val="accent4"/>
              </a:buClr>
              <a:buSzPts val="1400"/>
              <a:buNone/>
              <a:defRPr>
                <a:solidFill>
                  <a:schemeClr val="accent4"/>
                </a:solidFill>
              </a:defRPr>
            </a:lvl5pPr>
            <a:lvl6pPr algn="ctr">
              <a:spcBef>
                <a:spcPts val="0"/>
              </a:spcBef>
              <a:spcAft>
                <a:spcPts val="0"/>
              </a:spcAft>
              <a:buClr>
                <a:schemeClr val="accent4"/>
              </a:buClr>
              <a:buSzPts val="1400"/>
              <a:buNone/>
              <a:defRPr>
                <a:solidFill>
                  <a:schemeClr val="accent4"/>
                </a:solidFill>
              </a:defRPr>
            </a:lvl6pPr>
            <a:lvl7pPr algn="ctr">
              <a:spcBef>
                <a:spcPts val="0"/>
              </a:spcBef>
              <a:spcAft>
                <a:spcPts val="0"/>
              </a:spcAft>
              <a:buClr>
                <a:schemeClr val="accent4"/>
              </a:buClr>
              <a:buSzPts val="1400"/>
              <a:buNone/>
              <a:defRPr>
                <a:solidFill>
                  <a:schemeClr val="accent4"/>
                </a:solidFill>
              </a:defRPr>
            </a:lvl7pPr>
            <a:lvl8pPr algn="ctr">
              <a:spcBef>
                <a:spcPts val="0"/>
              </a:spcBef>
              <a:spcAft>
                <a:spcPts val="0"/>
              </a:spcAft>
              <a:buClr>
                <a:schemeClr val="accent4"/>
              </a:buClr>
              <a:buSzPts val="1400"/>
              <a:buNone/>
              <a:defRPr>
                <a:solidFill>
                  <a:schemeClr val="accent4"/>
                </a:solidFill>
              </a:defRPr>
            </a:lvl8pPr>
            <a:lvl9pPr algn="ctr">
              <a:spcBef>
                <a:spcPts val="0"/>
              </a:spcBef>
              <a:spcAft>
                <a:spcPts val="0"/>
              </a:spcAft>
              <a:buClr>
                <a:schemeClr val="accent4"/>
              </a:buClr>
              <a:buSzPts val="1400"/>
              <a:buNone/>
              <a:defRPr>
                <a:solidFill>
                  <a:schemeClr val="accent4"/>
                </a:solidFill>
              </a:defRPr>
            </a:lvl9pPr>
          </a:lstStyle>
          <a:p>
            <a:endParaRPr/>
          </a:p>
        </p:txBody>
      </p:sp>
      <p:sp>
        <p:nvSpPr>
          <p:cNvPr id="338" name="Google Shape;338;p38">
            <a:extLst>
              <a:ext uri="{FF2B5EF4-FFF2-40B4-BE49-F238E27FC236}">
                <a16:creationId xmlns:a16="http://schemas.microsoft.com/office/drawing/2014/main" id="{1E3AEA47-D957-488D-9326-54A74A71934F}"/>
              </a:ext>
            </a:extLst>
          </p:cNvPr>
          <p:cNvSpPr>
            <a:spLocks noGrp="1"/>
          </p:cNvSpPr>
          <p:nvPr>
            <p:ph type="subTitle" idx="3"/>
          </p:nvPr>
        </p:nvSpPr>
        <p:spPr>
          <a:xfrm>
            <a:off x="1328025" y="3294199"/>
            <a:ext cx="1642800" cy="4377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Clr>
                <a:schemeClr val="dk1"/>
              </a:buClr>
              <a:buSzPts val="2400"/>
              <a:buFont typeface="Cambria"/>
              <a:buNone/>
              <a:defRPr sz="2400">
                <a:solidFill>
                  <a:schemeClr val="dk1"/>
                </a:solidFill>
                <a:latin typeface="Cambria"/>
                <a:ea typeface="Cambria"/>
                <a:cs typeface="Cambria"/>
              </a:defRPr>
            </a:lvl1pPr>
            <a:lvl2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2pPr>
            <a:lvl3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3pPr>
            <a:lvl4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4pPr>
            <a:lvl5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5pPr>
            <a:lvl6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6pPr>
            <a:lvl7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7pPr>
            <a:lvl8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8pPr>
            <a:lvl9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9pPr>
          </a:lstStyle>
          <a:p>
            <a:endParaRPr/>
          </a:p>
        </p:txBody>
      </p:sp>
      <p:sp>
        <p:nvSpPr>
          <p:cNvPr id="339" name="Google Shape;339;p38">
            <a:extLst>
              <a:ext uri="{FF2B5EF4-FFF2-40B4-BE49-F238E27FC236}">
                <a16:creationId xmlns:a16="http://schemas.microsoft.com/office/drawing/2014/main" id="{49D4E235-EB29-4A1D-BD5E-D7243C579C05}"/>
              </a:ext>
            </a:extLst>
          </p:cNvPr>
          <p:cNvSpPr>
            <a:spLocks noGrp="1"/>
          </p:cNvSpPr>
          <p:nvPr>
            <p:ph type="subTitle" idx="4"/>
          </p:nvPr>
        </p:nvSpPr>
        <p:spPr>
          <a:xfrm>
            <a:off x="1227426" y="3703897"/>
            <a:ext cx="1844100" cy="5727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Clr>
                <a:schemeClr val="dk1"/>
              </a:buClr>
              <a:buSzPts val="1400"/>
              <a:buNone/>
              <a:defRPr sz="1400">
                <a:solidFill>
                  <a:schemeClr val="dk1"/>
                </a:solidFill>
              </a:defRPr>
            </a:lvl1pPr>
            <a:lvl2pPr algn="ctr">
              <a:spcBef>
                <a:spcPts val="0"/>
              </a:spcBef>
              <a:spcAft>
                <a:spcPts val="0"/>
              </a:spcAft>
              <a:buClr>
                <a:schemeClr val="accent4"/>
              </a:buClr>
              <a:buSzPts val="1400"/>
              <a:buNone/>
              <a:defRPr>
                <a:solidFill>
                  <a:schemeClr val="accent4"/>
                </a:solidFill>
              </a:defRPr>
            </a:lvl2pPr>
            <a:lvl3pPr algn="ctr">
              <a:spcBef>
                <a:spcPts val="0"/>
              </a:spcBef>
              <a:spcAft>
                <a:spcPts val="0"/>
              </a:spcAft>
              <a:buClr>
                <a:schemeClr val="accent4"/>
              </a:buClr>
              <a:buSzPts val="1400"/>
              <a:buNone/>
              <a:defRPr>
                <a:solidFill>
                  <a:schemeClr val="accent4"/>
                </a:solidFill>
              </a:defRPr>
            </a:lvl3pPr>
            <a:lvl4pPr algn="ctr">
              <a:spcBef>
                <a:spcPts val="0"/>
              </a:spcBef>
              <a:spcAft>
                <a:spcPts val="0"/>
              </a:spcAft>
              <a:buClr>
                <a:schemeClr val="accent4"/>
              </a:buClr>
              <a:buSzPts val="1400"/>
              <a:buNone/>
              <a:defRPr>
                <a:solidFill>
                  <a:schemeClr val="accent4"/>
                </a:solidFill>
              </a:defRPr>
            </a:lvl4pPr>
            <a:lvl5pPr algn="ctr">
              <a:spcBef>
                <a:spcPts val="0"/>
              </a:spcBef>
              <a:spcAft>
                <a:spcPts val="0"/>
              </a:spcAft>
              <a:buClr>
                <a:schemeClr val="accent4"/>
              </a:buClr>
              <a:buSzPts val="1400"/>
              <a:buNone/>
              <a:defRPr>
                <a:solidFill>
                  <a:schemeClr val="accent4"/>
                </a:solidFill>
              </a:defRPr>
            </a:lvl5pPr>
            <a:lvl6pPr algn="ctr">
              <a:spcBef>
                <a:spcPts val="0"/>
              </a:spcBef>
              <a:spcAft>
                <a:spcPts val="0"/>
              </a:spcAft>
              <a:buClr>
                <a:schemeClr val="accent4"/>
              </a:buClr>
              <a:buSzPts val="1400"/>
              <a:buNone/>
              <a:defRPr>
                <a:solidFill>
                  <a:schemeClr val="accent4"/>
                </a:solidFill>
              </a:defRPr>
            </a:lvl6pPr>
            <a:lvl7pPr algn="ctr">
              <a:spcBef>
                <a:spcPts val="0"/>
              </a:spcBef>
              <a:spcAft>
                <a:spcPts val="0"/>
              </a:spcAft>
              <a:buClr>
                <a:schemeClr val="accent4"/>
              </a:buClr>
              <a:buSzPts val="1400"/>
              <a:buNone/>
              <a:defRPr>
                <a:solidFill>
                  <a:schemeClr val="accent4"/>
                </a:solidFill>
              </a:defRPr>
            </a:lvl7pPr>
            <a:lvl8pPr algn="ctr">
              <a:spcBef>
                <a:spcPts val="0"/>
              </a:spcBef>
              <a:spcAft>
                <a:spcPts val="0"/>
              </a:spcAft>
              <a:buClr>
                <a:schemeClr val="accent4"/>
              </a:buClr>
              <a:buSzPts val="1400"/>
              <a:buNone/>
              <a:defRPr>
                <a:solidFill>
                  <a:schemeClr val="accent4"/>
                </a:solidFill>
              </a:defRPr>
            </a:lvl8pPr>
            <a:lvl9pPr algn="ctr">
              <a:spcBef>
                <a:spcPts val="0"/>
              </a:spcBef>
              <a:spcAft>
                <a:spcPts val="0"/>
              </a:spcAft>
              <a:buClr>
                <a:schemeClr val="accent4"/>
              </a:buClr>
              <a:buSzPts val="1400"/>
              <a:buNone/>
              <a:defRPr>
                <a:solidFill>
                  <a:schemeClr val="accent4"/>
                </a:solidFill>
              </a:defRPr>
            </a:lvl9pPr>
          </a:lstStyle>
          <a:p>
            <a:endParaRPr/>
          </a:p>
        </p:txBody>
      </p:sp>
      <p:sp>
        <p:nvSpPr>
          <p:cNvPr id="340" name="Google Shape;340;p38">
            <a:extLst>
              <a:ext uri="{FF2B5EF4-FFF2-40B4-BE49-F238E27FC236}">
                <a16:creationId xmlns:a16="http://schemas.microsoft.com/office/drawing/2014/main" id="{E5B38C51-FE6B-4B00-A4E4-043803741993}"/>
              </a:ext>
            </a:extLst>
          </p:cNvPr>
          <p:cNvSpPr>
            <a:spLocks noGrp="1"/>
          </p:cNvSpPr>
          <p:nvPr>
            <p:ph type="subTitle" idx="5"/>
          </p:nvPr>
        </p:nvSpPr>
        <p:spPr>
          <a:xfrm>
            <a:off x="6108550" y="3294199"/>
            <a:ext cx="1643100" cy="4377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Clr>
                <a:schemeClr val="dk1"/>
              </a:buClr>
              <a:buSzPts val="2400"/>
              <a:buFont typeface="Cambria"/>
              <a:buNone/>
              <a:defRPr sz="2400">
                <a:solidFill>
                  <a:schemeClr val="dk1"/>
                </a:solidFill>
                <a:latin typeface="Cambria"/>
                <a:ea typeface="Cambria"/>
                <a:cs typeface="Cambria"/>
              </a:defRPr>
            </a:lvl1pPr>
            <a:lvl2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2pPr>
            <a:lvl3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3pPr>
            <a:lvl4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4pPr>
            <a:lvl5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5pPr>
            <a:lvl6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6pPr>
            <a:lvl7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7pPr>
            <a:lvl8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8pPr>
            <a:lvl9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9pPr>
          </a:lstStyle>
          <a:p>
            <a:endParaRPr/>
          </a:p>
        </p:txBody>
      </p:sp>
      <p:sp>
        <p:nvSpPr>
          <p:cNvPr id="341" name="Google Shape;341;p38">
            <a:extLst>
              <a:ext uri="{FF2B5EF4-FFF2-40B4-BE49-F238E27FC236}">
                <a16:creationId xmlns:a16="http://schemas.microsoft.com/office/drawing/2014/main" id="{FFADE05F-5519-438D-B9C8-34CD11D206CF}"/>
              </a:ext>
            </a:extLst>
          </p:cNvPr>
          <p:cNvSpPr>
            <a:spLocks noGrp="1"/>
          </p:cNvSpPr>
          <p:nvPr>
            <p:ph type="subTitle" idx="6"/>
          </p:nvPr>
        </p:nvSpPr>
        <p:spPr>
          <a:xfrm>
            <a:off x="6008050" y="3703897"/>
            <a:ext cx="1844100" cy="5727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Clr>
                <a:schemeClr val="dk1"/>
              </a:buClr>
              <a:buSzPts val="1400"/>
              <a:buNone/>
              <a:defRPr sz="1400">
                <a:solidFill>
                  <a:schemeClr val="dk1"/>
                </a:solidFill>
              </a:defRPr>
            </a:lvl1pPr>
            <a:lvl2pPr algn="ctr">
              <a:spcBef>
                <a:spcPts val="0"/>
              </a:spcBef>
              <a:spcAft>
                <a:spcPts val="0"/>
              </a:spcAft>
              <a:buClr>
                <a:schemeClr val="accent4"/>
              </a:buClr>
              <a:buSzPts val="1400"/>
              <a:buNone/>
              <a:defRPr>
                <a:solidFill>
                  <a:schemeClr val="accent4"/>
                </a:solidFill>
              </a:defRPr>
            </a:lvl2pPr>
            <a:lvl3pPr algn="ctr">
              <a:spcBef>
                <a:spcPts val="0"/>
              </a:spcBef>
              <a:spcAft>
                <a:spcPts val="0"/>
              </a:spcAft>
              <a:buClr>
                <a:schemeClr val="accent4"/>
              </a:buClr>
              <a:buSzPts val="1400"/>
              <a:buNone/>
              <a:defRPr>
                <a:solidFill>
                  <a:schemeClr val="accent4"/>
                </a:solidFill>
              </a:defRPr>
            </a:lvl3pPr>
            <a:lvl4pPr algn="ctr">
              <a:spcBef>
                <a:spcPts val="0"/>
              </a:spcBef>
              <a:spcAft>
                <a:spcPts val="0"/>
              </a:spcAft>
              <a:buClr>
                <a:schemeClr val="accent4"/>
              </a:buClr>
              <a:buSzPts val="1400"/>
              <a:buNone/>
              <a:defRPr>
                <a:solidFill>
                  <a:schemeClr val="accent4"/>
                </a:solidFill>
              </a:defRPr>
            </a:lvl4pPr>
            <a:lvl5pPr algn="ctr">
              <a:spcBef>
                <a:spcPts val="0"/>
              </a:spcBef>
              <a:spcAft>
                <a:spcPts val="0"/>
              </a:spcAft>
              <a:buClr>
                <a:schemeClr val="accent4"/>
              </a:buClr>
              <a:buSzPts val="1400"/>
              <a:buNone/>
              <a:defRPr>
                <a:solidFill>
                  <a:schemeClr val="accent4"/>
                </a:solidFill>
              </a:defRPr>
            </a:lvl5pPr>
            <a:lvl6pPr algn="ctr">
              <a:spcBef>
                <a:spcPts val="0"/>
              </a:spcBef>
              <a:spcAft>
                <a:spcPts val="0"/>
              </a:spcAft>
              <a:buClr>
                <a:schemeClr val="accent4"/>
              </a:buClr>
              <a:buSzPts val="1400"/>
              <a:buNone/>
              <a:defRPr>
                <a:solidFill>
                  <a:schemeClr val="accent4"/>
                </a:solidFill>
              </a:defRPr>
            </a:lvl6pPr>
            <a:lvl7pPr algn="ctr">
              <a:spcBef>
                <a:spcPts val="0"/>
              </a:spcBef>
              <a:spcAft>
                <a:spcPts val="0"/>
              </a:spcAft>
              <a:buClr>
                <a:schemeClr val="accent4"/>
              </a:buClr>
              <a:buSzPts val="1400"/>
              <a:buNone/>
              <a:defRPr>
                <a:solidFill>
                  <a:schemeClr val="accent4"/>
                </a:solidFill>
              </a:defRPr>
            </a:lvl7pPr>
            <a:lvl8pPr algn="ctr">
              <a:spcBef>
                <a:spcPts val="0"/>
              </a:spcBef>
              <a:spcAft>
                <a:spcPts val="0"/>
              </a:spcAft>
              <a:buClr>
                <a:schemeClr val="accent4"/>
              </a:buClr>
              <a:buSzPts val="1400"/>
              <a:buNone/>
              <a:defRPr>
                <a:solidFill>
                  <a:schemeClr val="accent4"/>
                </a:solidFill>
              </a:defRPr>
            </a:lvl8pPr>
            <a:lvl9pPr algn="ctr">
              <a:spcBef>
                <a:spcPts val="0"/>
              </a:spcBef>
              <a:spcAft>
                <a:spcPts val="0"/>
              </a:spcAft>
              <a:buClr>
                <a:schemeClr val="accent4"/>
              </a:buClr>
              <a:buSzPts val="1400"/>
              <a:buNone/>
              <a:defRPr>
                <a:solidFill>
                  <a:schemeClr val="accent4"/>
                </a:solidFill>
              </a:defRPr>
            </a:lvl9pPr>
          </a:lstStyle>
          <a:p>
            <a:endParaRPr/>
          </a:p>
        </p:txBody>
      </p:sp>
      <p:sp>
        <p:nvSpPr>
          <p:cNvPr id="342" name="Google Shape;342;p38">
            <a:extLst>
              <a:ext uri="{FF2B5EF4-FFF2-40B4-BE49-F238E27FC236}">
                <a16:creationId xmlns:a16="http://schemas.microsoft.com/office/drawing/2014/main" id="{DC218B03-D2F2-45FA-ADBF-4C8989D1533A}"/>
              </a:ext>
            </a:extLst>
          </p:cNvPr>
          <p:cNvSpPr>
            <a:spLocks noGrp="1"/>
          </p:cNvSpPr>
          <p:nvPr>
            <p:ph type="title"/>
          </p:nvPr>
        </p:nvSpPr>
        <p:spPr>
          <a:xfrm>
            <a:off x="713225" y="445025"/>
            <a:ext cx="3188700" cy="572700"/>
          </a:xfrm>
          <a:prstGeom prst="rect">
            <a:avLst/>
          </a:prstGeom>
        </p:spPr>
        <p:txBody>
          <a:bodyPr spcFirstLastPara="1" wrap="square" lIns="91425" tIns="91425" rIns="91425" bIns="91425" anchor="t">
            <a:noAutofit/>
          </a:bodyPr>
          <a:lstStyle>
            <a:lvl1pPr>
              <a:spcBef>
                <a:spcPts val="0"/>
              </a:spcBef>
              <a:spcAft>
                <a:spcPts val="0"/>
              </a:spcAft>
              <a:buSzPts val="3000"/>
              <a:buNone/>
              <a:defRPr/>
            </a:lvl1pPr>
            <a:lvl2pPr>
              <a:spcBef>
                <a:spcPts val="0"/>
              </a:spcBef>
              <a:spcAft>
                <a:spcPts val="0"/>
              </a:spcAft>
              <a:buSzPts val="3000"/>
              <a:buNone/>
              <a:defRPr>
                <a:latin typeface="Merriweather Light"/>
                <a:ea typeface="Merriweather Light"/>
                <a:cs typeface="Merriweather Light"/>
              </a:defRPr>
            </a:lvl2pPr>
            <a:lvl3pPr>
              <a:spcBef>
                <a:spcPts val="0"/>
              </a:spcBef>
              <a:spcAft>
                <a:spcPts val="0"/>
              </a:spcAft>
              <a:buSzPts val="3000"/>
              <a:buNone/>
              <a:defRPr>
                <a:latin typeface="Merriweather Light"/>
                <a:ea typeface="Merriweather Light"/>
                <a:cs typeface="Merriweather Light"/>
              </a:defRPr>
            </a:lvl3pPr>
            <a:lvl4pPr>
              <a:spcBef>
                <a:spcPts val="0"/>
              </a:spcBef>
              <a:spcAft>
                <a:spcPts val="0"/>
              </a:spcAft>
              <a:buSzPts val="3000"/>
              <a:buNone/>
              <a:defRPr>
                <a:latin typeface="Merriweather Light"/>
                <a:ea typeface="Merriweather Light"/>
                <a:cs typeface="Merriweather Light"/>
              </a:defRPr>
            </a:lvl4pPr>
            <a:lvl5pPr>
              <a:spcBef>
                <a:spcPts val="0"/>
              </a:spcBef>
              <a:spcAft>
                <a:spcPts val="0"/>
              </a:spcAft>
              <a:buSzPts val="3000"/>
              <a:buNone/>
              <a:defRPr>
                <a:latin typeface="Merriweather Light"/>
                <a:ea typeface="Merriweather Light"/>
                <a:cs typeface="Merriweather Light"/>
              </a:defRPr>
            </a:lvl5pPr>
            <a:lvl6pPr>
              <a:spcBef>
                <a:spcPts val="0"/>
              </a:spcBef>
              <a:spcAft>
                <a:spcPts val="0"/>
              </a:spcAft>
              <a:buSzPts val="3000"/>
              <a:buNone/>
              <a:defRPr>
                <a:latin typeface="Merriweather Light"/>
                <a:ea typeface="Merriweather Light"/>
                <a:cs typeface="Merriweather Light"/>
              </a:defRPr>
            </a:lvl6pPr>
            <a:lvl7pPr>
              <a:spcBef>
                <a:spcPts val="0"/>
              </a:spcBef>
              <a:spcAft>
                <a:spcPts val="0"/>
              </a:spcAft>
              <a:buSzPts val="3000"/>
              <a:buNone/>
              <a:defRPr>
                <a:latin typeface="Merriweather Light"/>
                <a:ea typeface="Merriweather Light"/>
                <a:cs typeface="Merriweather Light"/>
              </a:defRPr>
            </a:lvl7pPr>
            <a:lvl8pPr>
              <a:spcBef>
                <a:spcPts val="0"/>
              </a:spcBef>
              <a:spcAft>
                <a:spcPts val="0"/>
              </a:spcAft>
              <a:buSzPts val="3000"/>
              <a:buNone/>
              <a:defRPr>
                <a:latin typeface="Merriweather Light"/>
                <a:ea typeface="Merriweather Light"/>
                <a:cs typeface="Merriweather Light"/>
              </a:defRPr>
            </a:lvl8pPr>
            <a:lvl9pPr>
              <a:spcBef>
                <a:spcPts val="0"/>
              </a:spcBef>
              <a:spcAft>
                <a:spcPts val="0"/>
              </a:spcAft>
              <a:buSzPts val="3000"/>
              <a:buNone/>
              <a:defRPr>
                <a:latin typeface="Merriweather Light"/>
                <a:ea typeface="Merriweather Light"/>
                <a:cs typeface="Merriweather Light"/>
              </a:defRPr>
            </a:lvl9pPr>
          </a:lstStyle>
          <a:p>
            <a:endParaRPr/>
          </a:p>
        </p:txBody>
      </p:sp>
      <p:cxnSp>
        <p:nvCxnSpPr>
          <p:cNvPr id="505" name="Google Shape;343;p38"/>
          <p:cNvCxnSpPr/>
          <p:nvPr/>
        </p:nvCxnSpPr>
        <p:spPr>
          <a:xfrm>
            <a:off x="-72550" y="274100"/>
            <a:ext cx="9287400" cy="0"/>
          </a:xfrm>
          <a:prstGeom prst="straightConnector1">
            <a:avLst/>
          </a:prstGeom>
          <a:ln w="28575" cap="flat">
            <a:solidFill>
              <a:schemeClr val="accent1"/>
            </a:solidFill>
            <a:prstDash val="solid"/>
            <a:round/>
            <a:headEnd type="none" w="med" len="med"/>
            <a:tailEnd type="none" w="med" len="med"/>
          </a:ln>
        </p:spPr>
      </p:cxnSp>
      <p:cxnSp>
        <p:nvCxnSpPr>
          <p:cNvPr id="506" name="Google Shape;344;p38"/>
          <p:cNvCxnSpPr/>
          <p:nvPr/>
        </p:nvCxnSpPr>
        <p:spPr>
          <a:xfrm>
            <a:off x="-72550" y="4877450"/>
            <a:ext cx="9287400" cy="0"/>
          </a:xfrm>
          <a:prstGeom prst="straightConnector1">
            <a:avLst/>
          </a:prstGeom>
          <a:ln w="28575" cap="flat">
            <a:solidFill>
              <a:schemeClr val="accent1"/>
            </a:solidFill>
            <a:prstDash val="solid"/>
            <a:round/>
            <a:headEnd type="none" w="med" len="med"/>
            <a:tailEnd type="none" w="med" len="med"/>
          </a:ln>
        </p:spPr>
      </p:cxn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matchingName="Title and four columns 3">
  <p:cSld name="CUSTOM_5">
    <p:spTree>
      <p:nvGrpSpPr>
        <p:cNvPr id="1" name=""/>
        <p:cNvGrpSpPr/>
        <p:nvPr/>
      </p:nvGrpSpPr>
      <p:grpSpPr>
        <a:xfrm>
          <a:off x="0" y="0"/>
          <a:ext cx="0" cy="0"/>
          <a:chOff x="0" y="0"/>
          <a:chExt cx="0" cy="0"/>
        </a:xfrm>
      </p:grpSpPr>
      <p:sp>
        <p:nvSpPr>
          <p:cNvPr id="346" name="Google Shape;346;p39">
            <a:extLst>
              <a:ext uri="{FF2B5EF4-FFF2-40B4-BE49-F238E27FC236}">
                <a16:creationId xmlns:a16="http://schemas.microsoft.com/office/drawing/2014/main" id="{F4A9DF3B-2929-4C54-A0BA-230783A4A7DE}"/>
              </a:ext>
            </a:extLst>
          </p:cNvPr>
          <p:cNvSpPr>
            <a:spLocks noGrp="1"/>
          </p:cNvSpPr>
          <p:nvPr>
            <p:ph type="subTitle" idx="1"/>
          </p:nvPr>
        </p:nvSpPr>
        <p:spPr>
          <a:xfrm>
            <a:off x="4750175" y="1632746"/>
            <a:ext cx="2014800" cy="499800"/>
          </a:xfrm>
          <a:prstGeom prst="rect">
            <a:avLst/>
          </a:prstGeom>
        </p:spPr>
        <p:txBody>
          <a:bodyPr spcFirstLastPara="1" wrap="square" lIns="91425" tIns="91425" rIns="91425" bIns="91425" anchor="t">
            <a:noAutofit/>
          </a:bodyPr>
          <a:lstStyle>
            <a:lvl1pPr algn="r">
              <a:lnSpc>
                <a:spcPct val="100000"/>
              </a:lnSpc>
              <a:spcBef>
                <a:spcPts val="0"/>
              </a:spcBef>
              <a:spcAft>
                <a:spcPts val="0"/>
              </a:spcAft>
              <a:buClr>
                <a:schemeClr val="dk1"/>
              </a:buClr>
              <a:buSzPts val="2400"/>
              <a:buFont typeface="Cambria"/>
              <a:buNone/>
              <a:defRPr sz="2400">
                <a:solidFill>
                  <a:schemeClr val="dk1"/>
                </a:solidFill>
                <a:latin typeface="Cambria"/>
                <a:ea typeface="Cambria"/>
                <a:cs typeface="Cambria"/>
              </a:defRPr>
            </a:lvl1pPr>
            <a:lvl2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2pPr>
            <a:lvl3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3pPr>
            <a:lvl4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4pPr>
            <a:lvl5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5pPr>
            <a:lvl6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6pPr>
            <a:lvl7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7pPr>
            <a:lvl8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8pPr>
            <a:lvl9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9pPr>
          </a:lstStyle>
          <a:p>
            <a:endParaRPr/>
          </a:p>
        </p:txBody>
      </p:sp>
      <p:sp>
        <p:nvSpPr>
          <p:cNvPr id="347" name="Google Shape;347;p39">
            <a:extLst>
              <a:ext uri="{FF2B5EF4-FFF2-40B4-BE49-F238E27FC236}">
                <a16:creationId xmlns:a16="http://schemas.microsoft.com/office/drawing/2014/main" id="{5DAA0464-8793-4AAB-95AE-FB87F0E47AC7}"/>
              </a:ext>
            </a:extLst>
          </p:cNvPr>
          <p:cNvSpPr>
            <a:spLocks noGrp="1"/>
          </p:cNvSpPr>
          <p:nvPr>
            <p:ph type="subTitle" idx="2"/>
          </p:nvPr>
        </p:nvSpPr>
        <p:spPr>
          <a:xfrm>
            <a:off x="4750184" y="2035022"/>
            <a:ext cx="2014800" cy="572700"/>
          </a:xfrm>
          <a:prstGeom prst="rect">
            <a:avLst/>
          </a:prstGeom>
        </p:spPr>
        <p:txBody>
          <a:bodyPr spcFirstLastPara="1" wrap="square" lIns="91425" tIns="91425" rIns="91425" bIns="91425" anchor="t">
            <a:noAutofit/>
          </a:bodyPr>
          <a:lstStyle>
            <a:lvl1pPr algn="r">
              <a:lnSpc>
                <a:spcPct val="100000"/>
              </a:lnSpc>
              <a:spcBef>
                <a:spcPts val="0"/>
              </a:spcBef>
              <a:spcAft>
                <a:spcPts val="0"/>
              </a:spcAft>
              <a:buSzPts val="1400"/>
              <a:buNone/>
              <a:defRPr sz="1400"/>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sp>
        <p:nvSpPr>
          <p:cNvPr id="348" name="Google Shape;348;p39">
            <a:extLst>
              <a:ext uri="{FF2B5EF4-FFF2-40B4-BE49-F238E27FC236}">
                <a16:creationId xmlns:a16="http://schemas.microsoft.com/office/drawing/2014/main" id="{5BD64A1B-12A1-4C81-9B57-4F67AB3C0C2C}"/>
              </a:ext>
            </a:extLst>
          </p:cNvPr>
          <p:cNvSpPr>
            <a:spLocks noGrp="1"/>
          </p:cNvSpPr>
          <p:nvPr>
            <p:ph type="subTitle" idx="3"/>
          </p:nvPr>
        </p:nvSpPr>
        <p:spPr>
          <a:xfrm>
            <a:off x="2306450" y="1632746"/>
            <a:ext cx="2014800" cy="499800"/>
          </a:xfrm>
          <a:prstGeom prst="rect">
            <a:avLst/>
          </a:prstGeom>
        </p:spPr>
        <p:txBody>
          <a:bodyPr spcFirstLastPara="1" wrap="square" lIns="91425" tIns="91425" rIns="91425" bIns="91425" anchor="t">
            <a:noAutofit/>
          </a:bodyPr>
          <a:lstStyle>
            <a:lvl1pPr>
              <a:lnSpc>
                <a:spcPct val="100000"/>
              </a:lnSpc>
              <a:spcBef>
                <a:spcPts val="0"/>
              </a:spcBef>
              <a:spcAft>
                <a:spcPts val="0"/>
              </a:spcAft>
              <a:buClr>
                <a:schemeClr val="dk1"/>
              </a:buClr>
              <a:buSzPts val="2400"/>
              <a:buFont typeface="Cambria"/>
              <a:buNone/>
              <a:defRPr sz="2400">
                <a:solidFill>
                  <a:schemeClr val="dk1"/>
                </a:solidFill>
                <a:latin typeface="Cambria"/>
                <a:ea typeface="Cambria"/>
                <a:cs typeface="Cambria"/>
              </a:defRPr>
            </a:lvl1pPr>
            <a:lvl2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2pPr>
            <a:lvl3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3pPr>
            <a:lvl4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4pPr>
            <a:lvl5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5pPr>
            <a:lvl6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6pPr>
            <a:lvl7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7pPr>
            <a:lvl8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8pPr>
            <a:lvl9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9pPr>
          </a:lstStyle>
          <a:p>
            <a:endParaRPr/>
          </a:p>
        </p:txBody>
      </p:sp>
      <p:sp>
        <p:nvSpPr>
          <p:cNvPr id="349" name="Google Shape;349;p39">
            <a:extLst>
              <a:ext uri="{FF2B5EF4-FFF2-40B4-BE49-F238E27FC236}">
                <a16:creationId xmlns:a16="http://schemas.microsoft.com/office/drawing/2014/main" id="{2BF7EEB0-DA64-4EFD-B4E4-74E72740B093}"/>
              </a:ext>
            </a:extLst>
          </p:cNvPr>
          <p:cNvSpPr>
            <a:spLocks noGrp="1"/>
          </p:cNvSpPr>
          <p:nvPr>
            <p:ph type="subTitle" idx="4"/>
          </p:nvPr>
        </p:nvSpPr>
        <p:spPr>
          <a:xfrm>
            <a:off x="2306462" y="2035022"/>
            <a:ext cx="2014800" cy="572700"/>
          </a:xfrm>
          <a:prstGeom prst="rect">
            <a:avLst/>
          </a:prstGeom>
        </p:spPr>
        <p:txBody>
          <a:bodyPr spcFirstLastPara="1" wrap="square" lIns="91425" tIns="91425" rIns="91425" bIns="91425" anchor="t">
            <a:noAutofit/>
          </a:bodyPr>
          <a:lstStyle>
            <a:lvl1pPr>
              <a:lnSpc>
                <a:spcPct val="100000"/>
              </a:lnSpc>
              <a:spcBef>
                <a:spcPts val="0"/>
              </a:spcBef>
              <a:spcAft>
                <a:spcPts val="0"/>
              </a:spcAft>
              <a:buSzPts val="1400"/>
              <a:buNone/>
              <a:defRPr sz="1400"/>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sp>
        <p:nvSpPr>
          <p:cNvPr id="350" name="Google Shape;350;p39">
            <a:extLst>
              <a:ext uri="{FF2B5EF4-FFF2-40B4-BE49-F238E27FC236}">
                <a16:creationId xmlns:a16="http://schemas.microsoft.com/office/drawing/2014/main" id="{A9E7B1FD-55D7-4705-BB24-EE456B1CE440}"/>
              </a:ext>
            </a:extLst>
          </p:cNvPr>
          <p:cNvSpPr>
            <a:spLocks noGrp="1"/>
          </p:cNvSpPr>
          <p:nvPr>
            <p:ph type="subTitle" idx="5"/>
          </p:nvPr>
        </p:nvSpPr>
        <p:spPr>
          <a:xfrm>
            <a:off x="4750175" y="3062273"/>
            <a:ext cx="2014800" cy="499800"/>
          </a:xfrm>
          <a:prstGeom prst="rect">
            <a:avLst/>
          </a:prstGeom>
        </p:spPr>
        <p:txBody>
          <a:bodyPr spcFirstLastPara="1" wrap="square" lIns="91425" tIns="91425" rIns="91425" bIns="91425" anchor="t">
            <a:noAutofit/>
          </a:bodyPr>
          <a:lstStyle>
            <a:lvl1pPr algn="r">
              <a:lnSpc>
                <a:spcPct val="100000"/>
              </a:lnSpc>
              <a:spcBef>
                <a:spcPts val="0"/>
              </a:spcBef>
              <a:spcAft>
                <a:spcPts val="0"/>
              </a:spcAft>
              <a:buClr>
                <a:schemeClr val="dk1"/>
              </a:buClr>
              <a:buSzPts val="2400"/>
              <a:buFont typeface="Cambria"/>
              <a:buNone/>
              <a:defRPr sz="2400">
                <a:solidFill>
                  <a:schemeClr val="dk1"/>
                </a:solidFill>
                <a:latin typeface="Cambria"/>
                <a:ea typeface="Cambria"/>
                <a:cs typeface="Cambria"/>
              </a:defRPr>
            </a:lvl1pPr>
            <a:lvl2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2pPr>
            <a:lvl3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3pPr>
            <a:lvl4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4pPr>
            <a:lvl5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5pPr>
            <a:lvl6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6pPr>
            <a:lvl7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7pPr>
            <a:lvl8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8pPr>
            <a:lvl9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9pPr>
          </a:lstStyle>
          <a:p>
            <a:endParaRPr/>
          </a:p>
        </p:txBody>
      </p:sp>
      <p:sp>
        <p:nvSpPr>
          <p:cNvPr id="351" name="Google Shape;351;p39">
            <a:extLst>
              <a:ext uri="{FF2B5EF4-FFF2-40B4-BE49-F238E27FC236}">
                <a16:creationId xmlns:a16="http://schemas.microsoft.com/office/drawing/2014/main" id="{1DDD83D6-BD60-4F67-94F3-E5729D5287DF}"/>
              </a:ext>
            </a:extLst>
          </p:cNvPr>
          <p:cNvSpPr>
            <a:spLocks noGrp="1"/>
          </p:cNvSpPr>
          <p:nvPr>
            <p:ph type="subTitle" idx="6"/>
          </p:nvPr>
        </p:nvSpPr>
        <p:spPr>
          <a:xfrm>
            <a:off x="4750184" y="3471047"/>
            <a:ext cx="2014800" cy="572700"/>
          </a:xfrm>
          <a:prstGeom prst="rect">
            <a:avLst/>
          </a:prstGeom>
        </p:spPr>
        <p:txBody>
          <a:bodyPr spcFirstLastPara="1" wrap="square" lIns="91425" tIns="91425" rIns="91425" bIns="91425" anchor="t">
            <a:noAutofit/>
          </a:bodyPr>
          <a:lstStyle>
            <a:lvl1pPr algn="r">
              <a:lnSpc>
                <a:spcPct val="100000"/>
              </a:lnSpc>
              <a:spcBef>
                <a:spcPts val="0"/>
              </a:spcBef>
              <a:spcAft>
                <a:spcPts val="0"/>
              </a:spcAft>
              <a:buSzPts val="1400"/>
              <a:buNone/>
              <a:defRPr sz="1400"/>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sp>
        <p:nvSpPr>
          <p:cNvPr id="352" name="Google Shape;352;p39">
            <a:extLst>
              <a:ext uri="{FF2B5EF4-FFF2-40B4-BE49-F238E27FC236}">
                <a16:creationId xmlns:a16="http://schemas.microsoft.com/office/drawing/2014/main" id="{4B35B788-69D8-4629-9BC2-186A5DA03D03}"/>
              </a:ext>
            </a:extLst>
          </p:cNvPr>
          <p:cNvSpPr>
            <a:spLocks noGrp="1"/>
          </p:cNvSpPr>
          <p:nvPr>
            <p:ph type="subTitle" idx="7"/>
          </p:nvPr>
        </p:nvSpPr>
        <p:spPr>
          <a:xfrm>
            <a:off x="2306450" y="3062273"/>
            <a:ext cx="2014800" cy="499800"/>
          </a:xfrm>
          <a:prstGeom prst="rect">
            <a:avLst/>
          </a:prstGeom>
        </p:spPr>
        <p:txBody>
          <a:bodyPr spcFirstLastPara="1" wrap="square" lIns="91425" tIns="91425" rIns="91425" bIns="91425" anchor="t">
            <a:noAutofit/>
          </a:bodyPr>
          <a:lstStyle>
            <a:lvl1pPr>
              <a:lnSpc>
                <a:spcPct val="100000"/>
              </a:lnSpc>
              <a:spcBef>
                <a:spcPts val="0"/>
              </a:spcBef>
              <a:spcAft>
                <a:spcPts val="0"/>
              </a:spcAft>
              <a:buClr>
                <a:schemeClr val="dk1"/>
              </a:buClr>
              <a:buSzPts val="2400"/>
              <a:buFont typeface="Cambria"/>
              <a:buNone/>
              <a:defRPr sz="2400">
                <a:solidFill>
                  <a:schemeClr val="dk1"/>
                </a:solidFill>
                <a:latin typeface="Cambria"/>
                <a:ea typeface="Cambria"/>
                <a:cs typeface="Cambria"/>
              </a:defRPr>
            </a:lvl1pPr>
            <a:lvl2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2pPr>
            <a:lvl3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3pPr>
            <a:lvl4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4pPr>
            <a:lvl5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5pPr>
            <a:lvl6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6pPr>
            <a:lvl7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7pPr>
            <a:lvl8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8pPr>
            <a:lvl9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9pPr>
          </a:lstStyle>
          <a:p>
            <a:endParaRPr/>
          </a:p>
        </p:txBody>
      </p:sp>
      <p:sp>
        <p:nvSpPr>
          <p:cNvPr id="353" name="Google Shape;353;p39">
            <a:extLst>
              <a:ext uri="{FF2B5EF4-FFF2-40B4-BE49-F238E27FC236}">
                <a16:creationId xmlns:a16="http://schemas.microsoft.com/office/drawing/2014/main" id="{F6ABF266-6B42-4EB0-B0FE-8830FC0B805D}"/>
              </a:ext>
            </a:extLst>
          </p:cNvPr>
          <p:cNvSpPr>
            <a:spLocks noGrp="1"/>
          </p:cNvSpPr>
          <p:nvPr>
            <p:ph type="subTitle" idx="8"/>
          </p:nvPr>
        </p:nvSpPr>
        <p:spPr>
          <a:xfrm>
            <a:off x="2306462" y="3471047"/>
            <a:ext cx="2014800" cy="572700"/>
          </a:xfrm>
          <a:prstGeom prst="rect">
            <a:avLst/>
          </a:prstGeom>
        </p:spPr>
        <p:txBody>
          <a:bodyPr spcFirstLastPara="1" wrap="square" lIns="91425" tIns="91425" rIns="91425" bIns="91425" anchor="t">
            <a:noAutofit/>
          </a:bodyPr>
          <a:lstStyle>
            <a:lvl1pPr>
              <a:lnSpc>
                <a:spcPct val="100000"/>
              </a:lnSpc>
              <a:spcBef>
                <a:spcPts val="0"/>
              </a:spcBef>
              <a:spcAft>
                <a:spcPts val="0"/>
              </a:spcAft>
              <a:buSzPts val="1400"/>
              <a:buNone/>
              <a:defRPr sz="1400"/>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sp>
        <p:nvSpPr>
          <p:cNvPr id="354" name="Google Shape;354;p39">
            <a:extLst>
              <a:ext uri="{FF2B5EF4-FFF2-40B4-BE49-F238E27FC236}">
                <a16:creationId xmlns:a16="http://schemas.microsoft.com/office/drawing/2014/main" id="{6B3CF258-F0A7-4C63-973E-E04766EB27EC}"/>
              </a:ext>
            </a:extLst>
          </p:cNvPr>
          <p:cNvSpPr>
            <a:spLocks noGrp="1"/>
          </p:cNvSpPr>
          <p:nvPr>
            <p:ph type="title"/>
          </p:nvPr>
        </p:nvSpPr>
        <p:spPr>
          <a:xfrm>
            <a:off x="713225" y="445025"/>
            <a:ext cx="2785800" cy="572700"/>
          </a:xfrm>
          <a:prstGeom prst="rect">
            <a:avLst/>
          </a:prstGeom>
        </p:spPr>
        <p:txBody>
          <a:bodyPr spcFirstLastPara="1" wrap="square" lIns="91425" tIns="91425" rIns="91425" bIns="91425" anchor="t">
            <a:noAutofit/>
          </a:bodyPr>
          <a:lstStyle>
            <a:lvl1pPr>
              <a:spcBef>
                <a:spcPts val="0"/>
              </a:spcBef>
              <a:spcAft>
                <a:spcPts val="0"/>
              </a:spcAft>
              <a:buSzPts val="3000"/>
              <a:buNone/>
              <a:defRPr/>
            </a:lvl1pPr>
            <a:lvl2pPr>
              <a:spcBef>
                <a:spcPts val="0"/>
              </a:spcBef>
              <a:spcAft>
                <a:spcPts val="0"/>
              </a:spcAft>
              <a:buSzPts val="3000"/>
              <a:buNone/>
              <a:defRPr>
                <a:latin typeface="Merriweather Light"/>
                <a:ea typeface="Merriweather Light"/>
                <a:cs typeface="Merriweather Light"/>
              </a:defRPr>
            </a:lvl2pPr>
            <a:lvl3pPr>
              <a:spcBef>
                <a:spcPts val="0"/>
              </a:spcBef>
              <a:spcAft>
                <a:spcPts val="0"/>
              </a:spcAft>
              <a:buSzPts val="3000"/>
              <a:buNone/>
              <a:defRPr>
                <a:latin typeface="Merriweather Light"/>
                <a:ea typeface="Merriweather Light"/>
                <a:cs typeface="Merriweather Light"/>
              </a:defRPr>
            </a:lvl3pPr>
            <a:lvl4pPr>
              <a:spcBef>
                <a:spcPts val="0"/>
              </a:spcBef>
              <a:spcAft>
                <a:spcPts val="0"/>
              </a:spcAft>
              <a:buSzPts val="3000"/>
              <a:buNone/>
              <a:defRPr>
                <a:latin typeface="Merriweather Light"/>
                <a:ea typeface="Merriweather Light"/>
                <a:cs typeface="Merriweather Light"/>
              </a:defRPr>
            </a:lvl4pPr>
            <a:lvl5pPr>
              <a:spcBef>
                <a:spcPts val="0"/>
              </a:spcBef>
              <a:spcAft>
                <a:spcPts val="0"/>
              </a:spcAft>
              <a:buSzPts val="3000"/>
              <a:buNone/>
              <a:defRPr>
                <a:latin typeface="Merriweather Light"/>
                <a:ea typeface="Merriweather Light"/>
                <a:cs typeface="Merriweather Light"/>
              </a:defRPr>
            </a:lvl5pPr>
            <a:lvl6pPr>
              <a:spcBef>
                <a:spcPts val="0"/>
              </a:spcBef>
              <a:spcAft>
                <a:spcPts val="0"/>
              </a:spcAft>
              <a:buSzPts val="3000"/>
              <a:buNone/>
              <a:defRPr>
                <a:latin typeface="Merriweather Light"/>
                <a:ea typeface="Merriweather Light"/>
                <a:cs typeface="Merriweather Light"/>
              </a:defRPr>
            </a:lvl6pPr>
            <a:lvl7pPr>
              <a:spcBef>
                <a:spcPts val="0"/>
              </a:spcBef>
              <a:spcAft>
                <a:spcPts val="0"/>
              </a:spcAft>
              <a:buSzPts val="3000"/>
              <a:buNone/>
              <a:defRPr>
                <a:latin typeface="Merriweather Light"/>
                <a:ea typeface="Merriweather Light"/>
                <a:cs typeface="Merriweather Light"/>
              </a:defRPr>
            </a:lvl7pPr>
            <a:lvl8pPr>
              <a:spcBef>
                <a:spcPts val="0"/>
              </a:spcBef>
              <a:spcAft>
                <a:spcPts val="0"/>
              </a:spcAft>
              <a:buSzPts val="3000"/>
              <a:buNone/>
              <a:defRPr>
                <a:latin typeface="Merriweather Light"/>
                <a:ea typeface="Merriweather Light"/>
                <a:cs typeface="Merriweather Light"/>
              </a:defRPr>
            </a:lvl8pPr>
            <a:lvl9pPr>
              <a:spcBef>
                <a:spcPts val="0"/>
              </a:spcBef>
              <a:spcAft>
                <a:spcPts val="0"/>
              </a:spcAft>
              <a:buSzPts val="3000"/>
              <a:buNone/>
              <a:defRPr>
                <a:latin typeface="Merriweather Light"/>
                <a:ea typeface="Merriweather Light"/>
                <a:cs typeface="Merriweather Light"/>
              </a:defRPr>
            </a:lvl9pPr>
          </a:lstStyle>
          <a:p>
            <a:endParaRPr/>
          </a:p>
        </p:txBody>
      </p:sp>
      <p:cxnSp>
        <p:nvCxnSpPr>
          <p:cNvPr id="553" name="Google Shape;355;p39"/>
          <p:cNvCxnSpPr/>
          <p:nvPr/>
        </p:nvCxnSpPr>
        <p:spPr>
          <a:xfrm>
            <a:off x="-72550" y="274100"/>
            <a:ext cx="9287400" cy="0"/>
          </a:xfrm>
          <a:prstGeom prst="straightConnector1">
            <a:avLst/>
          </a:prstGeom>
          <a:ln w="28575" cap="flat">
            <a:solidFill>
              <a:schemeClr val="accent1"/>
            </a:solidFill>
            <a:prstDash val="solid"/>
            <a:round/>
            <a:headEnd type="none" w="med" len="med"/>
            <a:tailEnd type="none" w="med" len="med"/>
          </a:ln>
        </p:spPr>
      </p:cxnSp>
      <p:cxnSp>
        <p:nvCxnSpPr>
          <p:cNvPr id="554" name="Google Shape;356;p39"/>
          <p:cNvCxnSpPr/>
          <p:nvPr/>
        </p:nvCxnSpPr>
        <p:spPr>
          <a:xfrm>
            <a:off x="-72550" y="4877450"/>
            <a:ext cx="9287400" cy="0"/>
          </a:xfrm>
          <a:prstGeom prst="straightConnector1">
            <a:avLst/>
          </a:prstGeom>
          <a:ln w="28575" cap="flat">
            <a:solidFill>
              <a:schemeClr val="accent1"/>
            </a:solidFill>
            <a:prstDash val="solid"/>
            <a:round/>
            <a:headEnd type="none" w="med" len="med"/>
            <a:tailEnd type="none" w="med" len="med"/>
          </a:ln>
        </p:spPr>
      </p:cxn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matchingName="Title and three columns 3">
  <p:cSld name="CUSTOM_26">
    <p:spTree>
      <p:nvGrpSpPr>
        <p:cNvPr id="1" name=""/>
        <p:cNvGrpSpPr/>
        <p:nvPr/>
      </p:nvGrpSpPr>
      <p:grpSpPr>
        <a:xfrm>
          <a:off x="0" y="0"/>
          <a:ext cx="0" cy="0"/>
          <a:chOff x="0" y="0"/>
          <a:chExt cx="0" cy="0"/>
        </a:xfrm>
      </p:grpSpPr>
      <p:cxnSp>
        <p:nvCxnSpPr>
          <p:cNvPr id="473" name="Google Shape;358;p40"/>
          <p:cNvCxnSpPr/>
          <p:nvPr/>
        </p:nvCxnSpPr>
        <p:spPr>
          <a:xfrm>
            <a:off x="-72550" y="274100"/>
            <a:ext cx="9287400" cy="0"/>
          </a:xfrm>
          <a:prstGeom prst="straightConnector1">
            <a:avLst/>
          </a:prstGeom>
          <a:ln w="28575" cap="flat">
            <a:solidFill>
              <a:schemeClr val="accent1"/>
            </a:solidFill>
            <a:prstDash val="solid"/>
            <a:round/>
            <a:headEnd type="none" w="med" len="med"/>
            <a:tailEnd type="none" w="med" len="med"/>
          </a:ln>
        </p:spPr>
      </p:cxnSp>
      <p:cxnSp>
        <p:nvCxnSpPr>
          <p:cNvPr id="474" name="Google Shape;359;p40"/>
          <p:cNvCxnSpPr/>
          <p:nvPr/>
        </p:nvCxnSpPr>
        <p:spPr>
          <a:xfrm>
            <a:off x="-72550" y="4877450"/>
            <a:ext cx="9287400" cy="0"/>
          </a:xfrm>
          <a:prstGeom prst="straightConnector1">
            <a:avLst/>
          </a:prstGeom>
          <a:ln w="28575" cap="flat">
            <a:solidFill>
              <a:schemeClr val="accent1"/>
            </a:solidFill>
            <a:prstDash val="solid"/>
            <a:round/>
            <a:headEnd type="none" w="med" len="med"/>
            <a:tailEnd type="none" w="med" len="med"/>
          </a:ln>
        </p:spPr>
      </p:cxnSp>
      <p:cxnSp>
        <p:nvCxnSpPr>
          <p:cNvPr id="475" name="Google Shape;360;p40"/>
          <p:cNvCxnSpPr/>
          <p:nvPr/>
        </p:nvCxnSpPr>
        <p:spPr>
          <a:xfrm>
            <a:off x="-250225" y="4076450"/>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cxnSp>
        <p:nvCxnSpPr>
          <p:cNvPr id="476" name="Google Shape;361;p40"/>
          <p:cNvCxnSpPr/>
          <p:nvPr/>
        </p:nvCxnSpPr>
        <p:spPr>
          <a:xfrm>
            <a:off x="7441150" y="-48375"/>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cxnSp>
        <p:nvCxnSpPr>
          <p:cNvPr id="477" name="Google Shape;362;p40"/>
          <p:cNvCxnSpPr/>
          <p:nvPr/>
        </p:nvCxnSpPr>
        <p:spPr>
          <a:xfrm flipH="1">
            <a:off x="7454238" y="4053663"/>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cxnSp>
        <p:nvCxnSpPr>
          <p:cNvPr id="478" name="Google Shape;363;p40"/>
          <p:cNvCxnSpPr/>
          <p:nvPr/>
        </p:nvCxnSpPr>
        <p:spPr>
          <a:xfrm flipH="1">
            <a:off x="-237137" y="-71162"/>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sp>
        <p:nvSpPr>
          <p:cNvPr id="364" name="Google Shape;364;p40">
            <a:extLst>
              <a:ext uri="{FF2B5EF4-FFF2-40B4-BE49-F238E27FC236}">
                <a16:creationId xmlns:a16="http://schemas.microsoft.com/office/drawing/2014/main" id="{DF084956-A4FF-4E9C-9E13-9D45CEDCF888}"/>
              </a:ext>
            </a:extLst>
          </p:cNvPr>
          <p:cNvSpPr>
            <a:spLocks noGrp="1"/>
          </p:cNvSpPr>
          <p:nvPr>
            <p:ph type="subTitle" idx="1"/>
          </p:nvPr>
        </p:nvSpPr>
        <p:spPr>
          <a:xfrm>
            <a:off x="728750" y="1112872"/>
            <a:ext cx="2014800" cy="499800"/>
          </a:xfrm>
          <a:prstGeom prst="rect">
            <a:avLst/>
          </a:prstGeom>
        </p:spPr>
        <p:txBody>
          <a:bodyPr spcFirstLastPara="1" wrap="square" lIns="91425" tIns="91425" rIns="91425" bIns="91425" anchor="t">
            <a:noAutofit/>
          </a:bodyPr>
          <a:lstStyle>
            <a:lvl1pPr algn="r">
              <a:lnSpc>
                <a:spcPct val="100000"/>
              </a:lnSpc>
              <a:spcBef>
                <a:spcPts val="0"/>
              </a:spcBef>
              <a:spcAft>
                <a:spcPts val="0"/>
              </a:spcAft>
              <a:buClr>
                <a:schemeClr val="dk1"/>
              </a:buClr>
              <a:buSzPts val="2400"/>
              <a:buFont typeface="Cambria"/>
              <a:buNone/>
              <a:defRPr sz="2400">
                <a:solidFill>
                  <a:schemeClr val="dk1"/>
                </a:solidFill>
                <a:latin typeface="Cambria"/>
                <a:ea typeface="Cambria"/>
                <a:cs typeface="Cambria"/>
              </a:defRPr>
            </a:lvl1pPr>
            <a:lvl2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2pPr>
            <a:lvl3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3pPr>
            <a:lvl4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4pPr>
            <a:lvl5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5pPr>
            <a:lvl6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6pPr>
            <a:lvl7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7pPr>
            <a:lvl8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8pPr>
            <a:lvl9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9pPr>
          </a:lstStyle>
          <a:p>
            <a:endParaRPr/>
          </a:p>
        </p:txBody>
      </p:sp>
      <p:sp>
        <p:nvSpPr>
          <p:cNvPr id="365" name="Google Shape;365;p40">
            <a:extLst>
              <a:ext uri="{FF2B5EF4-FFF2-40B4-BE49-F238E27FC236}">
                <a16:creationId xmlns:a16="http://schemas.microsoft.com/office/drawing/2014/main" id="{BDCB25F9-FCB4-4638-8075-C7B609772CEA}"/>
              </a:ext>
            </a:extLst>
          </p:cNvPr>
          <p:cNvSpPr>
            <a:spLocks noGrp="1"/>
          </p:cNvSpPr>
          <p:nvPr>
            <p:ph type="subTitle" idx="2"/>
          </p:nvPr>
        </p:nvSpPr>
        <p:spPr>
          <a:xfrm>
            <a:off x="728762" y="1515149"/>
            <a:ext cx="2014800" cy="572700"/>
          </a:xfrm>
          <a:prstGeom prst="rect">
            <a:avLst/>
          </a:prstGeom>
        </p:spPr>
        <p:txBody>
          <a:bodyPr spcFirstLastPara="1" wrap="square" lIns="91425" tIns="91425" rIns="91425" bIns="91425" anchor="t">
            <a:noAutofit/>
          </a:bodyPr>
          <a:lstStyle>
            <a:lvl1pPr algn="r">
              <a:lnSpc>
                <a:spcPct val="100000"/>
              </a:lnSpc>
              <a:spcBef>
                <a:spcPts val="0"/>
              </a:spcBef>
              <a:spcAft>
                <a:spcPts val="0"/>
              </a:spcAft>
              <a:buSzPts val="1400"/>
              <a:buNone/>
              <a:defRPr sz="1400">
                <a:solidFill>
                  <a:schemeClr val="dk1"/>
                </a:solidFill>
              </a:defRPr>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sp>
        <p:nvSpPr>
          <p:cNvPr id="366" name="Google Shape;366;p40">
            <a:extLst>
              <a:ext uri="{FF2B5EF4-FFF2-40B4-BE49-F238E27FC236}">
                <a16:creationId xmlns:a16="http://schemas.microsoft.com/office/drawing/2014/main" id="{E7CC2BEC-9CB8-447F-B33D-8BE194C8223F}"/>
              </a:ext>
            </a:extLst>
          </p:cNvPr>
          <p:cNvSpPr>
            <a:spLocks noGrp="1"/>
          </p:cNvSpPr>
          <p:nvPr>
            <p:ph type="subTitle" idx="3"/>
          </p:nvPr>
        </p:nvSpPr>
        <p:spPr>
          <a:xfrm>
            <a:off x="728750" y="2036386"/>
            <a:ext cx="2014800" cy="499800"/>
          </a:xfrm>
          <a:prstGeom prst="rect">
            <a:avLst/>
          </a:prstGeom>
        </p:spPr>
        <p:txBody>
          <a:bodyPr spcFirstLastPara="1" wrap="square" lIns="91425" tIns="91425" rIns="91425" bIns="91425" anchor="t">
            <a:noAutofit/>
          </a:bodyPr>
          <a:lstStyle>
            <a:lvl1pPr algn="r">
              <a:lnSpc>
                <a:spcPct val="100000"/>
              </a:lnSpc>
              <a:spcBef>
                <a:spcPts val="0"/>
              </a:spcBef>
              <a:spcAft>
                <a:spcPts val="0"/>
              </a:spcAft>
              <a:buClr>
                <a:schemeClr val="dk1"/>
              </a:buClr>
              <a:buSzPts val="2400"/>
              <a:buFont typeface="Cambria"/>
              <a:buNone/>
              <a:defRPr sz="2400">
                <a:solidFill>
                  <a:schemeClr val="dk1"/>
                </a:solidFill>
                <a:latin typeface="Cambria"/>
                <a:ea typeface="Cambria"/>
                <a:cs typeface="Cambria"/>
              </a:defRPr>
            </a:lvl1pPr>
            <a:lvl2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2pPr>
            <a:lvl3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3pPr>
            <a:lvl4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4pPr>
            <a:lvl5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5pPr>
            <a:lvl6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6pPr>
            <a:lvl7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7pPr>
            <a:lvl8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8pPr>
            <a:lvl9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9pPr>
          </a:lstStyle>
          <a:p>
            <a:endParaRPr/>
          </a:p>
        </p:txBody>
      </p:sp>
      <p:sp>
        <p:nvSpPr>
          <p:cNvPr id="367" name="Google Shape;367;p40">
            <a:extLst>
              <a:ext uri="{FF2B5EF4-FFF2-40B4-BE49-F238E27FC236}">
                <a16:creationId xmlns:a16="http://schemas.microsoft.com/office/drawing/2014/main" id="{F181A2C9-F533-488F-A63C-EA63FB1FFEBF}"/>
              </a:ext>
            </a:extLst>
          </p:cNvPr>
          <p:cNvSpPr>
            <a:spLocks noGrp="1"/>
          </p:cNvSpPr>
          <p:nvPr>
            <p:ph type="subTitle" idx="4"/>
          </p:nvPr>
        </p:nvSpPr>
        <p:spPr>
          <a:xfrm>
            <a:off x="728762" y="2445160"/>
            <a:ext cx="2014800" cy="572700"/>
          </a:xfrm>
          <a:prstGeom prst="rect">
            <a:avLst/>
          </a:prstGeom>
        </p:spPr>
        <p:txBody>
          <a:bodyPr spcFirstLastPara="1" wrap="square" lIns="91425" tIns="91425" rIns="91425" bIns="91425" anchor="t">
            <a:noAutofit/>
          </a:bodyPr>
          <a:lstStyle>
            <a:lvl1pPr algn="r">
              <a:lnSpc>
                <a:spcPct val="100000"/>
              </a:lnSpc>
              <a:spcBef>
                <a:spcPts val="0"/>
              </a:spcBef>
              <a:spcAft>
                <a:spcPts val="0"/>
              </a:spcAft>
              <a:buSzPts val="1400"/>
              <a:buNone/>
              <a:defRPr sz="1400"/>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sp>
        <p:nvSpPr>
          <p:cNvPr id="368" name="Google Shape;368;p40">
            <a:extLst>
              <a:ext uri="{FF2B5EF4-FFF2-40B4-BE49-F238E27FC236}">
                <a16:creationId xmlns:a16="http://schemas.microsoft.com/office/drawing/2014/main" id="{2F11521D-D705-42F6-A731-E9E4F8734728}"/>
              </a:ext>
            </a:extLst>
          </p:cNvPr>
          <p:cNvSpPr>
            <a:spLocks noGrp="1"/>
          </p:cNvSpPr>
          <p:nvPr>
            <p:ph type="title"/>
          </p:nvPr>
        </p:nvSpPr>
        <p:spPr>
          <a:xfrm>
            <a:off x="1531650" y="445025"/>
            <a:ext cx="6080700" cy="572700"/>
          </a:xfrm>
          <a:prstGeom prst="rect">
            <a:avLst/>
          </a:prstGeom>
        </p:spPr>
        <p:txBody>
          <a:bodyPr spcFirstLastPara="1" wrap="square" lIns="91425" tIns="91425" rIns="91425" bIns="91425" anchor="t">
            <a:noAutofit/>
          </a:bodyPr>
          <a:lstStyle>
            <a:lvl1pPr algn="ctr">
              <a:spcBef>
                <a:spcPts val="0"/>
              </a:spcBef>
              <a:spcAft>
                <a:spcPts val="0"/>
              </a:spcAft>
              <a:buSzPts val="3000"/>
              <a:buNone/>
              <a:defRPr/>
            </a:lvl1pPr>
            <a:lvl2pPr algn="ctr">
              <a:spcBef>
                <a:spcPts val="0"/>
              </a:spcBef>
              <a:spcAft>
                <a:spcPts val="0"/>
              </a:spcAft>
              <a:buSzPts val="3000"/>
              <a:buNone/>
              <a:defRPr>
                <a:latin typeface="Merriweather Light"/>
                <a:ea typeface="Merriweather Light"/>
                <a:cs typeface="Merriweather Light"/>
              </a:defRPr>
            </a:lvl2pPr>
            <a:lvl3pPr algn="ctr">
              <a:spcBef>
                <a:spcPts val="0"/>
              </a:spcBef>
              <a:spcAft>
                <a:spcPts val="0"/>
              </a:spcAft>
              <a:buSzPts val="3000"/>
              <a:buNone/>
              <a:defRPr>
                <a:latin typeface="Merriweather Light"/>
                <a:ea typeface="Merriweather Light"/>
                <a:cs typeface="Merriweather Light"/>
              </a:defRPr>
            </a:lvl3pPr>
            <a:lvl4pPr algn="ctr">
              <a:spcBef>
                <a:spcPts val="0"/>
              </a:spcBef>
              <a:spcAft>
                <a:spcPts val="0"/>
              </a:spcAft>
              <a:buSzPts val="3000"/>
              <a:buNone/>
              <a:defRPr>
                <a:latin typeface="Merriweather Light"/>
                <a:ea typeface="Merriweather Light"/>
                <a:cs typeface="Merriweather Light"/>
              </a:defRPr>
            </a:lvl4pPr>
            <a:lvl5pPr algn="ctr">
              <a:spcBef>
                <a:spcPts val="0"/>
              </a:spcBef>
              <a:spcAft>
                <a:spcPts val="0"/>
              </a:spcAft>
              <a:buSzPts val="3000"/>
              <a:buNone/>
              <a:defRPr>
                <a:latin typeface="Merriweather Light"/>
                <a:ea typeface="Merriweather Light"/>
                <a:cs typeface="Merriweather Light"/>
              </a:defRPr>
            </a:lvl5pPr>
            <a:lvl6pPr algn="ctr">
              <a:spcBef>
                <a:spcPts val="0"/>
              </a:spcBef>
              <a:spcAft>
                <a:spcPts val="0"/>
              </a:spcAft>
              <a:buSzPts val="3000"/>
              <a:buNone/>
              <a:defRPr>
                <a:latin typeface="Merriweather Light"/>
                <a:ea typeface="Merriweather Light"/>
                <a:cs typeface="Merriweather Light"/>
              </a:defRPr>
            </a:lvl6pPr>
            <a:lvl7pPr algn="ctr">
              <a:spcBef>
                <a:spcPts val="0"/>
              </a:spcBef>
              <a:spcAft>
                <a:spcPts val="0"/>
              </a:spcAft>
              <a:buSzPts val="3000"/>
              <a:buNone/>
              <a:defRPr>
                <a:latin typeface="Merriweather Light"/>
                <a:ea typeface="Merriweather Light"/>
                <a:cs typeface="Merriweather Light"/>
              </a:defRPr>
            </a:lvl7pPr>
            <a:lvl8pPr algn="ctr">
              <a:spcBef>
                <a:spcPts val="0"/>
              </a:spcBef>
              <a:spcAft>
                <a:spcPts val="0"/>
              </a:spcAft>
              <a:buSzPts val="3000"/>
              <a:buNone/>
              <a:defRPr>
                <a:latin typeface="Merriweather Light"/>
                <a:ea typeface="Merriweather Light"/>
                <a:cs typeface="Merriweather Light"/>
              </a:defRPr>
            </a:lvl8pPr>
            <a:lvl9pPr algn="ctr">
              <a:spcBef>
                <a:spcPts val="0"/>
              </a:spcBef>
              <a:spcAft>
                <a:spcPts val="0"/>
              </a:spcAft>
              <a:buSzPts val="3000"/>
              <a:buNone/>
              <a:defRPr>
                <a:latin typeface="Merriweather Light"/>
                <a:ea typeface="Merriweather Light"/>
                <a:cs typeface="Merriweather Light"/>
              </a:defRPr>
            </a:lvl9pPr>
          </a:lstStyle>
          <a:p>
            <a:endParaRPr/>
          </a:p>
        </p:txBody>
      </p:sp>
      <p:sp>
        <p:nvSpPr>
          <p:cNvPr id="369" name="Google Shape;369;p40">
            <a:extLst>
              <a:ext uri="{FF2B5EF4-FFF2-40B4-BE49-F238E27FC236}">
                <a16:creationId xmlns:a16="http://schemas.microsoft.com/office/drawing/2014/main" id="{B77298E0-271E-4149-8F9D-B07020DE5BFF}"/>
              </a:ext>
            </a:extLst>
          </p:cNvPr>
          <p:cNvSpPr>
            <a:spLocks noGrp="1"/>
          </p:cNvSpPr>
          <p:nvPr>
            <p:ph type="subTitle" idx="5"/>
          </p:nvPr>
        </p:nvSpPr>
        <p:spPr>
          <a:xfrm>
            <a:off x="728750" y="2997225"/>
            <a:ext cx="2014800" cy="499800"/>
          </a:xfrm>
          <a:prstGeom prst="rect">
            <a:avLst/>
          </a:prstGeom>
        </p:spPr>
        <p:txBody>
          <a:bodyPr spcFirstLastPara="1" wrap="square" lIns="91425" tIns="91425" rIns="91425" bIns="91425" anchor="t">
            <a:noAutofit/>
          </a:bodyPr>
          <a:lstStyle>
            <a:lvl1pPr algn="r">
              <a:lnSpc>
                <a:spcPct val="100000"/>
              </a:lnSpc>
              <a:spcBef>
                <a:spcPts val="0"/>
              </a:spcBef>
              <a:spcAft>
                <a:spcPts val="0"/>
              </a:spcAft>
              <a:buClr>
                <a:schemeClr val="dk1"/>
              </a:buClr>
              <a:buSzPts val="2400"/>
              <a:buFont typeface="Cambria"/>
              <a:buNone/>
              <a:defRPr sz="2400">
                <a:solidFill>
                  <a:schemeClr val="dk1"/>
                </a:solidFill>
                <a:latin typeface="Cambria"/>
                <a:ea typeface="Cambria"/>
                <a:cs typeface="Cambria"/>
              </a:defRPr>
            </a:lvl1pPr>
            <a:lvl2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2pPr>
            <a:lvl3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3pPr>
            <a:lvl4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4pPr>
            <a:lvl5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5pPr>
            <a:lvl6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6pPr>
            <a:lvl7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7pPr>
            <a:lvl8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8pPr>
            <a:lvl9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9pPr>
          </a:lstStyle>
          <a:p>
            <a:endParaRPr/>
          </a:p>
        </p:txBody>
      </p:sp>
      <p:sp>
        <p:nvSpPr>
          <p:cNvPr id="370" name="Google Shape;370;p40">
            <a:extLst>
              <a:ext uri="{FF2B5EF4-FFF2-40B4-BE49-F238E27FC236}">
                <a16:creationId xmlns:a16="http://schemas.microsoft.com/office/drawing/2014/main" id="{25F540F7-F137-4048-85CC-F7608E661453}"/>
              </a:ext>
            </a:extLst>
          </p:cNvPr>
          <p:cNvSpPr>
            <a:spLocks noGrp="1"/>
          </p:cNvSpPr>
          <p:nvPr>
            <p:ph type="subTitle" idx="6"/>
          </p:nvPr>
        </p:nvSpPr>
        <p:spPr>
          <a:xfrm>
            <a:off x="728762" y="3405999"/>
            <a:ext cx="2014800" cy="572700"/>
          </a:xfrm>
          <a:prstGeom prst="rect">
            <a:avLst/>
          </a:prstGeom>
        </p:spPr>
        <p:txBody>
          <a:bodyPr spcFirstLastPara="1" wrap="square" lIns="91425" tIns="91425" rIns="91425" bIns="91425" anchor="t">
            <a:noAutofit/>
          </a:bodyPr>
          <a:lstStyle>
            <a:lvl1pPr algn="r">
              <a:lnSpc>
                <a:spcPct val="100000"/>
              </a:lnSpc>
              <a:spcBef>
                <a:spcPts val="0"/>
              </a:spcBef>
              <a:spcAft>
                <a:spcPts val="0"/>
              </a:spcAft>
              <a:buSzPts val="1400"/>
              <a:buNone/>
              <a:defRPr sz="1400"/>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matchingName="Numbers and text 1">
  <p:cSld name="CUSTOM_6">
    <p:spTree>
      <p:nvGrpSpPr>
        <p:cNvPr id="1" name=""/>
        <p:cNvGrpSpPr/>
        <p:nvPr/>
      </p:nvGrpSpPr>
      <p:grpSpPr>
        <a:xfrm>
          <a:off x="0" y="0"/>
          <a:ext cx="0" cy="0"/>
          <a:chOff x="0" y="0"/>
          <a:chExt cx="0" cy="0"/>
        </a:xfrm>
      </p:grpSpPr>
      <p:sp>
        <p:nvSpPr>
          <p:cNvPr id="372" name="Google Shape;372;p41">
            <a:extLst>
              <a:ext uri="{FF2B5EF4-FFF2-40B4-BE49-F238E27FC236}">
                <a16:creationId xmlns:a16="http://schemas.microsoft.com/office/drawing/2014/main" id="{97E750AA-4523-4649-8F2B-232B3ECBA7F3}"/>
              </a:ext>
            </a:extLst>
          </p:cNvPr>
          <p:cNvSpPr>
            <a:spLocks noGrp="1"/>
          </p:cNvSpPr>
          <p:nvPr>
            <p:ph type="title" hasCustomPrompt="1"/>
          </p:nvPr>
        </p:nvSpPr>
        <p:spPr>
          <a:xfrm>
            <a:off x="2592925" y="714600"/>
            <a:ext cx="3958200" cy="615000"/>
          </a:xfrm>
          <a:prstGeom prst="rect">
            <a:avLst/>
          </a:prstGeom>
        </p:spPr>
        <p:txBody>
          <a:bodyPr spcFirstLastPara="1" wrap="square" lIns="91425" tIns="91425" rIns="91425" bIns="91425" anchor="ctr">
            <a:noAutofit/>
          </a:bodyPr>
          <a:lstStyle>
            <a:lvl1pPr algn="ctr">
              <a:spcBef>
                <a:spcPts val="0"/>
              </a:spcBef>
              <a:spcAft>
                <a:spcPts val="0"/>
              </a:spcAft>
              <a:buClr>
                <a:schemeClr val="accent1"/>
              </a:buClr>
              <a:buSzPts val="5000"/>
              <a:buNone/>
              <a:defRPr sz="4500">
                <a:solidFill>
                  <a:schemeClr val="accent1"/>
                </a:solidFill>
              </a:defRPr>
            </a:lvl1pPr>
            <a:lvl2pPr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defRPr>
            </a:lvl2pPr>
            <a:lvl3pPr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defRPr>
            </a:lvl3pPr>
            <a:lvl4pPr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defRPr>
            </a:lvl4pPr>
            <a:lvl5pPr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defRPr>
            </a:lvl5pPr>
            <a:lvl6pPr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defRPr>
            </a:lvl6pPr>
            <a:lvl7pPr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defRPr>
            </a:lvl7pPr>
            <a:lvl8pPr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defRPr>
            </a:lvl8pPr>
            <a:lvl9pPr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defRPr>
            </a:lvl9pPr>
          </a:lstStyle>
          <a:p>
            <a:r>
              <a:t>xx%</a:t>
            </a:r>
          </a:p>
        </p:txBody>
      </p:sp>
      <p:sp>
        <p:nvSpPr>
          <p:cNvPr id="373" name="Google Shape;373;p41">
            <a:extLst>
              <a:ext uri="{FF2B5EF4-FFF2-40B4-BE49-F238E27FC236}">
                <a16:creationId xmlns:a16="http://schemas.microsoft.com/office/drawing/2014/main" id="{88670BC7-D179-4814-A38A-BEC74F7A8C49}"/>
              </a:ext>
            </a:extLst>
          </p:cNvPr>
          <p:cNvSpPr>
            <a:spLocks noGrp="1"/>
          </p:cNvSpPr>
          <p:nvPr>
            <p:ph type="subTitle" idx="1"/>
          </p:nvPr>
        </p:nvSpPr>
        <p:spPr>
          <a:xfrm>
            <a:off x="2364984" y="1346400"/>
            <a:ext cx="4414200" cy="377700"/>
          </a:xfrm>
          <a:prstGeom prst="rect">
            <a:avLst/>
          </a:prstGeom>
        </p:spPr>
        <p:txBody>
          <a:bodyPr spcFirstLastPara="1" wrap="square" lIns="91425" tIns="91425" rIns="91425" bIns="91425" anchor="t">
            <a:noAutofit/>
          </a:bodyPr>
          <a:lstStyle>
            <a:lvl1pPr algn="ctr">
              <a:spcBef>
                <a:spcPts val="0"/>
              </a:spcBef>
              <a:spcAft>
                <a:spcPts val="0"/>
              </a:spcAft>
              <a:buSzPts val="1500"/>
              <a:buNone/>
              <a:defRPr sz="1400"/>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sp>
        <p:nvSpPr>
          <p:cNvPr id="374" name="Google Shape;374;p41">
            <a:extLst>
              <a:ext uri="{FF2B5EF4-FFF2-40B4-BE49-F238E27FC236}">
                <a16:creationId xmlns:a16="http://schemas.microsoft.com/office/drawing/2014/main" id="{95BC934E-D7DB-4B2A-9A38-562C6EF5F50E}"/>
              </a:ext>
            </a:extLst>
          </p:cNvPr>
          <p:cNvSpPr>
            <a:spLocks noGrp="1"/>
          </p:cNvSpPr>
          <p:nvPr>
            <p:ph type="title" idx="2" hasCustomPrompt="1"/>
          </p:nvPr>
        </p:nvSpPr>
        <p:spPr>
          <a:xfrm>
            <a:off x="2592925" y="2063025"/>
            <a:ext cx="3958200" cy="615000"/>
          </a:xfrm>
          <a:prstGeom prst="rect">
            <a:avLst/>
          </a:prstGeom>
        </p:spPr>
        <p:txBody>
          <a:bodyPr spcFirstLastPara="1" wrap="square" lIns="91425" tIns="91425" rIns="91425" bIns="91425" anchor="ctr">
            <a:noAutofit/>
          </a:bodyPr>
          <a:lstStyle>
            <a:lvl1pPr algn="ctr">
              <a:spcBef>
                <a:spcPts val="0"/>
              </a:spcBef>
              <a:spcAft>
                <a:spcPts val="0"/>
              </a:spcAft>
              <a:buClr>
                <a:schemeClr val="accent1"/>
              </a:buClr>
              <a:buSzPts val="5000"/>
              <a:buNone/>
              <a:defRPr sz="4300">
                <a:solidFill>
                  <a:schemeClr val="accent1"/>
                </a:solidFill>
              </a:defRPr>
            </a:lvl1pPr>
            <a:lvl2pPr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defRPr>
            </a:lvl2pPr>
            <a:lvl3pPr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defRPr>
            </a:lvl3pPr>
            <a:lvl4pPr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defRPr>
            </a:lvl4pPr>
            <a:lvl5pPr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defRPr>
            </a:lvl5pPr>
            <a:lvl6pPr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defRPr>
            </a:lvl6pPr>
            <a:lvl7pPr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defRPr>
            </a:lvl7pPr>
            <a:lvl8pPr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defRPr>
            </a:lvl8pPr>
            <a:lvl9pPr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defRPr>
            </a:lvl9pPr>
          </a:lstStyle>
          <a:p>
            <a:r>
              <a:t>xx%</a:t>
            </a:r>
          </a:p>
        </p:txBody>
      </p:sp>
      <p:sp>
        <p:nvSpPr>
          <p:cNvPr id="375" name="Google Shape;375;p41">
            <a:extLst>
              <a:ext uri="{FF2B5EF4-FFF2-40B4-BE49-F238E27FC236}">
                <a16:creationId xmlns:a16="http://schemas.microsoft.com/office/drawing/2014/main" id="{1D0B438F-513D-4A63-9D29-35FF1CA5C46D}"/>
              </a:ext>
            </a:extLst>
          </p:cNvPr>
          <p:cNvSpPr>
            <a:spLocks noGrp="1"/>
          </p:cNvSpPr>
          <p:nvPr>
            <p:ph type="subTitle" idx="3"/>
          </p:nvPr>
        </p:nvSpPr>
        <p:spPr>
          <a:xfrm>
            <a:off x="2364984" y="2694825"/>
            <a:ext cx="4414200" cy="3777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1500"/>
              <a:buNone/>
              <a:defRPr sz="1400"/>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sp>
        <p:nvSpPr>
          <p:cNvPr id="376" name="Google Shape;376;p41">
            <a:extLst>
              <a:ext uri="{FF2B5EF4-FFF2-40B4-BE49-F238E27FC236}">
                <a16:creationId xmlns:a16="http://schemas.microsoft.com/office/drawing/2014/main" id="{6315E4C6-B333-43B0-A5C8-08A1521F991F}"/>
              </a:ext>
            </a:extLst>
          </p:cNvPr>
          <p:cNvSpPr>
            <a:spLocks noGrp="1"/>
          </p:cNvSpPr>
          <p:nvPr>
            <p:ph type="title" idx="4" hasCustomPrompt="1"/>
          </p:nvPr>
        </p:nvSpPr>
        <p:spPr>
          <a:xfrm>
            <a:off x="2592925" y="3411450"/>
            <a:ext cx="3958200" cy="615000"/>
          </a:xfrm>
          <a:prstGeom prst="rect">
            <a:avLst/>
          </a:prstGeom>
        </p:spPr>
        <p:txBody>
          <a:bodyPr spcFirstLastPara="1" wrap="square" lIns="91425" tIns="91425" rIns="91425" bIns="91425" anchor="ctr">
            <a:noAutofit/>
          </a:bodyPr>
          <a:lstStyle>
            <a:lvl1pPr algn="ctr">
              <a:spcBef>
                <a:spcPts val="0"/>
              </a:spcBef>
              <a:spcAft>
                <a:spcPts val="0"/>
              </a:spcAft>
              <a:buClr>
                <a:schemeClr val="accent1"/>
              </a:buClr>
              <a:buSzPts val="5000"/>
              <a:buNone/>
              <a:defRPr sz="4300">
                <a:solidFill>
                  <a:schemeClr val="accent1"/>
                </a:solidFill>
              </a:defRPr>
            </a:lvl1pPr>
            <a:lvl2pPr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defRPr>
            </a:lvl2pPr>
            <a:lvl3pPr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defRPr>
            </a:lvl3pPr>
            <a:lvl4pPr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defRPr>
            </a:lvl4pPr>
            <a:lvl5pPr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defRPr>
            </a:lvl5pPr>
            <a:lvl6pPr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defRPr>
            </a:lvl6pPr>
            <a:lvl7pPr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defRPr>
            </a:lvl7pPr>
            <a:lvl8pPr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defRPr>
            </a:lvl8pPr>
            <a:lvl9pPr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defRPr>
            </a:lvl9pPr>
          </a:lstStyle>
          <a:p>
            <a:r>
              <a:t>xx%</a:t>
            </a:r>
          </a:p>
        </p:txBody>
      </p:sp>
      <p:sp>
        <p:nvSpPr>
          <p:cNvPr id="377" name="Google Shape;377;p41">
            <a:extLst>
              <a:ext uri="{FF2B5EF4-FFF2-40B4-BE49-F238E27FC236}">
                <a16:creationId xmlns:a16="http://schemas.microsoft.com/office/drawing/2014/main" id="{FB235E2A-A3C0-4F24-96EA-1C18B8F78846}"/>
              </a:ext>
            </a:extLst>
          </p:cNvPr>
          <p:cNvSpPr>
            <a:spLocks noGrp="1"/>
          </p:cNvSpPr>
          <p:nvPr>
            <p:ph type="subTitle" idx="5"/>
          </p:nvPr>
        </p:nvSpPr>
        <p:spPr>
          <a:xfrm>
            <a:off x="2364950" y="4043250"/>
            <a:ext cx="4414200" cy="377700"/>
          </a:xfrm>
          <a:prstGeom prst="rect">
            <a:avLst/>
          </a:prstGeom>
        </p:spPr>
        <p:txBody>
          <a:bodyPr spcFirstLastPara="1" wrap="square" lIns="91425" tIns="91425" rIns="91425" bIns="91425" anchor="t">
            <a:noAutofit/>
          </a:bodyPr>
          <a:lstStyle>
            <a:lvl1pPr algn="ctr">
              <a:spcBef>
                <a:spcPts val="0"/>
              </a:spcBef>
              <a:spcAft>
                <a:spcPts val="0"/>
              </a:spcAft>
              <a:buSzPts val="1500"/>
              <a:buNone/>
              <a:defRPr sz="1400"/>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cxnSp>
        <p:nvCxnSpPr>
          <p:cNvPr id="522" name="Google Shape;378;p41"/>
          <p:cNvCxnSpPr/>
          <p:nvPr/>
        </p:nvCxnSpPr>
        <p:spPr>
          <a:xfrm>
            <a:off x="-72550" y="274100"/>
            <a:ext cx="9287400" cy="0"/>
          </a:xfrm>
          <a:prstGeom prst="straightConnector1">
            <a:avLst/>
          </a:prstGeom>
          <a:ln w="28575" cap="flat">
            <a:solidFill>
              <a:schemeClr val="accent1"/>
            </a:solidFill>
            <a:prstDash val="solid"/>
            <a:round/>
            <a:headEnd type="none" w="med" len="med"/>
            <a:tailEnd type="none" w="med" len="med"/>
          </a:ln>
        </p:spPr>
      </p:cxnSp>
      <p:cxnSp>
        <p:nvCxnSpPr>
          <p:cNvPr id="523" name="Google Shape;379;p41"/>
          <p:cNvCxnSpPr/>
          <p:nvPr/>
        </p:nvCxnSpPr>
        <p:spPr>
          <a:xfrm>
            <a:off x="-72550" y="4877450"/>
            <a:ext cx="9287400" cy="0"/>
          </a:xfrm>
          <a:prstGeom prst="straightConnector1">
            <a:avLst/>
          </a:prstGeom>
          <a:ln w="28575" cap="flat">
            <a:solidFill>
              <a:schemeClr val="accent1"/>
            </a:solidFill>
            <a:prstDash val="solid"/>
            <a:round/>
            <a:headEnd type="none" w="med" len="med"/>
            <a:tailEnd type="none" w="med" len="med"/>
          </a:ln>
        </p:spPr>
      </p:cxn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matchingName="Numbers and text 2">
  <p:cSld name="CUSTOM_28">
    <p:spTree>
      <p:nvGrpSpPr>
        <p:cNvPr id="1" name=""/>
        <p:cNvGrpSpPr/>
        <p:nvPr/>
      </p:nvGrpSpPr>
      <p:grpSpPr>
        <a:xfrm>
          <a:off x="0" y="0"/>
          <a:ext cx="0" cy="0"/>
          <a:chOff x="0" y="0"/>
          <a:chExt cx="0" cy="0"/>
        </a:xfrm>
      </p:grpSpPr>
      <p:sp>
        <p:nvSpPr>
          <p:cNvPr id="381" name="Google Shape;381;p42">
            <a:extLst>
              <a:ext uri="{FF2B5EF4-FFF2-40B4-BE49-F238E27FC236}">
                <a16:creationId xmlns:a16="http://schemas.microsoft.com/office/drawing/2014/main" id="{C05C23C0-2E91-4F29-95E9-65AC81E325FD}"/>
              </a:ext>
            </a:extLst>
          </p:cNvPr>
          <p:cNvSpPr>
            <a:spLocks noGrp="1"/>
          </p:cNvSpPr>
          <p:nvPr>
            <p:ph type="subTitle" idx="1"/>
          </p:nvPr>
        </p:nvSpPr>
        <p:spPr>
          <a:xfrm>
            <a:off x="5700609" y="2084269"/>
            <a:ext cx="2764500" cy="499800"/>
          </a:xfrm>
          <a:prstGeom prst="rect">
            <a:avLst/>
          </a:prstGeom>
        </p:spPr>
        <p:txBody>
          <a:bodyPr spcFirstLastPara="1" wrap="square" lIns="91425" tIns="91425" rIns="91425" bIns="91425" anchor="t">
            <a:noAutofit/>
          </a:bodyPr>
          <a:lstStyle>
            <a:lvl1pPr>
              <a:lnSpc>
                <a:spcPct val="100000"/>
              </a:lnSpc>
              <a:spcBef>
                <a:spcPts val="0"/>
              </a:spcBef>
              <a:spcAft>
                <a:spcPts val="0"/>
              </a:spcAft>
              <a:buClr>
                <a:schemeClr val="dk1"/>
              </a:buClr>
              <a:buSzPts val="2400"/>
              <a:buFont typeface="Cambria"/>
              <a:buNone/>
              <a:defRPr sz="2400">
                <a:solidFill>
                  <a:schemeClr val="dk1"/>
                </a:solidFill>
                <a:latin typeface="Cambria"/>
                <a:ea typeface="Cambria"/>
                <a:cs typeface="Cambria"/>
              </a:defRPr>
            </a:lvl1pPr>
            <a:lvl2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2pPr>
            <a:lvl3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3pPr>
            <a:lvl4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4pPr>
            <a:lvl5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5pPr>
            <a:lvl6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6pPr>
            <a:lvl7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7pPr>
            <a:lvl8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8pPr>
            <a:lvl9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9pPr>
          </a:lstStyle>
          <a:p>
            <a:endParaRPr/>
          </a:p>
        </p:txBody>
      </p:sp>
      <p:sp>
        <p:nvSpPr>
          <p:cNvPr id="382" name="Google Shape;382;p42">
            <a:extLst>
              <a:ext uri="{FF2B5EF4-FFF2-40B4-BE49-F238E27FC236}">
                <a16:creationId xmlns:a16="http://schemas.microsoft.com/office/drawing/2014/main" id="{99F7F437-5340-476E-BD86-073B5239F8ED}"/>
              </a:ext>
            </a:extLst>
          </p:cNvPr>
          <p:cNvSpPr>
            <a:spLocks noGrp="1"/>
          </p:cNvSpPr>
          <p:nvPr>
            <p:ph type="subTitle" idx="2"/>
          </p:nvPr>
        </p:nvSpPr>
        <p:spPr>
          <a:xfrm>
            <a:off x="5700621" y="2486544"/>
            <a:ext cx="2764500" cy="572700"/>
          </a:xfrm>
          <a:prstGeom prst="rect">
            <a:avLst/>
          </a:prstGeom>
        </p:spPr>
        <p:txBody>
          <a:bodyPr spcFirstLastPara="1" wrap="square" lIns="91425" tIns="91425" rIns="91425" bIns="91425" anchor="t">
            <a:noAutofit/>
          </a:bodyPr>
          <a:lstStyle>
            <a:lvl1pPr>
              <a:lnSpc>
                <a:spcPct val="100000"/>
              </a:lnSpc>
              <a:spcBef>
                <a:spcPts val="0"/>
              </a:spcBef>
              <a:spcAft>
                <a:spcPts val="0"/>
              </a:spcAft>
              <a:buSzPts val="1400"/>
              <a:buNone/>
              <a:defRPr sz="1600">
                <a:solidFill>
                  <a:schemeClr val="dk1"/>
                </a:solidFill>
                <a:latin typeface="Mako"/>
                <a:ea typeface="Mako"/>
                <a:cs typeface="Mako"/>
              </a:defRPr>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sp>
        <p:nvSpPr>
          <p:cNvPr id="383" name="Google Shape;383;p42">
            <a:extLst>
              <a:ext uri="{FF2B5EF4-FFF2-40B4-BE49-F238E27FC236}">
                <a16:creationId xmlns:a16="http://schemas.microsoft.com/office/drawing/2014/main" id="{2E6CD3A5-34D5-44EC-AA91-4FE1E6230E26}"/>
              </a:ext>
            </a:extLst>
          </p:cNvPr>
          <p:cNvSpPr>
            <a:spLocks noGrp="1"/>
          </p:cNvSpPr>
          <p:nvPr>
            <p:ph type="subTitle" idx="3"/>
          </p:nvPr>
        </p:nvSpPr>
        <p:spPr>
          <a:xfrm>
            <a:off x="1973988" y="902134"/>
            <a:ext cx="2764500" cy="499800"/>
          </a:xfrm>
          <a:prstGeom prst="rect">
            <a:avLst/>
          </a:prstGeom>
        </p:spPr>
        <p:txBody>
          <a:bodyPr spcFirstLastPara="1" wrap="square" lIns="91425" tIns="91425" rIns="91425" bIns="91425" anchor="t">
            <a:noAutofit/>
          </a:bodyPr>
          <a:lstStyle>
            <a:lvl1pPr>
              <a:lnSpc>
                <a:spcPct val="100000"/>
              </a:lnSpc>
              <a:spcBef>
                <a:spcPts val="0"/>
              </a:spcBef>
              <a:spcAft>
                <a:spcPts val="0"/>
              </a:spcAft>
              <a:buClr>
                <a:schemeClr val="dk1"/>
              </a:buClr>
              <a:buSzPts val="2400"/>
              <a:buFont typeface="Cambria"/>
              <a:buNone/>
              <a:defRPr sz="2400">
                <a:solidFill>
                  <a:schemeClr val="dk1"/>
                </a:solidFill>
                <a:latin typeface="Cambria"/>
                <a:ea typeface="Cambria"/>
                <a:cs typeface="Cambria"/>
              </a:defRPr>
            </a:lvl1pPr>
            <a:lvl2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2pPr>
            <a:lvl3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3pPr>
            <a:lvl4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4pPr>
            <a:lvl5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5pPr>
            <a:lvl6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6pPr>
            <a:lvl7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7pPr>
            <a:lvl8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8pPr>
            <a:lvl9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9pPr>
          </a:lstStyle>
          <a:p>
            <a:endParaRPr/>
          </a:p>
        </p:txBody>
      </p:sp>
      <p:sp>
        <p:nvSpPr>
          <p:cNvPr id="384" name="Google Shape;384;p42">
            <a:extLst>
              <a:ext uri="{FF2B5EF4-FFF2-40B4-BE49-F238E27FC236}">
                <a16:creationId xmlns:a16="http://schemas.microsoft.com/office/drawing/2014/main" id="{A7C79F80-F0B5-4C87-A486-669972C476CB}"/>
              </a:ext>
            </a:extLst>
          </p:cNvPr>
          <p:cNvSpPr>
            <a:spLocks noGrp="1"/>
          </p:cNvSpPr>
          <p:nvPr>
            <p:ph type="subTitle" idx="4"/>
          </p:nvPr>
        </p:nvSpPr>
        <p:spPr>
          <a:xfrm>
            <a:off x="1973988" y="1304410"/>
            <a:ext cx="2764500" cy="572700"/>
          </a:xfrm>
          <a:prstGeom prst="rect">
            <a:avLst/>
          </a:prstGeom>
        </p:spPr>
        <p:txBody>
          <a:bodyPr spcFirstLastPara="1" wrap="square" lIns="91425" tIns="91425" rIns="91425" bIns="91425" anchor="t">
            <a:noAutofit/>
          </a:bodyPr>
          <a:lstStyle>
            <a:lvl1pPr>
              <a:lnSpc>
                <a:spcPct val="100000"/>
              </a:lnSpc>
              <a:spcBef>
                <a:spcPts val="0"/>
              </a:spcBef>
              <a:spcAft>
                <a:spcPts val="0"/>
              </a:spcAft>
              <a:buSzPts val="1400"/>
              <a:buNone/>
              <a:defRPr sz="1600">
                <a:solidFill>
                  <a:schemeClr val="dk1"/>
                </a:solidFill>
                <a:latin typeface="Mako"/>
                <a:ea typeface="Mako"/>
                <a:cs typeface="Mako"/>
              </a:defRPr>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sp>
        <p:nvSpPr>
          <p:cNvPr id="385" name="Google Shape;385;p42">
            <a:extLst>
              <a:ext uri="{FF2B5EF4-FFF2-40B4-BE49-F238E27FC236}">
                <a16:creationId xmlns:a16="http://schemas.microsoft.com/office/drawing/2014/main" id="{22E006A2-DEF9-47AF-8241-471633FC0E96}"/>
              </a:ext>
            </a:extLst>
          </p:cNvPr>
          <p:cNvSpPr>
            <a:spLocks noGrp="1"/>
          </p:cNvSpPr>
          <p:nvPr>
            <p:ph type="subTitle" idx="5"/>
          </p:nvPr>
        </p:nvSpPr>
        <p:spPr>
          <a:xfrm>
            <a:off x="1973988" y="3290875"/>
            <a:ext cx="2764500" cy="499800"/>
          </a:xfrm>
          <a:prstGeom prst="rect">
            <a:avLst/>
          </a:prstGeom>
        </p:spPr>
        <p:txBody>
          <a:bodyPr spcFirstLastPara="1" wrap="square" lIns="91425" tIns="91425" rIns="91425" bIns="91425" anchor="t">
            <a:noAutofit/>
          </a:bodyPr>
          <a:lstStyle>
            <a:lvl1pPr>
              <a:lnSpc>
                <a:spcPct val="100000"/>
              </a:lnSpc>
              <a:spcBef>
                <a:spcPts val="0"/>
              </a:spcBef>
              <a:spcAft>
                <a:spcPts val="0"/>
              </a:spcAft>
              <a:buClr>
                <a:schemeClr val="dk1"/>
              </a:buClr>
              <a:buSzPts val="2400"/>
              <a:buFont typeface="Cambria"/>
              <a:buNone/>
              <a:defRPr sz="2400">
                <a:solidFill>
                  <a:schemeClr val="dk1"/>
                </a:solidFill>
                <a:latin typeface="Cambria"/>
                <a:ea typeface="Cambria"/>
                <a:cs typeface="Cambria"/>
              </a:defRPr>
            </a:lvl1pPr>
            <a:lvl2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2pPr>
            <a:lvl3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3pPr>
            <a:lvl4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4pPr>
            <a:lvl5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5pPr>
            <a:lvl6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6pPr>
            <a:lvl7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7pPr>
            <a:lvl8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8pPr>
            <a:lvl9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9pPr>
          </a:lstStyle>
          <a:p>
            <a:endParaRPr/>
          </a:p>
        </p:txBody>
      </p:sp>
      <p:sp>
        <p:nvSpPr>
          <p:cNvPr id="386" name="Google Shape;386;p42">
            <a:extLst>
              <a:ext uri="{FF2B5EF4-FFF2-40B4-BE49-F238E27FC236}">
                <a16:creationId xmlns:a16="http://schemas.microsoft.com/office/drawing/2014/main" id="{EC72FDD4-1D8E-4335-80B1-0B8E36503EA3}"/>
              </a:ext>
            </a:extLst>
          </p:cNvPr>
          <p:cNvSpPr>
            <a:spLocks noGrp="1"/>
          </p:cNvSpPr>
          <p:nvPr>
            <p:ph type="subTitle" idx="6"/>
          </p:nvPr>
        </p:nvSpPr>
        <p:spPr>
          <a:xfrm>
            <a:off x="1973988" y="3699649"/>
            <a:ext cx="2764500" cy="572700"/>
          </a:xfrm>
          <a:prstGeom prst="rect">
            <a:avLst/>
          </a:prstGeom>
        </p:spPr>
        <p:txBody>
          <a:bodyPr spcFirstLastPara="1" wrap="square" lIns="91425" tIns="91425" rIns="91425" bIns="91425" anchor="t">
            <a:noAutofit/>
          </a:bodyPr>
          <a:lstStyle>
            <a:lvl1pPr>
              <a:lnSpc>
                <a:spcPct val="100000"/>
              </a:lnSpc>
              <a:spcBef>
                <a:spcPts val="0"/>
              </a:spcBef>
              <a:spcAft>
                <a:spcPts val="0"/>
              </a:spcAft>
              <a:buSzPts val="1400"/>
              <a:buNone/>
              <a:defRPr sz="1400"/>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cxnSp>
        <p:nvCxnSpPr>
          <p:cNvPr id="588" name="Google Shape;387;p42"/>
          <p:cNvCxnSpPr/>
          <p:nvPr/>
        </p:nvCxnSpPr>
        <p:spPr>
          <a:xfrm>
            <a:off x="-72550" y="274100"/>
            <a:ext cx="9287400" cy="0"/>
          </a:xfrm>
          <a:prstGeom prst="straightConnector1">
            <a:avLst/>
          </a:prstGeom>
          <a:ln w="28575" cap="flat">
            <a:solidFill>
              <a:schemeClr val="accent1"/>
            </a:solidFill>
            <a:prstDash val="solid"/>
            <a:round/>
            <a:headEnd type="none" w="med" len="med"/>
            <a:tailEnd type="none" w="med" len="med"/>
          </a:ln>
        </p:spPr>
      </p:cxnSp>
      <p:cxnSp>
        <p:nvCxnSpPr>
          <p:cNvPr id="589" name="Google Shape;388;p42"/>
          <p:cNvCxnSpPr/>
          <p:nvPr/>
        </p:nvCxnSpPr>
        <p:spPr>
          <a:xfrm>
            <a:off x="-72550" y="4877450"/>
            <a:ext cx="9287400" cy="0"/>
          </a:xfrm>
          <a:prstGeom prst="straightConnector1">
            <a:avLst/>
          </a:prstGeom>
          <a:ln w="28575" cap="flat">
            <a:solidFill>
              <a:schemeClr val="accent1"/>
            </a:solidFill>
            <a:prstDash val="solid"/>
            <a:round/>
            <a:headEnd type="none" w="med" len="med"/>
            <a:tailEnd type="none" w="med" len="med"/>
          </a:ln>
        </p:spPr>
      </p:cxnSp>
      <p:cxnSp>
        <p:nvCxnSpPr>
          <p:cNvPr id="590" name="Google Shape;389;p42"/>
          <p:cNvCxnSpPr/>
          <p:nvPr/>
        </p:nvCxnSpPr>
        <p:spPr>
          <a:xfrm>
            <a:off x="-250225" y="4076450"/>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cxnSp>
        <p:nvCxnSpPr>
          <p:cNvPr id="591" name="Google Shape;390;p42"/>
          <p:cNvCxnSpPr/>
          <p:nvPr/>
        </p:nvCxnSpPr>
        <p:spPr>
          <a:xfrm>
            <a:off x="7441150" y="-48375"/>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cxnSp>
        <p:nvCxnSpPr>
          <p:cNvPr id="592" name="Google Shape;391;p42"/>
          <p:cNvCxnSpPr/>
          <p:nvPr/>
        </p:nvCxnSpPr>
        <p:spPr>
          <a:xfrm flipH="1">
            <a:off x="7454238" y="4053663"/>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sp>
        <p:nvSpPr>
          <p:cNvPr id="392" name="Google Shape;392;p42">
            <a:extLst>
              <a:ext uri="{FF2B5EF4-FFF2-40B4-BE49-F238E27FC236}">
                <a16:creationId xmlns:a16="http://schemas.microsoft.com/office/drawing/2014/main" id="{BA4501C3-BA42-4714-B395-27BE24870811}"/>
              </a:ext>
            </a:extLst>
          </p:cNvPr>
          <p:cNvSpPr>
            <a:spLocks noGrp="1"/>
          </p:cNvSpPr>
          <p:nvPr>
            <p:ph type="title" hasCustomPrompt="1"/>
          </p:nvPr>
        </p:nvSpPr>
        <p:spPr>
          <a:xfrm>
            <a:off x="733000" y="1114450"/>
            <a:ext cx="1118100" cy="615000"/>
          </a:xfrm>
          <a:prstGeom prst="rect">
            <a:avLst/>
          </a:prstGeom>
        </p:spPr>
        <p:txBody>
          <a:bodyPr spcFirstLastPara="1" wrap="square" lIns="91425" tIns="91425" rIns="91425" bIns="91425" anchor="ctr">
            <a:noAutofit/>
          </a:bodyPr>
          <a:lstStyle>
            <a:lvl1pPr>
              <a:spcBef>
                <a:spcPts val="0"/>
              </a:spcBef>
              <a:spcAft>
                <a:spcPts val="0"/>
              </a:spcAft>
              <a:buClr>
                <a:schemeClr val="accent1"/>
              </a:buClr>
              <a:buSzPts val="5000"/>
              <a:buNone/>
              <a:defRPr sz="4500">
                <a:solidFill>
                  <a:schemeClr val="accent1"/>
                </a:solidFill>
              </a:defRPr>
            </a:lvl1pPr>
            <a:lvl2pPr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defRPr>
            </a:lvl2pPr>
            <a:lvl3pPr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defRPr>
            </a:lvl3pPr>
            <a:lvl4pPr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defRPr>
            </a:lvl4pPr>
            <a:lvl5pPr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defRPr>
            </a:lvl5pPr>
            <a:lvl6pPr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defRPr>
            </a:lvl6pPr>
            <a:lvl7pPr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defRPr>
            </a:lvl7pPr>
            <a:lvl8pPr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defRPr>
            </a:lvl8pPr>
            <a:lvl9pPr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defRPr>
            </a:lvl9pPr>
          </a:lstStyle>
          <a:p>
            <a:r>
              <a:t>xx%</a:t>
            </a:r>
          </a:p>
        </p:txBody>
      </p:sp>
      <p:sp>
        <p:nvSpPr>
          <p:cNvPr id="393" name="Google Shape;393;p42">
            <a:extLst>
              <a:ext uri="{FF2B5EF4-FFF2-40B4-BE49-F238E27FC236}">
                <a16:creationId xmlns:a16="http://schemas.microsoft.com/office/drawing/2014/main" id="{4042E3D0-1CB6-43D1-BCF9-A27C228476E2}"/>
              </a:ext>
            </a:extLst>
          </p:cNvPr>
          <p:cNvSpPr>
            <a:spLocks noGrp="1"/>
          </p:cNvSpPr>
          <p:nvPr>
            <p:ph type="title" idx="7" hasCustomPrompt="1"/>
          </p:nvPr>
        </p:nvSpPr>
        <p:spPr>
          <a:xfrm>
            <a:off x="733000" y="3503175"/>
            <a:ext cx="1118100" cy="615000"/>
          </a:xfrm>
          <a:prstGeom prst="rect">
            <a:avLst/>
          </a:prstGeom>
        </p:spPr>
        <p:txBody>
          <a:bodyPr spcFirstLastPara="1" wrap="square" lIns="91425" tIns="91425" rIns="91425" bIns="91425" anchor="ctr">
            <a:noAutofit/>
          </a:bodyPr>
          <a:lstStyle>
            <a:lvl1pPr>
              <a:spcBef>
                <a:spcPts val="0"/>
              </a:spcBef>
              <a:spcAft>
                <a:spcPts val="0"/>
              </a:spcAft>
              <a:buClr>
                <a:schemeClr val="accent1"/>
              </a:buClr>
              <a:buSzPts val="5000"/>
              <a:buNone/>
              <a:defRPr sz="4500">
                <a:solidFill>
                  <a:schemeClr val="accent1"/>
                </a:solidFill>
              </a:defRPr>
            </a:lvl1pPr>
            <a:lvl2pPr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defRPr>
            </a:lvl2pPr>
            <a:lvl3pPr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defRPr>
            </a:lvl3pPr>
            <a:lvl4pPr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defRPr>
            </a:lvl4pPr>
            <a:lvl5pPr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defRPr>
            </a:lvl5pPr>
            <a:lvl6pPr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defRPr>
            </a:lvl6pPr>
            <a:lvl7pPr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defRPr>
            </a:lvl7pPr>
            <a:lvl8pPr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defRPr>
            </a:lvl8pPr>
            <a:lvl9pPr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defRPr>
            </a:lvl9pPr>
          </a:lstStyle>
          <a:p>
            <a:r>
              <a:t>xx%</a:t>
            </a:r>
          </a:p>
        </p:txBody>
      </p:sp>
      <p:sp>
        <p:nvSpPr>
          <p:cNvPr id="394" name="Google Shape;394;p42">
            <a:extLst>
              <a:ext uri="{FF2B5EF4-FFF2-40B4-BE49-F238E27FC236}">
                <a16:creationId xmlns:a16="http://schemas.microsoft.com/office/drawing/2014/main" id="{844B9DFA-2BFF-44ED-ADC9-13ECFF1503F5}"/>
              </a:ext>
            </a:extLst>
          </p:cNvPr>
          <p:cNvSpPr>
            <a:spLocks noGrp="1"/>
          </p:cNvSpPr>
          <p:nvPr>
            <p:ph type="title" idx="8" hasCustomPrompt="1"/>
          </p:nvPr>
        </p:nvSpPr>
        <p:spPr>
          <a:xfrm>
            <a:off x="4441002" y="2276488"/>
            <a:ext cx="1118100" cy="615000"/>
          </a:xfrm>
          <a:prstGeom prst="rect">
            <a:avLst/>
          </a:prstGeom>
        </p:spPr>
        <p:txBody>
          <a:bodyPr spcFirstLastPara="1" wrap="square" lIns="91425" tIns="91425" rIns="91425" bIns="91425" anchor="ctr">
            <a:noAutofit/>
          </a:bodyPr>
          <a:lstStyle>
            <a:lvl1pPr>
              <a:spcBef>
                <a:spcPts val="0"/>
              </a:spcBef>
              <a:spcAft>
                <a:spcPts val="0"/>
              </a:spcAft>
              <a:buClr>
                <a:schemeClr val="accent1"/>
              </a:buClr>
              <a:buSzPts val="5000"/>
              <a:buNone/>
              <a:defRPr sz="4500">
                <a:solidFill>
                  <a:schemeClr val="accent1"/>
                </a:solidFill>
              </a:defRPr>
            </a:lvl1pPr>
            <a:lvl2pPr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defRPr>
            </a:lvl2pPr>
            <a:lvl3pPr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defRPr>
            </a:lvl3pPr>
            <a:lvl4pPr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defRPr>
            </a:lvl4pPr>
            <a:lvl5pPr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defRPr>
            </a:lvl5pPr>
            <a:lvl6pPr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defRPr>
            </a:lvl6pPr>
            <a:lvl7pPr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defRPr>
            </a:lvl7pPr>
            <a:lvl8pPr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defRPr>
            </a:lvl8pPr>
            <a:lvl9pPr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defRPr>
            </a:lvl9pPr>
          </a:lstStyle>
          <a:p>
            <a:r>
              <a:t>xx%</a:t>
            </a: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matchingName="Title and text 5">
  <p:cSld name="CUSTOM_7_1">
    <p:spTree>
      <p:nvGrpSpPr>
        <p:cNvPr id="1" name=""/>
        <p:cNvGrpSpPr/>
        <p:nvPr/>
      </p:nvGrpSpPr>
      <p:grpSpPr>
        <a:xfrm>
          <a:off x="0" y="0"/>
          <a:ext cx="0" cy="0"/>
          <a:chOff x="0" y="0"/>
          <a:chExt cx="0" cy="0"/>
        </a:xfrm>
      </p:grpSpPr>
      <p:sp>
        <p:nvSpPr>
          <p:cNvPr id="396" name="Google Shape;396;p43">
            <a:extLst>
              <a:ext uri="{FF2B5EF4-FFF2-40B4-BE49-F238E27FC236}">
                <a16:creationId xmlns:a16="http://schemas.microsoft.com/office/drawing/2014/main" id="{117AC9FB-D1DF-48FB-9A44-48BBE51013F1}"/>
              </a:ext>
            </a:extLst>
          </p:cNvPr>
          <p:cNvSpPr>
            <a:spLocks noGrp="1"/>
          </p:cNvSpPr>
          <p:nvPr>
            <p:ph type="title"/>
          </p:nvPr>
        </p:nvSpPr>
        <p:spPr>
          <a:xfrm>
            <a:off x="803750" y="2040496"/>
            <a:ext cx="4087500" cy="673200"/>
          </a:xfrm>
          <a:prstGeom prst="rect">
            <a:avLst/>
          </a:prstGeom>
        </p:spPr>
        <p:txBody>
          <a:bodyPr spcFirstLastPara="1" wrap="square" lIns="91425" tIns="91425" rIns="91425" bIns="91425" anchor="t">
            <a:noAutofit/>
          </a:bodyPr>
          <a:lstStyle>
            <a:lvl1pPr algn="l">
              <a:spcBef>
                <a:spcPts val="0"/>
              </a:spcBef>
              <a:spcAft>
                <a:spcPts val="0"/>
              </a:spcAft>
              <a:buSzPts val="3000"/>
              <a:buNone/>
              <a:defRPr/>
            </a:lvl1pPr>
            <a:lvl2pPr>
              <a:spcBef>
                <a:spcPts val="0"/>
              </a:spcBef>
              <a:spcAft>
                <a:spcPts val="0"/>
              </a:spcAft>
              <a:buSzPts val="3000"/>
              <a:buNone/>
              <a:defRPr/>
            </a:lvl2pPr>
            <a:lvl3pPr>
              <a:spcBef>
                <a:spcPts val="0"/>
              </a:spcBef>
              <a:spcAft>
                <a:spcPts val="0"/>
              </a:spcAft>
              <a:buSzPts val="3000"/>
              <a:buNone/>
              <a:defRPr/>
            </a:lvl3pPr>
            <a:lvl4pPr>
              <a:spcBef>
                <a:spcPts val="0"/>
              </a:spcBef>
              <a:spcAft>
                <a:spcPts val="0"/>
              </a:spcAft>
              <a:buSzPts val="3000"/>
              <a:buNone/>
              <a:defRPr/>
            </a:lvl4pPr>
            <a:lvl5pPr>
              <a:spcBef>
                <a:spcPts val="0"/>
              </a:spcBef>
              <a:spcAft>
                <a:spcPts val="0"/>
              </a:spcAft>
              <a:buSzPts val="3000"/>
              <a:buNone/>
              <a:defRPr/>
            </a:lvl5pPr>
            <a:lvl6pPr>
              <a:spcBef>
                <a:spcPts val="0"/>
              </a:spcBef>
              <a:spcAft>
                <a:spcPts val="0"/>
              </a:spcAft>
              <a:buSzPts val="3000"/>
              <a:buNone/>
              <a:defRPr/>
            </a:lvl6pPr>
            <a:lvl7pPr>
              <a:spcBef>
                <a:spcPts val="0"/>
              </a:spcBef>
              <a:spcAft>
                <a:spcPts val="0"/>
              </a:spcAft>
              <a:buSzPts val="3000"/>
              <a:buNone/>
              <a:defRPr/>
            </a:lvl7pPr>
            <a:lvl8pPr>
              <a:spcBef>
                <a:spcPts val="0"/>
              </a:spcBef>
              <a:spcAft>
                <a:spcPts val="0"/>
              </a:spcAft>
              <a:buSzPts val="3000"/>
              <a:buNone/>
              <a:defRPr/>
            </a:lvl8pPr>
            <a:lvl9pPr>
              <a:spcBef>
                <a:spcPts val="0"/>
              </a:spcBef>
              <a:spcAft>
                <a:spcPts val="0"/>
              </a:spcAft>
              <a:buSzPts val="3000"/>
              <a:buNone/>
              <a:defRPr/>
            </a:lvl9pPr>
          </a:lstStyle>
          <a:p>
            <a:endParaRPr/>
          </a:p>
        </p:txBody>
      </p:sp>
      <p:sp>
        <p:nvSpPr>
          <p:cNvPr id="397" name="Google Shape;397;p43">
            <a:extLst>
              <a:ext uri="{FF2B5EF4-FFF2-40B4-BE49-F238E27FC236}">
                <a16:creationId xmlns:a16="http://schemas.microsoft.com/office/drawing/2014/main" id="{EB5981B1-E463-4CCA-A5DE-E0B1C65F7B75}"/>
              </a:ext>
            </a:extLst>
          </p:cNvPr>
          <p:cNvSpPr>
            <a:spLocks noGrp="1"/>
          </p:cNvSpPr>
          <p:nvPr>
            <p:ph type="subTitle" idx="1"/>
          </p:nvPr>
        </p:nvSpPr>
        <p:spPr>
          <a:xfrm>
            <a:off x="803750" y="2693525"/>
            <a:ext cx="3159300" cy="558000"/>
          </a:xfrm>
          <a:prstGeom prst="rect">
            <a:avLst/>
          </a:prstGeom>
        </p:spPr>
        <p:txBody>
          <a:bodyPr spcFirstLastPara="1" wrap="square" lIns="91425" tIns="91425" rIns="91425" bIns="91425" anchor="t">
            <a:noAutofit/>
          </a:bodyPr>
          <a:lstStyle>
            <a:lvl1pPr>
              <a:lnSpc>
                <a:spcPct val="100000"/>
              </a:lnSpc>
              <a:spcBef>
                <a:spcPts val="0"/>
              </a:spcBef>
              <a:spcAft>
                <a:spcPts val="0"/>
              </a:spcAft>
              <a:buSzPts val="1400"/>
              <a:buFont typeface="Josefin Sans"/>
              <a:buNone/>
              <a:defRPr sz="1400"/>
            </a:lvl1pPr>
            <a:lvl2pPr>
              <a:spcBef>
                <a:spcPts val="0"/>
              </a:spcBef>
              <a:spcAft>
                <a:spcPts val="0"/>
              </a:spcAft>
              <a:buSzPts val="1400"/>
              <a:buNone/>
              <a:defRPr/>
            </a:lvl2pPr>
            <a:lvl3pPr>
              <a:spcBef>
                <a:spcPts val="0"/>
              </a:spcBef>
              <a:spcAft>
                <a:spcPts val="0"/>
              </a:spcAft>
              <a:buSzPts val="1400"/>
              <a:buNone/>
              <a:defRPr/>
            </a:lvl3pPr>
            <a:lvl4pPr>
              <a:spcBef>
                <a:spcPts val="0"/>
              </a:spcBef>
              <a:spcAft>
                <a:spcPts val="0"/>
              </a:spcAft>
              <a:buSzPts val="1400"/>
              <a:buNone/>
              <a:defRPr/>
            </a:lvl4pPr>
            <a:lvl5pPr>
              <a:spcBef>
                <a:spcPts val="0"/>
              </a:spcBef>
              <a:spcAft>
                <a:spcPts val="0"/>
              </a:spcAft>
              <a:buSzPts val="1400"/>
              <a:buNone/>
              <a:defRPr/>
            </a:lvl5pPr>
            <a:lvl6pPr>
              <a:spcBef>
                <a:spcPts val="0"/>
              </a:spcBef>
              <a:spcAft>
                <a:spcPts val="0"/>
              </a:spcAft>
              <a:buSzPts val="1400"/>
              <a:buNone/>
              <a:defRPr/>
            </a:lvl6pPr>
            <a:lvl7pPr>
              <a:spcBef>
                <a:spcPts val="0"/>
              </a:spcBef>
              <a:spcAft>
                <a:spcPts val="0"/>
              </a:spcAft>
              <a:buSzPts val="1400"/>
              <a:buNone/>
              <a:defRPr/>
            </a:lvl7pPr>
            <a:lvl8pPr>
              <a:spcBef>
                <a:spcPts val="0"/>
              </a:spcBef>
              <a:spcAft>
                <a:spcPts val="0"/>
              </a:spcAft>
              <a:buSzPts val="1400"/>
              <a:buNone/>
              <a:defRPr/>
            </a:lvl8pPr>
            <a:lvl9pPr>
              <a:spcBef>
                <a:spcPts val="0"/>
              </a:spcBef>
              <a:spcAft>
                <a:spcPts val="0"/>
              </a:spcAft>
              <a:buSzPts val="1400"/>
              <a:buNone/>
              <a:defRPr/>
            </a:lvl9pPr>
          </a:lstStyle>
          <a:p>
            <a:endParaRPr/>
          </a:p>
        </p:txBody>
      </p:sp>
      <p:cxnSp>
        <p:nvCxnSpPr>
          <p:cNvPr id="470" name="Google Shape;398;p43"/>
          <p:cNvCxnSpPr/>
          <p:nvPr/>
        </p:nvCxnSpPr>
        <p:spPr>
          <a:xfrm>
            <a:off x="-72550" y="274100"/>
            <a:ext cx="9287400" cy="0"/>
          </a:xfrm>
          <a:prstGeom prst="straightConnector1">
            <a:avLst/>
          </a:prstGeom>
          <a:ln w="28575" cap="flat">
            <a:solidFill>
              <a:schemeClr val="accent1"/>
            </a:solidFill>
            <a:prstDash val="solid"/>
            <a:round/>
            <a:headEnd type="none" w="med" len="med"/>
            <a:tailEnd type="none" w="med" len="med"/>
          </a:ln>
        </p:spPr>
      </p:cxnSp>
      <p:cxnSp>
        <p:nvCxnSpPr>
          <p:cNvPr id="471" name="Google Shape;399;p43"/>
          <p:cNvCxnSpPr/>
          <p:nvPr/>
        </p:nvCxnSpPr>
        <p:spPr>
          <a:xfrm>
            <a:off x="-72550" y="4877450"/>
            <a:ext cx="9287400" cy="0"/>
          </a:xfrm>
          <a:prstGeom prst="straightConnector1">
            <a:avLst/>
          </a:prstGeom>
          <a:ln w="28575" cap="flat">
            <a:solidFill>
              <a:schemeClr val="accent1"/>
            </a:solidFill>
            <a:prstDash val="solid"/>
            <a:round/>
            <a:headEnd type="none" w="med" len="med"/>
            <a:tailEnd type="none" w="med" len="med"/>
          </a:ln>
        </p:spPr>
      </p:cxn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matchingName="Title and text 6">
  <p:cSld name="CUSTOM_7_2">
    <p:spTree>
      <p:nvGrpSpPr>
        <p:cNvPr id="1" name=""/>
        <p:cNvGrpSpPr/>
        <p:nvPr/>
      </p:nvGrpSpPr>
      <p:grpSpPr>
        <a:xfrm>
          <a:off x="0" y="0"/>
          <a:ext cx="0" cy="0"/>
          <a:chOff x="0" y="0"/>
          <a:chExt cx="0" cy="0"/>
        </a:xfrm>
      </p:grpSpPr>
      <p:sp>
        <p:nvSpPr>
          <p:cNvPr id="401" name="Google Shape;401;p44">
            <a:extLst>
              <a:ext uri="{FF2B5EF4-FFF2-40B4-BE49-F238E27FC236}">
                <a16:creationId xmlns:a16="http://schemas.microsoft.com/office/drawing/2014/main" id="{1D1C3CA1-6101-4514-ABA5-363457A1E451}"/>
              </a:ext>
            </a:extLst>
          </p:cNvPr>
          <p:cNvSpPr>
            <a:spLocks noGrp="1"/>
          </p:cNvSpPr>
          <p:nvPr>
            <p:ph type="title"/>
          </p:nvPr>
        </p:nvSpPr>
        <p:spPr>
          <a:xfrm>
            <a:off x="4490150" y="2047725"/>
            <a:ext cx="3364200" cy="628800"/>
          </a:xfrm>
          <a:prstGeom prst="rect">
            <a:avLst/>
          </a:prstGeom>
        </p:spPr>
        <p:txBody>
          <a:bodyPr spcFirstLastPara="1" wrap="square" lIns="91425" tIns="91425" rIns="91425" bIns="91425" anchor="t">
            <a:noAutofit/>
          </a:bodyPr>
          <a:lstStyle>
            <a:lvl1pPr algn="r">
              <a:spcBef>
                <a:spcPts val="0"/>
              </a:spcBef>
              <a:spcAft>
                <a:spcPts val="0"/>
              </a:spcAft>
              <a:buSzPts val="3000"/>
              <a:buNone/>
              <a:defRPr/>
            </a:lvl1pPr>
            <a:lvl2pPr>
              <a:spcBef>
                <a:spcPts val="0"/>
              </a:spcBef>
              <a:spcAft>
                <a:spcPts val="0"/>
              </a:spcAft>
              <a:buSzPts val="3000"/>
              <a:buNone/>
              <a:defRPr>
                <a:latin typeface="Open Sans SemiBold"/>
                <a:ea typeface="Open Sans SemiBold"/>
                <a:cs typeface="Open Sans SemiBold"/>
              </a:defRPr>
            </a:lvl2pPr>
            <a:lvl3pPr>
              <a:spcBef>
                <a:spcPts val="0"/>
              </a:spcBef>
              <a:spcAft>
                <a:spcPts val="0"/>
              </a:spcAft>
              <a:buSzPts val="3000"/>
              <a:buNone/>
              <a:defRPr>
                <a:latin typeface="Open Sans SemiBold"/>
                <a:ea typeface="Open Sans SemiBold"/>
                <a:cs typeface="Open Sans SemiBold"/>
              </a:defRPr>
            </a:lvl3pPr>
            <a:lvl4pPr>
              <a:spcBef>
                <a:spcPts val="0"/>
              </a:spcBef>
              <a:spcAft>
                <a:spcPts val="0"/>
              </a:spcAft>
              <a:buSzPts val="3000"/>
              <a:buNone/>
              <a:defRPr>
                <a:latin typeface="Open Sans SemiBold"/>
                <a:ea typeface="Open Sans SemiBold"/>
                <a:cs typeface="Open Sans SemiBold"/>
              </a:defRPr>
            </a:lvl4pPr>
            <a:lvl5pPr>
              <a:spcBef>
                <a:spcPts val="0"/>
              </a:spcBef>
              <a:spcAft>
                <a:spcPts val="0"/>
              </a:spcAft>
              <a:buSzPts val="3000"/>
              <a:buNone/>
              <a:defRPr>
                <a:latin typeface="Open Sans SemiBold"/>
                <a:ea typeface="Open Sans SemiBold"/>
                <a:cs typeface="Open Sans SemiBold"/>
              </a:defRPr>
            </a:lvl5pPr>
            <a:lvl6pPr>
              <a:spcBef>
                <a:spcPts val="0"/>
              </a:spcBef>
              <a:spcAft>
                <a:spcPts val="0"/>
              </a:spcAft>
              <a:buSzPts val="3000"/>
              <a:buNone/>
              <a:defRPr>
                <a:latin typeface="Open Sans SemiBold"/>
                <a:ea typeface="Open Sans SemiBold"/>
                <a:cs typeface="Open Sans SemiBold"/>
              </a:defRPr>
            </a:lvl6pPr>
            <a:lvl7pPr>
              <a:spcBef>
                <a:spcPts val="0"/>
              </a:spcBef>
              <a:spcAft>
                <a:spcPts val="0"/>
              </a:spcAft>
              <a:buSzPts val="3000"/>
              <a:buNone/>
              <a:defRPr>
                <a:latin typeface="Open Sans SemiBold"/>
                <a:ea typeface="Open Sans SemiBold"/>
                <a:cs typeface="Open Sans SemiBold"/>
              </a:defRPr>
            </a:lvl7pPr>
            <a:lvl8pPr>
              <a:spcBef>
                <a:spcPts val="0"/>
              </a:spcBef>
              <a:spcAft>
                <a:spcPts val="0"/>
              </a:spcAft>
              <a:buSzPts val="3000"/>
              <a:buNone/>
              <a:defRPr>
                <a:latin typeface="Open Sans SemiBold"/>
                <a:ea typeface="Open Sans SemiBold"/>
                <a:cs typeface="Open Sans SemiBold"/>
              </a:defRPr>
            </a:lvl8pPr>
            <a:lvl9pPr>
              <a:spcBef>
                <a:spcPts val="0"/>
              </a:spcBef>
              <a:spcAft>
                <a:spcPts val="0"/>
              </a:spcAft>
              <a:buSzPts val="3000"/>
              <a:buNone/>
              <a:defRPr>
                <a:latin typeface="Open Sans SemiBold"/>
                <a:ea typeface="Open Sans SemiBold"/>
                <a:cs typeface="Open Sans SemiBold"/>
              </a:defRPr>
            </a:lvl9pPr>
          </a:lstStyle>
          <a:p>
            <a:endParaRPr/>
          </a:p>
        </p:txBody>
      </p:sp>
      <p:sp>
        <p:nvSpPr>
          <p:cNvPr id="402" name="Google Shape;402;p44">
            <a:extLst>
              <a:ext uri="{FF2B5EF4-FFF2-40B4-BE49-F238E27FC236}">
                <a16:creationId xmlns:a16="http://schemas.microsoft.com/office/drawing/2014/main" id="{CD7AC19F-F465-4BE3-B8D8-B2BEB3B37D8C}"/>
              </a:ext>
            </a:extLst>
          </p:cNvPr>
          <p:cNvSpPr>
            <a:spLocks noGrp="1"/>
          </p:cNvSpPr>
          <p:nvPr>
            <p:ph type="subTitle" idx="1"/>
          </p:nvPr>
        </p:nvSpPr>
        <p:spPr>
          <a:xfrm>
            <a:off x="4855550" y="2694825"/>
            <a:ext cx="2998800" cy="558000"/>
          </a:xfrm>
          <a:prstGeom prst="rect">
            <a:avLst/>
          </a:prstGeom>
        </p:spPr>
        <p:txBody>
          <a:bodyPr spcFirstLastPara="1" wrap="square" lIns="91425" tIns="91425" rIns="91425" bIns="91425" anchor="t">
            <a:noAutofit/>
          </a:bodyPr>
          <a:lstStyle>
            <a:lvl1pPr algn="r">
              <a:lnSpc>
                <a:spcPct val="100000"/>
              </a:lnSpc>
              <a:spcBef>
                <a:spcPts val="0"/>
              </a:spcBef>
              <a:spcAft>
                <a:spcPts val="0"/>
              </a:spcAft>
              <a:buSzPts val="1600"/>
              <a:buFont typeface="Josefin Sans"/>
              <a:buNone/>
              <a:defRPr sz="1400">
                <a:solidFill>
                  <a:schemeClr val="dk1"/>
                </a:solidFill>
              </a:defRPr>
            </a:lvl1pPr>
            <a:lvl2pPr>
              <a:spcBef>
                <a:spcPts val="0"/>
              </a:spcBef>
              <a:spcAft>
                <a:spcPts val="0"/>
              </a:spcAft>
              <a:buSzPts val="1500"/>
              <a:buNone/>
              <a:defRPr sz="1500"/>
            </a:lvl2pPr>
            <a:lvl3pPr>
              <a:spcBef>
                <a:spcPts val="0"/>
              </a:spcBef>
              <a:spcAft>
                <a:spcPts val="0"/>
              </a:spcAft>
              <a:buSzPts val="1500"/>
              <a:buNone/>
              <a:defRPr sz="1500"/>
            </a:lvl3pPr>
            <a:lvl4pPr>
              <a:spcBef>
                <a:spcPts val="0"/>
              </a:spcBef>
              <a:spcAft>
                <a:spcPts val="0"/>
              </a:spcAft>
              <a:buSzPts val="1500"/>
              <a:buNone/>
              <a:defRPr sz="1500"/>
            </a:lvl4pPr>
            <a:lvl5pPr>
              <a:spcBef>
                <a:spcPts val="0"/>
              </a:spcBef>
              <a:spcAft>
                <a:spcPts val="0"/>
              </a:spcAft>
              <a:buSzPts val="1500"/>
              <a:buNone/>
              <a:defRPr sz="1500"/>
            </a:lvl5pPr>
            <a:lvl6pPr>
              <a:spcBef>
                <a:spcPts val="0"/>
              </a:spcBef>
              <a:spcAft>
                <a:spcPts val="0"/>
              </a:spcAft>
              <a:buSzPts val="1500"/>
              <a:buNone/>
              <a:defRPr sz="1500"/>
            </a:lvl6pPr>
            <a:lvl7pPr>
              <a:spcBef>
                <a:spcPts val="0"/>
              </a:spcBef>
              <a:spcAft>
                <a:spcPts val="0"/>
              </a:spcAft>
              <a:buSzPts val="1500"/>
              <a:buNone/>
              <a:defRPr sz="1500"/>
            </a:lvl7pPr>
            <a:lvl8pPr>
              <a:spcBef>
                <a:spcPts val="0"/>
              </a:spcBef>
              <a:spcAft>
                <a:spcPts val="0"/>
              </a:spcAft>
              <a:buSzPts val="1500"/>
              <a:buNone/>
              <a:defRPr sz="1500"/>
            </a:lvl8pPr>
            <a:lvl9pPr>
              <a:spcBef>
                <a:spcPts val="0"/>
              </a:spcBef>
              <a:spcAft>
                <a:spcPts val="0"/>
              </a:spcAft>
              <a:buSzPts val="1500"/>
              <a:buNone/>
              <a:defRPr sz="1500"/>
            </a:lvl9pPr>
          </a:lstStyle>
          <a:p>
            <a:endParaRPr/>
          </a:p>
        </p:txBody>
      </p:sp>
      <p:cxnSp>
        <p:nvCxnSpPr>
          <p:cNvPr id="475" name="Google Shape;403;p44"/>
          <p:cNvCxnSpPr/>
          <p:nvPr/>
        </p:nvCxnSpPr>
        <p:spPr>
          <a:xfrm>
            <a:off x="-72550" y="274100"/>
            <a:ext cx="9287400" cy="0"/>
          </a:xfrm>
          <a:prstGeom prst="straightConnector1">
            <a:avLst/>
          </a:prstGeom>
          <a:ln w="28575" cap="flat">
            <a:solidFill>
              <a:schemeClr val="accent1"/>
            </a:solidFill>
            <a:prstDash val="solid"/>
            <a:round/>
            <a:headEnd type="none" w="med" len="med"/>
            <a:tailEnd type="none" w="med" len="med"/>
          </a:ln>
        </p:spPr>
      </p:cxnSp>
      <p:cxnSp>
        <p:nvCxnSpPr>
          <p:cNvPr id="476" name="Google Shape;404;p44"/>
          <p:cNvCxnSpPr/>
          <p:nvPr/>
        </p:nvCxnSpPr>
        <p:spPr>
          <a:xfrm>
            <a:off x="-72550" y="4877450"/>
            <a:ext cx="9287400" cy="0"/>
          </a:xfrm>
          <a:prstGeom prst="straightConnector1">
            <a:avLst/>
          </a:prstGeom>
          <a:ln w="28575" cap="flat">
            <a:solidFill>
              <a:schemeClr val="accent1"/>
            </a:solidFill>
            <a:prstDash val="solid"/>
            <a:round/>
            <a:headEnd type="none" w="med" len="med"/>
            <a:tailEnd type="none" w="med" len="med"/>
          </a:ln>
        </p:spPr>
      </p:cxn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matchingName="Title and text 7">
  <p:cSld name="CUSTOM_8">
    <p:spTree>
      <p:nvGrpSpPr>
        <p:cNvPr id="1" name=""/>
        <p:cNvGrpSpPr/>
        <p:nvPr/>
      </p:nvGrpSpPr>
      <p:grpSpPr>
        <a:xfrm>
          <a:off x="0" y="0"/>
          <a:ext cx="0" cy="0"/>
          <a:chOff x="0" y="0"/>
          <a:chExt cx="0" cy="0"/>
        </a:xfrm>
      </p:grpSpPr>
      <p:sp>
        <p:nvSpPr>
          <p:cNvPr id="406" name="Google Shape;406;p45">
            <a:extLst>
              <a:ext uri="{FF2B5EF4-FFF2-40B4-BE49-F238E27FC236}">
                <a16:creationId xmlns:a16="http://schemas.microsoft.com/office/drawing/2014/main" id="{842AF9D7-7022-48C1-8B81-C0E776911A66}"/>
              </a:ext>
            </a:extLst>
          </p:cNvPr>
          <p:cNvSpPr>
            <a:spLocks noGrp="1"/>
          </p:cNvSpPr>
          <p:nvPr>
            <p:ph type="subTitle" idx="1"/>
          </p:nvPr>
        </p:nvSpPr>
        <p:spPr>
          <a:xfrm>
            <a:off x="4166800" y="1453525"/>
            <a:ext cx="3957600" cy="2889000"/>
          </a:xfrm>
          <a:prstGeom prst="rect">
            <a:avLst/>
          </a:prstGeom>
        </p:spPr>
        <p:txBody>
          <a:bodyPr spcFirstLastPara="1" wrap="square" lIns="91425" tIns="91425" rIns="91425" bIns="91425" anchor="ctr">
            <a:noAutofit/>
          </a:bodyPr>
          <a:lstStyle>
            <a:lvl1pPr marR="38100" algn="ctr">
              <a:lnSpc>
                <a:spcPct val="100000"/>
              </a:lnSpc>
              <a:spcBef>
                <a:spcPts val="0"/>
              </a:spcBef>
              <a:spcAft>
                <a:spcPts val="0"/>
              </a:spcAft>
              <a:buClr>
                <a:schemeClr val="accent1"/>
              </a:buClr>
              <a:buSzPts val="1400"/>
              <a:buChar char="●"/>
              <a:defRPr sz="1400"/>
            </a:lvl1pPr>
            <a:lvl2pPr algn="ctr">
              <a:spcBef>
                <a:spcPts val="0"/>
              </a:spcBef>
              <a:spcAft>
                <a:spcPts val="0"/>
              </a:spcAft>
              <a:buSzPts val="1400"/>
              <a:buChar char="○"/>
              <a:defRPr/>
            </a:lvl2pPr>
            <a:lvl3pPr algn="ctr">
              <a:spcBef>
                <a:spcPts val="0"/>
              </a:spcBef>
              <a:spcAft>
                <a:spcPts val="0"/>
              </a:spcAft>
              <a:buSzPts val="1400"/>
              <a:buChar char="■"/>
              <a:defRPr/>
            </a:lvl3pPr>
            <a:lvl4pPr algn="ctr">
              <a:spcBef>
                <a:spcPts val="0"/>
              </a:spcBef>
              <a:spcAft>
                <a:spcPts val="0"/>
              </a:spcAft>
              <a:buSzPts val="1400"/>
              <a:buChar char="●"/>
              <a:defRPr/>
            </a:lvl4pPr>
            <a:lvl5pPr algn="ctr">
              <a:spcBef>
                <a:spcPts val="0"/>
              </a:spcBef>
              <a:spcAft>
                <a:spcPts val="0"/>
              </a:spcAft>
              <a:buSzPts val="1400"/>
              <a:buChar char="○"/>
              <a:defRPr/>
            </a:lvl5pPr>
            <a:lvl6pPr algn="ctr">
              <a:spcBef>
                <a:spcPts val="0"/>
              </a:spcBef>
              <a:spcAft>
                <a:spcPts val="0"/>
              </a:spcAft>
              <a:buSzPts val="1400"/>
              <a:buChar char="■"/>
              <a:defRPr/>
            </a:lvl6pPr>
            <a:lvl7pPr algn="ctr">
              <a:spcBef>
                <a:spcPts val="0"/>
              </a:spcBef>
              <a:spcAft>
                <a:spcPts val="0"/>
              </a:spcAft>
              <a:buSzPts val="1400"/>
              <a:buChar char="●"/>
              <a:defRPr/>
            </a:lvl7pPr>
            <a:lvl8pPr algn="ctr">
              <a:spcBef>
                <a:spcPts val="0"/>
              </a:spcBef>
              <a:spcAft>
                <a:spcPts val="0"/>
              </a:spcAft>
              <a:buSzPts val="1400"/>
              <a:buChar char="○"/>
              <a:defRPr/>
            </a:lvl8pPr>
            <a:lvl9pPr algn="ctr">
              <a:spcBef>
                <a:spcPts val="0"/>
              </a:spcBef>
              <a:spcAft>
                <a:spcPts val="0"/>
              </a:spcAft>
              <a:buSzPts val="1400"/>
              <a:buChar char="■"/>
              <a:defRPr/>
            </a:lvl9pPr>
          </a:lstStyle>
          <a:p>
            <a:endParaRPr/>
          </a:p>
        </p:txBody>
      </p:sp>
      <p:sp>
        <p:nvSpPr>
          <p:cNvPr id="407" name="Google Shape;407;p45">
            <a:extLst>
              <a:ext uri="{FF2B5EF4-FFF2-40B4-BE49-F238E27FC236}">
                <a16:creationId xmlns:a16="http://schemas.microsoft.com/office/drawing/2014/main" id="{B635CE72-E238-42BC-81ED-C4766E5132E7}"/>
              </a:ext>
            </a:extLst>
          </p:cNvPr>
          <p:cNvSpPr>
            <a:spLocks noGrp="1"/>
          </p:cNvSpPr>
          <p:nvPr>
            <p:ph type="title"/>
          </p:nvPr>
        </p:nvSpPr>
        <p:spPr>
          <a:xfrm>
            <a:off x="713225" y="445025"/>
            <a:ext cx="4502700" cy="572700"/>
          </a:xfrm>
          <a:prstGeom prst="rect">
            <a:avLst/>
          </a:prstGeom>
        </p:spPr>
        <p:txBody>
          <a:bodyPr spcFirstLastPara="1" wrap="square" lIns="91425" tIns="91425" rIns="91425" bIns="91425" anchor="t">
            <a:noAutofit/>
          </a:bodyPr>
          <a:lstStyle>
            <a:lvl1pPr>
              <a:spcBef>
                <a:spcPts val="0"/>
              </a:spcBef>
              <a:spcAft>
                <a:spcPts val="0"/>
              </a:spcAft>
              <a:buSzPts val="3000"/>
              <a:buNone/>
              <a:defRPr/>
            </a:lvl1pPr>
            <a:lvl2pPr>
              <a:spcBef>
                <a:spcPts val="0"/>
              </a:spcBef>
              <a:spcAft>
                <a:spcPts val="0"/>
              </a:spcAft>
              <a:buSzPts val="3000"/>
              <a:buNone/>
              <a:defRPr>
                <a:latin typeface="Merriweather Light"/>
                <a:ea typeface="Merriweather Light"/>
                <a:cs typeface="Merriweather Light"/>
              </a:defRPr>
            </a:lvl2pPr>
            <a:lvl3pPr>
              <a:spcBef>
                <a:spcPts val="0"/>
              </a:spcBef>
              <a:spcAft>
                <a:spcPts val="0"/>
              </a:spcAft>
              <a:buSzPts val="3000"/>
              <a:buNone/>
              <a:defRPr>
                <a:latin typeface="Merriweather Light"/>
                <a:ea typeface="Merriweather Light"/>
                <a:cs typeface="Merriweather Light"/>
              </a:defRPr>
            </a:lvl3pPr>
            <a:lvl4pPr>
              <a:spcBef>
                <a:spcPts val="0"/>
              </a:spcBef>
              <a:spcAft>
                <a:spcPts val="0"/>
              </a:spcAft>
              <a:buSzPts val="3000"/>
              <a:buNone/>
              <a:defRPr>
                <a:latin typeface="Merriweather Light"/>
                <a:ea typeface="Merriweather Light"/>
                <a:cs typeface="Merriweather Light"/>
              </a:defRPr>
            </a:lvl4pPr>
            <a:lvl5pPr>
              <a:spcBef>
                <a:spcPts val="0"/>
              </a:spcBef>
              <a:spcAft>
                <a:spcPts val="0"/>
              </a:spcAft>
              <a:buSzPts val="3000"/>
              <a:buNone/>
              <a:defRPr>
                <a:latin typeface="Merriweather Light"/>
                <a:ea typeface="Merriweather Light"/>
                <a:cs typeface="Merriweather Light"/>
              </a:defRPr>
            </a:lvl5pPr>
            <a:lvl6pPr>
              <a:spcBef>
                <a:spcPts val="0"/>
              </a:spcBef>
              <a:spcAft>
                <a:spcPts val="0"/>
              </a:spcAft>
              <a:buSzPts val="3000"/>
              <a:buNone/>
              <a:defRPr>
                <a:latin typeface="Merriweather Light"/>
                <a:ea typeface="Merriweather Light"/>
                <a:cs typeface="Merriweather Light"/>
              </a:defRPr>
            </a:lvl6pPr>
            <a:lvl7pPr>
              <a:spcBef>
                <a:spcPts val="0"/>
              </a:spcBef>
              <a:spcAft>
                <a:spcPts val="0"/>
              </a:spcAft>
              <a:buSzPts val="3000"/>
              <a:buNone/>
              <a:defRPr>
                <a:latin typeface="Merriweather Light"/>
                <a:ea typeface="Merriweather Light"/>
                <a:cs typeface="Merriweather Light"/>
              </a:defRPr>
            </a:lvl7pPr>
            <a:lvl8pPr>
              <a:spcBef>
                <a:spcPts val="0"/>
              </a:spcBef>
              <a:spcAft>
                <a:spcPts val="0"/>
              </a:spcAft>
              <a:buSzPts val="3000"/>
              <a:buNone/>
              <a:defRPr>
                <a:latin typeface="Merriweather Light"/>
                <a:ea typeface="Merriweather Light"/>
                <a:cs typeface="Merriweather Light"/>
              </a:defRPr>
            </a:lvl8pPr>
            <a:lvl9pPr>
              <a:spcBef>
                <a:spcPts val="0"/>
              </a:spcBef>
              <a:spcAft>
                <a:spcPts val="0"/>
              </a:spcAft>
              <a:buSzPts val="3000"/>
              <a:buNone/>
              <a:defRPr>
                <a:latin typeface="Merriweather Light"/>
                <a:ea typeface="Merriweather Light"/>
                <a:cs typeface="Merriweather Light"/>
              </a:defRPr>
            </a:lvl9pPr>
          </a:lstStyle>
          <a:p>
            <a:endParaRPr/>
          </a:p>
        </p:txBody>
      </p:sp>
      <p:cxnSp>
        <p:nvCxnSpPr>
          <p:cNvPr id="498" name="Google Shape;408;p45"/>
          <p:cNvCxnSpPr/>
          <p:nvPr/>
        </p:nvCxnSpPr>
        <p:spPr>
          <a:xfrm>
            <a:off x="-72550" y="274100"/>
            <a:ext cx="9287400" cy="0"/>
          </a:xfrm>
          <a:prstGeom prst="straightConnector1">
            <a:avLst/>
          </a:prstGeom>
          <a:ln w="28575" cap="flat">
            <a:solidFill>
              <a:schemeClr val="accent1"/>
            </a:solidFill>
            <a:prstDash val="solid"/>
            <a:round/>
            <a:headEnd type="none" w="med" len="med"/>
            <a:tailEnd type="none" w="med" len="med"/>
          </a:ln>
        </p:spPr>
      </p:cxnSp>
      <p:cxnSp>
        <p:nvCxnSpPr>
          <p:cNvPr id="499" name="Google Shape;409;p45"/>
          <p:cNvCxnSpPr/>
          <p:nvPr/>
        </p:nvCxnSpPr>
        <p:spPr>
          <a:xfrm>
            <a:off x="-72550" y="4877450"/>
            <a:ext cx="9287400" cy="0"/>
          </a:xfrm>
          <a:prstGeom prst="straightConnector1">
            <a:avLst/>
          </a:prstGeom>
          <a:ln w="28575" cap="flat">
            <a:solidFill>
              <a:schemeClr val="accent1"/>
            </a:solidFill>
            <a:prstDash val="solid"/>
            <a:round/>
            <a:headEnd type="none" w="med" len="med"/>
            <a:tailEnd type="none" w="med" len="med"/>
          </a:ln>
        </p:spPr>
      </p:cxnSp>
      <p:cxnSp>
        <p:nvCxnSpPr>
          <p:cNvPr id="500" name="Google Shape;410;p45"/>
          <p:cNvCxnSpPr/>
          <p:nvPr/>
        </p:nvCxnSpPr>
        <p:spPr>
          <a:xfrm flipH="1">
            <a:off x="6772150" y="3663450"/>
            <a:ext cx="2823300" cy="1633200"/>
          </a:xfrm>
          <a:prstGeom prst="curvedConnector3">
            <a:avLst>
              <a:gd name="adj1" fmla="val 50000"/>
            </a:avLst>
          </a:prstGeom>
          <a:ln w="28575" cap="flat">
            <a:solidFill>
              <a:schemeClr val="accent2"/>
            </a:solidFill>
            <a:prstDash val="solid"/>
            <a:round/>
            <a:headEnd type="none" w="med" len="med"/>
            <a:tailEnd type="none" w="med" len="med"/>
          </a:ln>
        </p:spPr>
      </p:cxn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matchingName="Title and two columns 1">
  <p:cSld name="CUSTOM_29">
    <p:spTree>
      <p:nvGrpSpPr>
        <p:cNvPr id="1" name=""/>
        <p:cNvGrpSpPr/>
        <p:nvPr/>
      </p:nvGrpSpPr>
      <p:grpSpPr>
        <a:xfrm>
          <a:off x="0" y="0"/>
          <a:ext cx="0" cy="0"/>
          <a:chOff x="0" y="0"/>
          <a:chExt cx="0" cy="0"/>
        </a:xfrm>
      </p:grpSpPr>
      <p:cxnSp>
        <p:nvCxnSpPr>
          <p:cNvPr id="523" name="Google Shape;412;p46"/>
          <p:cNvCxnSpPr/>
          <p:nvPr/>
        </p:nvCxnSpPr>
        <p:spPr>
          <a:xfrm>
            <a:off x="-72550" y="274100"/>
            <a:ext cx="9287400" cy="0"/>
          </a:xfrm>
          <a:prstGeom prst="straightConnector1">
            <a:avLst/>
          </a:prstGeom>
          <a:ln w="28575" cap="flat">
            <a:solidFill>
              <a:schemeClr val="accent1"/>
            </a:solidFill>
            <a:prstDash val="solid"/>
            <a:round/>
            <a:headEnd type="none" w="med" len="med"/>
            <a:tailEnd type="none" w="med" len="med"/>
          </a:ln>
        </p:spPr>
      </p:cxnSp>
      <p:cxnSp>
        <p:nvCxnSpPr>
          <p:cNvPr id="524" name="Google Shape;413;p46"/>
          <p:cNvCxnSpPr/>
          <p:nvPr/>
        </p:nvCxnSpPr>
        <p:spPr>
          <a:xfrm>
            <a:off x="-72550" y="4877450"/>
            <a:ext cx="9287400" cy="0"/>
          </a:xfrm>
          <a:prstGeom prst="straightConnector1">
            <a:avLst/>
          </a:prstGeom>
          <a:ln w="28575" cap="flat">
            <a:solidFill>
              <a:schemeClr val="accent1"/>
            </a:solidFill>
            <a:prstDash val="solid"/>
            <a:round/>
            <a:headEnd type="none" w="med" len="med"/>
            <a:tailEnd type="none" w="med" len="med"/>
          </a:ln>
        </p:spPr>
      </p:cxnSp>
      <p:cxnSp>
        <p:nvCxnSpPr>
          <p:cNvPr id="525" name="Google Shape;414;p46"/>
          <p:cNvCxnSpPr/>
          <p:nvPr/>
        </p:nvCxnSpPr>
        <p:spPr>
          <a:xfrm>
            <a:off x="-250225" y="4076450"/>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cxnSp>
        <p:nvCxnSpPr>
          <p:cNvPr id="526" name="Google Shape;415;p46"/>
          <p:cNvCxnSpPr/>
          <p:nvPr/>
        </p:nvCxnSpPr>
        <p:spPr>
          <a:xfrm>
            <a:off x="7441150" y="-48375"/>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cxnSp>
        <p:nvCxnSpPr>
          <p:cNvPr id="527" name="Google Shape;416;p46"/>
          <p:cNvCxnSpPr/>
          <p:nvPr/>
        </p:nvCxnSpPr>
        <p:spPr>
          <a:xfrm flipH="1">
            <a:off x="7454238" y="4053663"/>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cxnSp>
        <p:nvCxnSpPr>
          <p:cNvPr id="528" name="Google Shape;417;p46"/>
          <p:cNvCxnSpPr/>
          <p:nvPr/>
        </p:nvCxnSpPr>
        <p:spPr>
          <a:xfrm flipH="1">
            <a:off x="-237137" y="-71162"/>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sp>
        <p:nvSpPr>
          <p:cNvPr id="418" name="Google Shape;418;p46">
            <a:extLst>
              <a:ext uri="{FF2B5EF4-FFF2-40B4-BE49-F238E27FC236}">
                <a16:creationId xmlns:a16="http://schemas.microsoft.com/office/drawing/2014/main" id="{F0F3AD3D-5A49-4B65-954E-3F08E76129AA}"/>
              </a:ext>
            </a:extLst>
          </p:cNvPr>
          <p:cNvSpPr>
            <a:spLocks noGrp="1"/>
          </p:cNvSpPr>
          <p:nvPr>
            <p:ph type="title"/>
          </p:nvPr>
        </p:nvSpPr>
        <p:spPr>
          <a:xfrm>
            <a:off x="1531650" y="445025"/>
            <a:ext cx="6080700" cy="572700"/>
          </a:xfrm>
          <a:prstGeom prst="rect">
            <a:avLst/>
          </a:prstGeom>
        </p:spPr>
        <p:txBody>
          <a:bodyPr spcFirstLastPara="1" wrap="square" lIns="91425" tIns="91425" rIns="91425" bIns="91425" anchor="t">
            <a:noAutofit/>
          </a:bodyPr>
          <a:lstStyle>
            <a:lvl1pPr algn="ctr">
              <a:spcBef>
                <a:spcPts val="0"/>
              </a:spcBef>
              <a:spcAft>
                <a:spcPts val="0"/>
              </a:spcAft>
              <a:buSzPts val="3000"/>
              <a:buNone/>
              <a:defRPr/>
            </a:lvl1pPr>
            <a:lvl2pPr algn="ctr">
              <a:spcBef>
                <a:spcPts val="0"/>
              </a:spcBef>
              <a:spcAft>
                <a:spcPts val="0"/>
              </a:spcAft>
              <a:buSzPts val="3000"/>
              <a:buNone/>
              <a:defRPr>
                <a:latin typeface="Merriweather Light"/>
                <a:ea typeface="Merriweather Light"/>
                <a:cs typeface="Merriweather Light"/>
              </a:defRPr>
            </a:lvl2pPr>
            <a:lvl3pPr algn="ctr">
              <a:spcBef>
                <a:spcPts val="0"/>
              </a:spcBef>
              <a:spcAft>
                <a:spcPts val="0"/>
              </a:spcAft>
              <a:buSzPts val="3000"/>
              <a:buNone/>
              <a:defRPr>
                <a:latin typeface="Merriweather Light"/>
                <a:ea typeface="Merriweather Light"/>
                <a:cs typeface="Merriweather Light"/>
              </a:defRPr>
            </a:lvl3pPr>
            <a:lvl4pPr algn="ctr">
              <a:spcBef>
                <a:spcPts val="0"/>
              </a:spcBef>
              <a:spcAft>
                <a:spcPts val="0"/>
              </a:spcAft>
              <a:buSzPts val="3000"/>
              <a:buNone/>
              <a:defRPr>
                <a:latin typeface="Merriweather Light"/>
                <a:ea typeface="Merriweather Light"/>
                <a:cs typeface="Merriweather Light"/>
              </a:defRPr>
            </a:lvl4pPr>
            <a:lvl5pPr algn="ctr">
              <a:spcBef>
                <a:spcPts val="0"/>
              </a:spcBef>
              <a:spcAft>
                <a:spcPts val="0"/>
              </a:spcAft>
              <a:buSzPts val="3000"/>
              <a:buNone/>
              <a:defRPr>
                <a:latin typeface="Merriweather Light"/>
                <a:ea typeface="Merriweather Light"/>
                <a:cs typeface="Merriweather Light"/>
              </a:defRPr>
            </a:lvl5pPr>
            <a:lvl6pPr algn="ctr">
              <a:spcBef>
                <a:spcPts val="0"/>
              </a:spcBef>
              <a:spcAft>
                <a:spcPts val="0"/>
              </a:spcAft>
              <a:buSzPts val="3000"/>
              <a:buNone/>
              <a:defRPr>
                <a:latin typeface="Merriweather Light"/>
                <a:ea typeface="Merriweather Light"/>
                <a:cs typeface="Merriweather Light"/>
              </a:defRPr>
            </a:lvl6pPr>
            <a:lvl7pPr algn="ctr">
              <a:spcBef>
                <a:spcPts val="0"/>
              </a:spcBef>
              <a:spcAft>
                <a:spcPts val="0"/>
              </a:spcAft>
              <a:buSzPts val="3000"/>
              <a:buNone/>
              <a:defRPr>
                <a:latin typeface="Merriweather Light"/>
                <a:ea typeface="Merriweather Light"/>
                <a:cs typeface="Merriweather Light"/>
              </a:defRPr>
            </a:lvl7pPr>
            <a:lvl8pPr algn="ctr">
              <a:spcBef>
                <a:spcPts val="0"/>
              </a:spcBef>
              <a:spcAft>
                <a:spcPts val="0"/>
              </a:spcAft>
              <a:buSzPts val="3000"/>
              <a:buNone/>
              <a:defRPr>
                <a:latin typeface="Merriweather Light"/>
                <a:ea typeface="Merriweather Light"/>
                <a:cs typeface="Merriweather Light"/>
              </a:defRPr>
            </a:lvl8pPr>
            <a:lvl9pPr algn="ctr">
              <a:spcBef>
                <a:spcPts val="0"/>
              </a:spcBef>
              <a:spcAft>
                <a:spcPts val="0"/>
              </a:spcAft>
              <a:buSzPts val="3000"/>
              <a:buNone/>
              <a:defRPr>
                <a:latin typeface="Merriweather Light"/>
                <a:ea typeface="Merriweather Light"/>
                <a:cs typeface="Merriweather Light"/>
              </a:defRPr>
            </a:lvl9pPr>
          </a:lstStyle>
          <a:p>
            <a:endParaRPr/>
          </a:p>
        </p:txBody>
      </p:sp>
      <p:sp>
        <p:nvSpPr>
          <p:cNvPr id="419" name="Google Shape;419;p46">
            <a:extLst>
              <a:ext uri="{FF2B5EF4-FFF2-40B4-BE49-F238E27FC236}">
                <a16:creationId xmlns:a16="http://schemas.microsoft.com/office/drawing/2014/main" id="{80960870-D79C-4D51-8223-B0FEF0F5894F}"/>
              </a:ext>
            </a:extLst>
          </p:cNvPr>
          <p:cNvSpPr>
            <a:spLocks noGrp="1"/>
          </p:cNvSpPr>
          <p:nvPr>
            <p:ph type="subTitle" idx="1"/>
          </p:nvPr>
        </p:nvSpPr>
        <p:spPr>
          <a:xfrm>
            <a:off x="4525188" y="1537663"/>
            <a:ext cx="3957600" cy="2889000"/>
          </a:xfrm>
          <a:prstGeom prst="rect">
            <a:avLst/>
          </a:prstGeom>
        </p:spPr>
        <p:txBody>
          <a:bodyPr spcFirstLastPara="1" wrap="square" lIns="91425" tIns="91425" rIns="91425" bIns="91425" anchor="ctr">
            <a:noAutofit/>
          </a:bodyPr>
          <a:lstStyle>
            <a:lvl1pPr marR="38100" algn="ctr">
              <a:lnSpc>
                <a:spcPct val="100000"/>
              </a:lnSpc>
              <a:spcBef>
                <a:spcPts val="0"/>
              </a:spcBef>
              <a:spcAft>
                <a:spcPts val="0"/>
              </a:spcAft>
              <a:buClr>
                <a:schemeClr val="accent1"/>
              </a:buClr>
              <a:buSzPts val="1400"/>
              <a:buChar char="●"/>
              <a:defRPr sz="1400"/>
            </a:lvl1pPr>
            <a:lvl2pPr algn="ctr">
              <a:spcBef>
                <a:spcPts val="0"/>
              </a:spcBef>
              <a:spcAft>
                <a:spcPts val="0"/>
              </a:spcAft>
              <a:buClr>
                <a:schemeClr val="dk1"/>
              </a:buClr>
              <a:buSzPts val="1400"/>
              <a:buChar char="○"/>
              <a:defRPr/>
            </a:lvl2pPr>
            <a:lvl3pPr algn="ctr">
              <a:spcBef>
                <a:spcPts val="0"/>
              </a:spcBef>
              <a:spcAft>
                <a:spcPts val="0"/>
              </a:spcAft>
              <a:buClr>
                <a:schemeClr val="dk1"/>
              </a:buClr>
              <a:buSzPts val="1400"/>
              <a:buChar char="■"/>
              <a:defRPr/>
            </a:lvl3pPr>
            <a:lvl4pPr algn="ctr">
              <a:spcBef>
                <a:spcPts val="0"/>
              </a:spcBef>
              <a:spcAft>
                <a:spcPts val="0"/>
              </a:spcAft>
              <a:buClr>
                <a:schemeClr val="dk1"/>
              </a:buClr>
              <a:buSzPts val="1400"/>
              <a:buChar char="●"/>
              <a:defRPr/>
            </a:lvl4pPr>
            <a:lvl5pPr algn="ctr">
              <a:spcBef>
                <a:spcPts val="0"/>
              </a:spcBef>
              <a:spcAft>
                <a:spcPts val="0"/>
              </a:spcAft>
              <a:buClr>
                <a:schemeClr val="dk1"/>
              </a:buClr>
              <a:buSzPts val="1400"/>
              <a:buChar char="○"/>
              <a:defRPr/>
            </a:lvl5pPr>
            <a:lvl6pPr algn="ctr">
              <a:spcBef>
                <a:spcPts val="0"/>
              </a:spcBef>
              <a:spcAft>
                <a:spcPts val="0"/>
              </a:spcAft>
              <a:buClr>
                <a:schemeClr val="dk1"/>
              </a:buClr>
              <a:buSzPts val="1400"/>
              <a:buChar char="■"/>
              <a:defRPr/>
            </a:lvl6pPr>
            <a:lvl7pPr algn="ctr">
              <a:spcBef>
                <a:spcPts val="0"/>
              </a:spcBef>
              <a:spcAft>
                <a:spcPts val="0"/>
              </a:spcAft>
              <a:buClr>
                <a:schemeClr val="dk1"/>
              </a:buClr>
              <a:buSzPts val="1400"/>
              <a:buChar char="●"/>
              <a:defRPr/>
            </a:lvl7pPr>
            <a:lvl8pPr algn="ctr">
              <a:spcBef>
                <a:spcPts val="0"/>
              </a:spcBef>
              <a:spcAft>
                <a:spcPts val="0"/>
              </a:spcAft>
              <a:buClr>
                <a:schemeClr val="dk1"/>
              </a:buClr>
              <a:buSzPts val="1400"/>
              <a:buChar char="○"/>
              <a:defRPr/>
            </a:lvl8pPr>
            <a:lvl9pPr algn="ctr">
              <a:spcBef>
                <a:spcPts val="0"/>
              </a:spcBef>
              <a:spcAft>
                <a:spcPts val="0"/>
              </a:spcAft>
              <a:buClr>
                <a:schemeClr val="dk1"/>
              </a:buClr>
              <a:buSzPts val="1400"/>
              <a:buChar char="■"/>
              <a:defRPr/>
            </a:lvl9pPr>
          </a:lstStyle>
          <a:p>
            <a:endParaRPr/>
          </a:p>
        </p:txBody>
      </p:sp>
      <p:sp>
        <p:nvSpPr>
          <p:cNvPr id="420" name="Google Shape;420;p46">
            <a:extLst>
              <a:ext uri="{FF2B5EF4-FFF2-40B4-BE49-F238E27FC236}">
                <a16:creationId xmlns:a16="http://schemas.microsoft.com/office/drawing/2014/main" id="{88C78615-61F4-4DEC-BBD8-701670D8D86B}"/>
              </a:ext>
            </a:extLst>
          </p:cNvPr>
          <p:cNvSpPr>
            <a:spLocks noGrp="1"/>
          </p:cNvSpPr>
          <p:nvPr>
            <p:ph type="subTitle" idx="2"/>
          </p:nvPr>
        </p:nvSpPr>
        <p:spPr>
          <a:xfrm>
            <a:off x="661213" y="1537663"/>
            <a:ext cx="3957600" cy="2889000"/>
          </a:xfrm>
          <a:prstGeom prst="rect">
            <a:avLst/>
          </a:prstGeom>
        </p:spPr>
        <p:txBody>
          <a:bodyPr spcFirstLastPara="1" wrap="square" lIns="91425" tIns="91425" rIns="91425" bIns="91425" anchor="ctr">
            <a:noAutofit/>
          </a:bodyPr>
          <a:lstStyle>
            <a:lvl1pPr marR="38100" algn="ctr">
              <a:lnSpc>
                <a:spcPct val="100000"/>
              </a:lnSpc>
              <a:spcBef>
                <a:spcPts val="0"/>
              </a:spcBef>
              <a:spcAft>
                <a:spcPts val="0"/>
              </a:spcAft>
              <a:buClr>
                <a:schemeClr val="accent1"/>
              </a:buClr>
              <a:buSzPts val="1400"/>
              <a:buChar char="●"/>
              <a:defRPr sz="1400"/>
            </a:lvl1pPr>
            <a:lvl2pPr algn="ctr">
              <a:spcBef>
                <a:spcPts val="0"/>
              </a:spcBef>
              <a:spcAft>
                <a:spcPts val="0"/>
              </a:spcAft>
              <a:buClr>
                <a:schemeClr val="dk1"/>
              </a:buClr>
              <a:buSzPts val="1400"/>
              <a:buChar char="○"/>
              <a:defRPr/>
            </a:lvl2pPr>
            <a:lvl3pPr algn="ctr">
              <a:spcBef>
                <a:spcPts val="0"/>
              </a:spcBef>
              <a:spcAft>
                <a:spcPts val="0"/>
              </a:spcAft>
              <a:buClr>
                <a:schemeClr val="dk1"/>
              </a:buClr>
              <a:buSzPts val="1400"/>
              <a:buChar char="■"/>
              <a:defRPr/>
            </a:lvl3pPr>
            <a:lvl4pPr algn="ctr">
              <a:spcBef>
                <a:spcPts val="0"/>
              </a:spcBef>
              <a:spcAft>
                <a:spcPts val="0"/>
              </a:spcAft>
              <a:buClr>
                <a:schemeClr val="dk1"/>
              </a:buClr>
              <a:buSzPts val="1400"/>
              <a:buChar char="●"/>
              <a:defRPr/>
            </a:lvl4pPr>
            <a:lvl5pPr algn="ctr">
              <a:spcBef>
                <a:spcPts val="0"/>
              </a:spcBef>
              <a:spcAft>
                <a:spcPts val="0"/>
              </a:spcAft>
              <a:buClr>
                <a:schemeClr val="dk1"/>
              </a:buClr>
              <a:buSzPts val="1400"/>
              <a:buChar char="○"/>
              <a:defRPr/>
            </a:lvl5pPr>
            <a:lvl6pPr algn="ctr">
              <a:spcBef>
                <a:spcPts val="0"/>
              </a:spcBef>
              <a:spcAft>
                <a:spcPts val="0"/>
              </a:spcAft>
              <a:buClr>
                <a:schemeClr val="dk1"/>
              </a:buClr>
              <a:buSzPts val="1400"/>
              <a:buChar char="■"/>
              <a:defRPr/>
            </a:lvl6pPr>
            <a:lvl7pPr algn="ctr">
              <a:spcBef>
                <a:spcPts val="0"/>
              </a:spcBef>
              <a:spcAft>
                <a:spcPts val="0"/>
              </a:spcAft>
              <a:buClr>
                <a:schemeClr val="dk1"/>
              </a:buClr>
              <a:buSzPts val="1400"/>
              <a:buChar char="●"/>
              <a:defRPr/>
            </a:lvl7pPr>
            <a:lvl8pPr algn="ctr">
              <a:spcBef>
                <a:spcPts val="0"/>
              </a:spcBef>
              <a:spcAft>
                <a:spcPts val="0"/>
              </a:spcAft>
              <a:buClr>
                <a:schemeClr val="dk1"/>
              </a:buClr>
              <a:buSzPts val="1400"/>
              <a:buChar char="○"/>
              <a:defRPr/>
            </a:lvl8pPr>
            <a:lvl9pPr algn="ctr">
              <a:spcBef>
                <a:spcPts val="0"/>
              </a:spcBef>
              <a:spcAft>
                <a:spcPts val="0"/>
              </a:spcAft>
              <a:buClr>
                <a:schemeClr val="dk1"/>
              </a:buClr>
              <a:buSzPts val="1400"/>
              <a:buChar char="■"/>
              <a:defRPr/>
            </a:lvl9pPr>
          </a:lstStyle>
          <a:p>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matchingName="Title and two columns 2">
  <p:cSld name="CUSTOM_9">
    <p:spTree>
      <p:nvGrpSpPr>
        <p:cNvPr id="1" name=""/>
        <p:cNvGrpSpPr/>
        <p:nvPr/>
      </p:nvGrpSpPr>
      <p:grpSpPr>
        <a:xfrm>
          <a:off x="0" y="0"/>
          <a:ext cx="0" cy="0"/>
          <a:chOff x="0" y="0"/>
          <a:chExt cx="0" cy="0"/>
        </a:xfrm>
      </p:grpSpPr>
      <p:sp>
        <p:nvSpPr>
          <p:cNvPr id="422" name="Google Shape;422;p47">
            <a:extLst>
              <a:ext uri="{FF2B5EF4-FFF2-40B4-BE49-F238E27FC236}">
                <a16:creationId xmlns:a16="http://schemas.microsoft.com/office/drawing/2014/main" id="{40DB3203-4216-49F2-B741-B8CBF9CF5B6C}"/>
              </a:ext>
            </a:extLst>
          </p:cNvPr>
          <p:cNvSpPr>
            <a:spLocks noGrp="1"/>
          </p:cNvSpPr>
          <p:nvPr>
            <p:ph type="subTitle" idx="1"/>
          </p:nvPr>
        </p:nvSpPr>
        <p:spPr>
          <a:xfrm>
            <a:off x="4816075" y="3616375"/>
            <a:ext cx="2942100" cy="357000"/>
          </a:xfrm>
          <a:prstGeom prst="rect">
            <a:avLst/>
          </a:prstGeom>
        </p:spPr>
        <p:txBody>
          <a:bodyPr spcFirstLastPara="1" wrap="square" lIns="91425" tIns="91425" rIns="91425" bIns="91425" anchor="ctr">
            <a:noAutofit/>
          </a:bodyPr>
          <a:lstStyle>
            <a:lvl1pPr algn="ctr">
              <a:lnSpc>
                <a:spcPct val="100000"/>
              </a:lnSpc>
              <a:spcBef>
                <a:spcPts val="0"/>
              </a:spcBef>
              <a:spcAft>
                <a:spcPts val="0"/>
              </a:spcAft>
              <a:buClr>
                <a:schemeClr val="dk1"/>
              </a:buClr>
              <a:buSzPts val="2400"/>
              <a:buFont typeface="Cambria"/>
              <a:buNone/>
              <a:defRPr sz="2400">
                <a:solidFill>
                  <a:schemeClr val="dk1"/>
                </a:solidFill>
                <a:latin typeface="Cambria"/>
                <a:ea typeface="Cambria"/>
                <a:cs typeface="Cambria"/>
              </a:defRPr>
            </a:lvl1pPr>
            <a:lvl2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2pPr>
            <a:lvl3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3pPr>
            <a:lvl4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4pPr>
            <a:lvl5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5pPr>
            <a:lvl6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6pPr>
            <a:lvl7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7pPr>
            <a:lvl8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8pPr>
            <a:lvl9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9pPr>
          </a:lstStyle>
          <a:p>
            <a:endParaRPr/>
          </a:p>
        </p:txBody>
      </p:sp>
      <p:sp>
        <p:nvSpPr>
          <p:cNvPr id="423" name="Google Shape;423;p47">
            <a:extLst>
              <a:ext uri="{FF2B5EF4-FFF2-40B4-BE49-F238E27FC236}">
                <a16:creationId xmlns:a16="http://schemas.microsoft.com/office/drawing/2014/main" id="{5B4AF480-18B6-4EDF-B8DB-EE2A214972C3}"/>
              </a:ext>
            </a:extLst>
          </p:cNvPr>
          <p:cNvSpPr>
            <a:spLocks noGrp="1"/>
          </p:cNvSpPr>
          <p:nvPr>
            <p:ph type="subTitle" idx="2"/>
          </p:nvPr>
        </p:nvSpPr>
        <p:spPr>
          <a:xfrm>
            <a:off x="4816200" y="3956375"/>
            <a:ext cx="2941800" cy="6522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1400"/>
              <a:buNone/>
              <a:defRPr sz="1400" b="0"/>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sp>
        <p:nvSpPr>
          <p:cNvPr id="424" name="Google Shape;424;p47">
            <a:extLst>
              <a:ext uri="{FF2B5EF4-FFF2-40B4-BE49-F238E27FC236}">
                <a16:creationId xmlns:a16="http://schemas.microsoft.com/office/drawing/2014/main" id="{E3E387C5-C109-4573-A78D-634EE432A1F2}"/>
              </a:ext>
            </a:extLst>
          </p:cNvPr>
          <p:cNvSpPr>
            <a:spLocks noGrp="1"/>
          </p:cNvSpPr>
          <p:nvPr>
            <p:ph type="subTitle" idx="3"/>
          </p:nvPr>
        </p:nvSpPr>
        <p:spPr>
          <a:xfrm>
            <a:off x="1385829" y="3616375"/>
            <a:ext cx="2942100" cy="357000"/>
          </a:xfrm>
          <a:prstGeom prst="rect">
            <a:avLst/>
          </a:prstGeom>
        </p:spPr>
        <p:txBody>
          <a:bodyPr spcFirstLastPara="1" wrap="square" lIns="91425" tIns="91425" rIns="91425" bIns="91425" anchor="ctr">
            <a:noAutofit/>
          </a:bodyPr>
          <a:lstStyle>
            <a:lvl1pPr algn="ctr">
              <a:lnSpc>
                <a:spcPct val="100000"/>
              </a:lnSpc>
              <a:spcBef>
                <a:spcPts val="0"/>
              </a:spcBef>
              <a:spcAft>
                <a:spcPts val="0"/>
              </a:spcAft>
              <a:buClr>
                <a:schemeClr val="dk1"/>
              </a:buClr>
              <a:buSzPts val="2400"/>
              <a:buFont typeface="Cambria"/>
              <a:buNone/>
              <a:defRPr sz="2400">
                <a:solidFill>
                  <a:schemeClr val="dk1"/>
                </a:solidFill>
                <a:latin typeface="Cambria"/>
                <a:ea typeface="Cambria"/>
                <a:cs typeface="Cambria"/>
              </a:defRPr>
            </a:lvl1pPr>
            <a:lvl2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2pPr>
            <a:lvl3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3pPr>
            <a:lvl4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4pPr>
            <a:lvl5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5pPr>
            <a:lvl6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6pPr>
            <a:lvl7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7pPr>
            <a:lvl8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8pPr>
            <a:lvl9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9pPr>
          </a:lstStyle>
          <a:p>
            <a:endParaRPr/>
          </a:p>
        </p:txBody>
      </p:sp>
      <p:sp>
        <p:nvSpPr>
          <p:cNvPr id="425" name="Google Shape;425;p47">
            <a:extLst>
              <a:ext uri="{FF2B5EF4-FFF2-40B4-BE49-F238E27FC236}">
                <a16:creationId xmlns:a16="http://schemas.microsoft.com/office/drawing/2014/main" id="{159130DB-2CD5-44AD-A341-E654C5CB16E7}"/>
              </a:ext>
            </a:extLst>
          </p:cNvPr>
          <p:cNvSpPr>
            <a:spLocks noGrp="1"/>
          </p:cNvSpPr>
          <p:nvPr>
            <p:ph type="subTitle" idx="4"/>
          </p:nvPr>
        </p:nvSpPr>
        <p:spPr>
          <a:xfrm>
            <a:off x="1386025" y="3956375"/>
            <a:ext cx="2941800" cy="6522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1400"/>
              <a:buNone/>
              <a:defRPr sz="1400" b="0"/>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sp>
        <p:nvSpPr>
          <p:cNvPr id="426" name="Google Shape;426;p47">
            <a:extLst>
              <a:ext uri="{FF2B5EF4-FFF2-40B4-BE49-F238E27FC236}">
                <a16:creationId xmlns:a16="http://schemas.microsoft.com/office/drawing/2014/main" id="{0EF20AC2-1405-4C9E-8F86-C98BA5BDC7EA}"/>
              </a:ext>
            </a:extLst>
          </p:cNvPr>
          <p:cNvSpPr>
            <a:spLocks noGrp="1"/>
          </p:cNvSpPr>
          <p:nvPr>
            <p:ph type="title"/>
          </p:nvPr>
        </p:nvSpPr>
        <p:spPr>
          <a:xfrm>
            <a:off x="713225" y="445025"/>
            <a:ext cx="2729100" cy="572700"/>
          </a:xfrm>
          <a:prstGeom prst="rect">
            <a:avLst/>
          </a:prstGeom>
        </p:spPr>
        <p:txBody>
          <a:bodyPr spcFirstLastPara="1" wrap="square" lIns="91425" tIns="91425" rIns="91425" bIns="91425" anchor="t">
            <a:noAutofit/>
          </a:bodyPr>
          <a:lstStyle>
            <a:lvl1pPr>
              <a:spcBef>
                <a:spcPts val="0"/>
              </a:spcBef>
              <a:spcAft>
                <a:spcPts val="0"/>
              </a:spcAft>
              <a:buSzPts val="3000"/>
              <a:buNone/>
              <a:defRPr/>
            </a:lvl1pPr>
            <a:lvl2pPr>
              <a:spcBef>
                <a:spcPts val="0"/>
              </a:spcBef>
              <a:spcAft>
                <a:spcPts val="0"/>
              </a:spcAft>
              <a:buSzPts val="3000"/>
              <a:buNone/>
              <a:defRPr>
                <a:latin typeface="Merriweather Light"/>
                <a:ea typeface="Merriweather Light"/>
                <a:cs typeface="Merriweather Light"/>
              </a:defRPr>
            </a:lvl2pPr>
            <a:lvl3pPr>
              <a:spcBef>
                <a:spcPts val="0"/>
              </a:spcBef>
              <a:spcAft>
                <a:spcPts val="0"/>
              </a:spcAft>
              <a:buSzPts val="3000"/>
              <a:buNone/>
              <a:defRPr>
                <a:latin typeface="Merriweather Light"/>
                <a:ea typeface="Merriweather Light"/>
                <a:cs typeface="Merriweather Light"/>
              </a:defRPr>
            </a:lvl3pPr>
            <a:lvl4pPr>
              <a:spcBef>
                <a:spcPts val="0"/>
              </a:spcBef>
              <a:spcAft>
                <a:spcPts val="0"/>
              </a:spcAft>
              <a:buSzPts val="3000"/>
              <a:buNone/>
              <a:defRPr>
                <a:latin typeface="Merriweather Light"/>
                <a:ea typeface="Merriweather Light"/>
                <a:cs typeface="Merriweather Light"/>
              </a:defRPr>
            </a:lvl4pPr>
            <a:lvl5pPr>
              <a:spcBef>
                <a:spcPts val="0"/>
              </a:spcBef>
              <a:spcAft>
                <a:spcPts val="0"/>
              </a:spcAft>
              <a:buSzPts val="3000"/>
              <a:buNone/>
              <a:defRPr>
                <a:latin typeface="Merriweather Light"/>
                <a:ea typeface="Merriweather Light"/>
                <a:cs typeface="Merriweather Light"/>
              </a:defRPr>
            </a:lvl5pPr>
            <a:lvl6pPr>
              <a:spcBef>
                <a:spcPts val="0"/>
              </a:spcBef>
              <a:spcAft>
                <a:spcPts val="0"/>
              </a:spcAft>
              <a:buSzPts val="3000"/>
              <a:buNone/>
              <a:defRPr>
                <a:latin typeface="Merriweather Light"/>
                <a:ea typeface="Merriweather Light"/>
                <a:cs typeface="Merriweather Light"/>
              </a:defRPr>
            </a:lvl6pPr>
            <a:lvl7pPr>
              <a:spcBef>
                <a:spcPts val="0"/>
              </a:spcBef>
              <a:spcAft>
                <a:spcPts val="0"/>
              </a:spcAft>
              <a:buSzPts val="3000"/>
              <a:buNone/>
              <a:defRPr>
                <a:latin typeface="Merriweather Light"/>
                <a:ea typeface="Merriweather Light"/>
                <a:cs typeface="Merriweather Light"/>
              </a:defRPr>
            </a:lvl7pPr>
            <a:lvl8pPr>
              <a:spcBef>
                <a:spcPts val="0"/>
              </a:spcBef>
              <a:spcAft>
                <a:spcPts val="0"/>
              </a:spcAft>
              <a:buSzPts val="3000"/>
              <a:buNone/>
              <a:defRPr>
                <a:latin typeface="Merriweather Light"/>
                <a:ea typeface="Merriweather Light"/>
                <a:cs typeface="Merriweather Light"/>
              </a:defRPr>
            </a:lvl8pPr>
            <a:lvl9pPr>
              <a:spcBef>
                <a:spcPts val="0"/>
              </a:spcBef>
              <a:spcAft>
                <a:spcPts val="0"/>
              </a:spcAft>
              <a:buSzPts val="3000"/>
              <a:buNone/>
              <a:defRPr>
                <a:latin typeface="Merriweather Light"/>
                <a:ea typeface="Merriweather Light"/>
                <a:cs typeface="Merriweather Light"/>
              </a:defRPr>
            </a:lvl9pPr>
          </a:lstStyle>
          <a:p>
            <a:endParaRPr/>
          </a:p>
        </p:txBody>
      </p:sp>
      <p:cxnSp>
        <p:nvCxnSpPr>
          <p:cNvPr id="553" name="Google Shape;427;p47"/>
          <p:cNvCxnSpPr/>
          <p:nvPr/>
        </p:nvCxnSpPr>
        <p:spPr>
          <a:xfrm>
            <a:off x="-72550" y="274100"/>
            <a:ext cx="9287400" cy="0"/>
          </a:xfrm>
          <a:prstGeom prst="straightConnector1">
            <a:avLst/>
          </a:prstGeom>
          <a:ln w="28575" cap="flat">
            <a:solidFill>
              <a:schemeClr val="accent1"/>
            </a:solidFill>
            <a:prstDash val="solid"/>
            <a:round/>
            <a:headEnd type="none" w="med" len="med"/>
            <a:tailEnd type="none" w="med" len="med"/>
          </a:ln>
        </p:spPr>
      </p:cxnSp>
      <p:cxnSp>
        <p:nvCxnSpPr>
          <p:cNvPr id="554" name="Google Shape;428;p47"/>
          <p:cNvCxnSpPr/>
          <p:nvPr/>
        </p:nvCxnSpPr>
        <p:spPr>
          <a:xfrm>
            <a:off x="-72550" y="4877450"/>
            <a:ext cx="9287400" cy="0"/>
          </a:xfrm>
          <a:prstGeom prst="straightConnector1">
            <a:avLst/>
          </a:prstGeom>
          <a:ln w="28575" cap="flat">
            <a:solidFill>
              <a:schemeClr val="accent1"/>
            </a:solidFill>
            <a:prstDash val="solid"/>
            <a:round/>
            <a:headEnd type="none" w="med" len="med"/>
            <a:tailEnd type="none" w="med" len="med"/>
          </a:ln>
        </p:spPr>
      </p:cxn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matchingName="Title and three columns 4">
  <p:cSld name="CUSTOM_31">
    <p:spTree>
      <p:nvGrpSpPr>
        <p:cNvPr id="1" name=""/>
        <p:cNvGrpSpPr/>
        <p:nvPr/>
      </p:nvGrpSpPr>
      <p:grpSpPr>
        <a:xfrm>
          <a:off x="0" y="0"/>
          <a:ext cx="0" cy="0"/>
          <a:chOff x="0" y="0"/>
          <a:chExt cx="0" cy="0"/>
        </a:xfrm>
      </p:grpSpPr>
      <p:sp>
        <p:nvSpPr>
          <p:cNvPr id="430" name="Google Shape;430;p48">
            <a:extLst>
              <a:ext uri="{FF2B5EF4-FFF2-40B4-BE49-F238E27FC236}">
                <a16:creationId xmlns:a16="http://schemas.microsoft.com/office/drawing/2014/main" id="{3420031F-9091-4471-A005-70BEA837BB00}"/>
              </a:ext>
            </a:extLst>
          </p:cNvPr>
          <p:cNvSpPr>
            <a:spLocks noGrp="1"/>
          </p:cNvSpPr>
          <p:nvPr>
            <p:ph type="title"/>
          </p:nvPr>
        </p:nvSpPr>
        <p:spPr>
          <a:xfrm>
            <a:off x="1244250" y="445025"/>
            <a:ext cx="6655500" cy="572700"/>
          </a:xfrm>
          <a:prstGeom prst="rect">
            <a:avLst/>
          </a:prstGeom>
        </p:spPr>
        <p:txBody>
          <a:bodyPr spcFirstLastPara="1" wrap="square" lIns="91425" tIns="91425" rIns="91425" bIns="91425" anchor="t">
            <a:noAutofit/>
          </a:bodyPr>
          <a:lstStyle>
            <a:lvl1pPr algn="ctr">
              <a:spcBef>
                <a:spcPts val="0"/>
              </a:spcBef>
              <a:spcAft>
                <a:spcPts val="0"/>
              </a:spcAft>
              <a:buSzPts val="3000"/>
              <a:buNone/>
              <a:defRPr/>
            </a:lvl1pPr>
            <a:lvl2pPr algn="ctr">
              <a:spcBef>
                <a:spcPts val="0"/>
              </a:spcBef>
              <a:spcAft>
                <a:spcPts val="0"/>
              </a:spcAft>
              <a:buSzPts val="3000"/>
              <a:buNone/>
              <a:defRPr>
                <a:latin typeface="Merriweather Light"/>
                <a:ea typeface="Merriweather Light"/>
                <a:cs typeface="Merriweather Light"/>
              </a:defRPr>
            </a:lvl2pPr>
            <a:lvl3pPr algn="ctr">
              <a:spcBef>
                <a:spcPts val="0"/>
              </a:spcBef>
              <a:spcAft>
                <a:spcPts val="0"/>
              </a:spcAft>
              <a:buSzPts val="3000"/>
              <a:buNone/>
              <a:defRPr>
                <a:latin typeface="Merriweather Light"/>
                <a:ea typeface="Merriweather Light"/>
                <a:cs typeface="Merriweather Light"/>
              </a:defRPr>
            </a:lvl3pPr>
            <a:lvl4pPr algn="ctr">
              <a:spcBef>
                <a:spcPts val="0"/>
              </a:spcBef>
              <a:spcAft>
                <a:spcPts val="0"/>
              </a:spcAft>
              <a:buSzPts val="3000"/>
              <a:buNone/>
              <a:defRPr>
                <a:latin typeface="Merriweather Light"/>
                <a:ea typeface="Merriweather Light"/>
                <a:cs typeface="Merriweather Light"/>
              </a:defRPr>
            </a:lvl4pPr>
            <a:lvl5pPr algn="ctr">
              <a:spcBef>
                <a:spcPts val="0"/>
              </a:spcBef>
              <a:spcAft>
                <a:spcPts val="0"/>
              </a:spcAft>
              <a:buSzPts val="3000"/>
              <a:buNone/>
              <a:defRPr>
                <a:latin typeface="Merriweather Light"/>
                <a:ea typeface="Merriweather Light"/>
                <a:cs typeface="Merriweather Light"/>
              </a:defRPr>
            </a:lvl5pPr>
            <a:lvl6pPr algn="ctr">
              <a:spcBef>
                <a:spcPts val="0"/>
              </a:spcBef>
              <a:spcAft>
                <a:spcPts val="0"/>
              </a:spcAft>
              <a:buSzPts val="3000"/>
              <a:buNone/>
              <a:defRPr>
                <a:latin typeface="Merriweather Light"/>
                <a:ea typeface="Merriweather Light"/>
                <a:cs typeface="Merriweather Light"/>
              </a:defRPr>
            </a:lvl6pPr>
            <a:lvl7pPr algn="ctr">
              <a:spcBef>
                <a:spcPts val="0"/>
              </a:spcBef>
              <a:spcAft>
                <a:spcPts val="0"/>
              </a:spcAft>
              <a:buSzPts val="3000"/>
              <a:buNone/>
              <a:defRPr>
                <a:latin typeface="Merriweather Light"/>
                <a:ea typeface="Merriweather Light"/>
                <a:cs typeface="Merriweather Light"/>
              </a:defRPr>
            </a:lvl7pPr>
            <a:lvl8pPr algn="ctr">
              <a:spcBef>
                <a:spcPts val="0"/>
              </a:spcBef>
              <a:spcAft>
                <a:spcPts val="0"/>
              </a:spcAft>
              <a:buSzPts val="3000"/>
              <a:buNone/>
              <a:defRPr>
                <a:latin typeface="Merriweather Light"/>
                <a:ea typeface="Merriweather Light"/>
                <a:cs typeface="Merriweather Light"/>
              </a:defRPr>
            </a:lvl8pPr>
            <a:lvl9pPr algn="ctr">
              <a:spcBef>
                <a:spcPts val="0"/>
              </a:spcBef>
              <a:spcAft>
                <a:spcPts val="0"/>
              </a:spcAft>
              <a:buSzPts val="3000"/>
              <a:buNone/>
              <a:defRPr>
                <a:latin typeface="Merriweather Light"/>
                <a:ea typeface="Merriweather Light"/>
                <a:cs typeface="Merriweather Light"/>
              </a:defRPr>
            </a:lvl9pPr>
          </a:lstStyle>
          <a:p>
            <a:endParaRPr/>
          </a:p>
        </p:txBody>
      </p:sp>
      <p:sp>
        <p:nvSpPr>
          <p:cNvPr id="431" name="Google Shape;431;p48">
            <a:extLst>
              <a:ext uri="{FF2B5EF4-FFF2-40B4-BE49-F238E27FC236}">
                <a16:creationId xmlns:a16="http://schemas.microsoft.com/office/drawing/2014/main" id="{58B48EBD-6595-42A5-AE0A-064256073A17}"/>
              </a:ext>
            </a:extLst>
          </p:cNvPr>
          <p:cNvSpPr>
            <a:spLocks noGrp="1"/>
          </p:cNvSpPr>
          <p:nvPr>
            <p:ph type="subTitle" idx="1"/>
          </p:nvPr>
        </p:nvSpPr>
        <p:spPr>
          <a:xfrm>
            <a:off x="3509000" y="3398751"/>
            <a:ext cx="2126100" cy="4440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Clr>
                <a:schemeClr val="dk1"/>
              </a:buClr>
              <a:buSzPts val="2400"/>
              <a:buFont typeface="Cambria"/>
              <a:buNone/>
              <a:defRPr sz="2400">
                <a:solidFill>
                  <a:schemeClr val="dk1"/>
                </a:solidFill>
                <a:latin typeface="Cambria"/>
                <a:ea typeface="Cambria"/>
                <a:cs typeface="Cambria"/>
              </a:defRPr>
            </a:lvl1pPr>
            <a:lvl2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2pPr>
            <a:lvl3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3pPr>
            <a:lvl4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4pPr>
            <a:lvl5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5pPr>
            <a:lvl6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6pPr>
            <a:lvl7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7pPr>
            <a:lvl8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8pPr>
            <a:lvl9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9pPr>
          </a:lstStyle>
          <a:p>
            <a:endParaRPr/>
          </a:p>
        </p:txBody>
      </p:sp>
      <p:sp>
        <p:nvSpPr>
          <p:cNvPr id="432" name="Google Shape;432;p48">
            <a:extLst>
              <a:ext uri="{FF2B5EF4-FFF2-40B4-BE49-F238E27FC236}">
                <a16:creationId xmlns:a16="http://schemas.microsoft.com/office/drawing/2014/main" id="{2B787F46-4AA5-488A-B4D2-D4118D006366}"/>
              </a:ext>
            </a:extLst>
          </p:cNvPr>
          <p:cNvSpPr>
            <a:spLocks noGrp="1"/>
          </p:cNvSpPr>
          <p:nvPr>
            <p:ph type="subTitle" idx="2"/>
          </p:nvPr>
        </p:nvSpPr>
        <p:spPr>
          <a:xfrm>
            <a:off x="3509025" y="3814950"/>
            <a:ext cx="2126100" cy="8862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1400"/>
              <a:buNone/>
              <a:defRPr sz="1400">
                <a:solidFill>
                  <a:schemeClr val="dk1"/>
                </a:solidFill>
              </a:defRPr>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sp>
        <p:nvSpPr>
          <p:cNvPr id="433" name="Google Shape;433;p48">
            <a:extLst>
              <a:ext uri="{FF2B5EF4-FFF2-40B4-BE49-F238E27FC236}">
                <a16:creationId xmlns:a16="http://schemas.microsoft.com/office/drawing/2014/main" id="{F79C6101-82CF-4361-8EF4-D1A028ABAF31}"/>
              </a:ext>
            </a:extLst>
          </p:cNvPr>
          <p:cNvSpPr>
            <a:spLocks noGrp="1"/>
          </p:cNvSpPr>
          <p:nvPr>
            <p:ph type="subTitle" idx="3"/>
          </p:nvPr>
        </p:nvSpPr>
        <p:spPr>
          <a:xfrm>
            <a:off x="953025" y="3398751"/>
            <a:ext cx="2126100" cy="4440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Clr>
                <a:schemeClr val="dk1"/>
              </a:buClr>
              <a:buSzPts val="2400"/>
              <a:buFont typeface="Cambria"/>
              <a:buNone/>
              <a:defRPr sz="2400">
                <a:solidFill>
                  <a:schemeClr val="dk1"/>
                </a:solidFill>
                <a:latin typeface="Cambria"/>
                <a:ea typeface="Cambria"/>
                <a:cs typeface="Cambria"/>
              </a:defRPr>
            </a:lvl1pPr>
            <a:lvl2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2pPr>
            <a:lvl3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3pPr>
            <a:lvl4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4pPr>
            <a:lvl5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5pPr>
            <a:lvl6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6pPr>
            <a:lvl7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7pPr>
            <a:lvl8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8pPr>
            <a:lvl9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9pPr>
          </a:lstStyle>
          <a:p>
            <a:endParaRPr/>
          </a:p>
        </p:txBody>
      </p:sp>
      <p:sp>
        <p:nvSpPr>
          <p:cNvPr id="434" name="Google Shape;434;p48">
            <a:extLst>
              <a:ext uri="{FF2B5EF4-FFF2-40B4-BE49-F238E27FC236}">
                <a16:creationId xmlns:a16="http://schemas.microsoft.com/office/drawing/2014/main" id="{06A1D5AB-08C4-4156-A7FC-B1C6ED64F81E}"/>
              </a:ext>
            </a:extLst>
          </p:cNvPr>
          <p:cNvSpPr>
            <a:spLocks noGrp="1"/>
          </p:cNvSpPr>
          <p:nvPr>
            <p:ph type="subTitle" idx="4"/>
          </p:nvPr>
        </p:nvSpPr>
        <p:spPr>
          <a:xfrm>
            <a:off x="953125" y="3814951"/>
            <a:ext cx="2126100" cy="8862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1400"/>
              <a:buNone/>
              <a:defRPr sz="1400">
                <a:solidFill>
                  <a:schemeClr val="dk1"/>
                </a:solidFill>
              </a:defRPr>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sp>
        <p:nvSpPr>
          <p:cNvPr id="435" name="Google Shape;435;p48">
            <a:extLst>
              <a:ext uri="{FF2B5EF4-FFF2-40B4-BE49-F238E27FC236}">
                <a16:creationId xmlns:a16="http://schemas.microsoft.com/office/drawing/2014/main" id="{2A52771B-B5CB-4B88-84B0-7C52087062E7}"/>
              </a:ext>
            </a:extLst>
          </p:cNvPr>
          <p:cNvSpPr>
            <a:spLocks noGrp="1"/>
          </p:cNvSpPr>
          <p:nvPr>
            <p:ph type="subTitle" idx="5"/>
          </p:nvPr>
        </p:nvSpPr>
        <p:spPr>
          <a:xfrm>
            <a:off x="6064875" y="3398751"/>
            <a:ext cx="2126100" cy="4440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Clr>
                <a:schemeClr val="dk1"/>
              </a:buClr>
              <a:buSzPts val="2400"/>
              <a:buFont typeface="Cambria"/>
              <a:buNone/>
              <a:defRPr sz="2400">
                <a:solidFill>
                  <a:schemeClr val="dk1"/>
                </a:solidFill>
                <a:latin typeface="Cambria"/>
                <a:ea typeface="Cambria"/>
                <a:cs typeface="Cambria"/>
              </a:defRPr>
            </a:lvl1pPr>
            <a:lvl2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2pPr>
            <a:lvl3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3pPr>
            <a:lvl4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4pPr>
            <a:lvl5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5pPr>
            <a:lvl6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6pPr>
            <a:lvl7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7pPr>
            <a:lvl8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8pPr>
            <a:lvl9pPr algn="ctr">
              <a:spcBef>
                <a:spcPts val="0"/>
              </a:spcBef>
              <a:spcAft>
                <a:spcPts val="0"/>
              </a:spcAft>
              <a:buClr>
                <a:schemeClr val="dk1"/>
              </a:buClr>
              <a:buSzPts val="2400"/>
              <a:buFont typeface="Cambria"/>
              <a:buNone/>
              <a:defRPr sz="2400">
                <a:solidFill>
                  <a:schemeClr val="dk1"/>
                </a:solidFill>
                <a:latin typeface="Cambria"/>
                <a:ea typeface="Cambria"/>
                <a:cs typeface="Cambria"/>
              </a:defRPr>
            </a:lvl9pPr>
          </a:lstStyle>
          <a:p>
            <a:endParaRPr/>
          </a:p>
        </p:txBody>
      </p:sp>
      <p:sp>
        <p:nvSpPr>
          <p:cNvPr id="436" name="Google Shape;436;p48">
            <a:extLst>
              <a:ext uri="{FF2B5EF4-FFF2-40B4-BE49-F238E27FC236}">
                <a16:creationId xmlns:a16="http://schemas.microsoft.com/office/drawing/2014/main" id="{AD2A8D23-4935-4621-A541-F5A300DE7E28}"/>
              </a:ext>
            </a:extLst>
          </p:cNvPr>
          <p:cNvSpPr>
            <a:spLocks noGrp="1"/>
          </p:cNvSpPr>
          <p:nvPr>
            <p:ph type="subTitle" idx="6"/>
          </p:nvPr>
        </p:nvSpPr>
        <p:spPr>
          <a:xfrm>
            <a:off x="6064875" y="3814950"/>
            <a:ext cx="2126100" cy="8862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1400"/>
              <a:buNone/>
              <a:defRPr sz="1400">
                <a:solidFill>
                  <a:schemeClr val="dk1"/>
                </a:solidFill>
              </a:defRPr>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cxnSp>
        <p:nvCxnSpPr>
          <p:cNvPr id="635" name="Google Shape;437;p48"/>
          <p:cNvCxnSpPr/>
          <p:nvPr/>
        </p:nvCxnSpPr>
        <p:spPr>
          <a:xfrm>
            <a:off x="-72550" y="274100"/>
            <a:ext cx="9287400" cy="0"/>
          </a:xfrm>
          <a:prstGeom prst="straightConnector1">
            <a:avLst/>
          </a:prstGeom>
          <a:ln w="28575" cap="flat">
            <a:solidFill>
              <a:schemeClr val="accent1"/>
            </a:solidFill>
            <a:prstDash val="solid"/>
            <a:round/>
            <a:headEnd type="none" w="med" len="med"/>
            <a:tailEnd type="none" w="med" len="med"/>
          </a:ln>
        </p:spPr>
      </p:cxnSp>
      <p:cxnSp>
        <p:nvCxnSpPr>
          <p:cNvPr id="636" name="Google Shape;438;p48"/>
          <p:cNvCxnSpPr/>
          <p:nvPr/>
        </p:nvCxnSpPr>
        <p:spPr>
          <a:xfrm>
            <a:off x="-72550" y="4877450"/>
            <a:ext cx="9287400" cy="0"/>
          </a:xfrm>
          <a:prstGeom prst="straightConnector1">
            <a:avLst/>
          </a:prstGeom>
          <a:ln w="28575" cap="flat">
            <a:solidFill>
              <a:schemeClr val="accent1"/>
            </a:solidFill>
            <a:prstDash val="solid"/>
            <a:round/>
            <a:headEnd type="none" w="med" len="med"/>
            <a:tailEnd type="none" w="med" len="med"/>
          </a:ln>
        </p:spPr>
      </p:cxnSp>
      <p:cxnSp>
        <p:nvCxnSpPr>
          <p:cNvPr id="637" name="Google Shape;439;p48"/>
          <p:cNvCxnSpPr/>
          <p:nvPr/>
        </p:nvCxnSpPr>
        <p:spPr>
          <a:xfrm>
            <a:off x="-250225" y="4076450"/>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cxnSp>
        <p:nvCxnSpPr>
          <p:cNvPr id="638" name="Google Shape;440;p48"/>
          <p:cNvCxnSpPr/>
          <p:nvPr/>
        </p:nvCxnSpPr>
        <p:spPr>
          <a:xfrm>
            <a:off x="7441150" y="-48375"/>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matchingName="Thanks">
  <p:cSld name="CUSTOM_1">
    <p:spTree>
      <p:nvGrpSpPr>
        <p:cNvPr id="1" name=""/>
        <p:cNvGrpSpPr/>
        <p:nvPr/>
      </p:nvGrpSpPr>
      <p:grpSpPr>
        <a:xfrm>
          <a:off x="0" y="0"/>
          <a:ext cx="0" cy="0"/>
          <a:chOff x="0" y="0"/>
          <a:chExt cx="0" cy="0"/>
        </a:xfrm>
      </p:grpSpPr>
      <p:sp>
        <p:nvSpPr>
          <p:cNvPr id="442" name="Google Shape;442;p49">
            <a:extLst>
              <a:ext uri="{FF2B5EF4-FFF2-40B4-BE49-F238E27FC236}">
                <a16:creationId xmlns:a16="http://schemas.microsoft.com/office/drawing/2014/main" id="{BFD5047B-B46E-4E85-8FA9-09010BCEFFBC}"/>
              </a:ext>
            </a:extLst>
          </p:cNvPr>
          <p:cNvSpPr>
            <a:spLocks noGrp="1"/>
          </p:cNvSpPr>
          <p:nvPr>
            <p:ph type="title"/>
          </p:nvPr>
        </p:nvSpPr>
        <p:spPr>
          <a:xfrm>
            <a:off x="2832900" y="791200"/>
            <a:ext cx="3478200" cy="922800"/>
          </a:xfrm>
          <a:prstGeom prst="rect">
            <a:avLst/>
          </a:prstGeom>
        </p:spPr>
        <p:txBody>
          <a:bodyPr spcFirstLastPara="1" wrap="square" lIns="91425" tIns="91425" rIns="91425" bIns="91425" anchor="ctr">
            <a:noAutofit/>
          </a:bodyPr>
          <a:lstStyle>
            <a:lvl1pPr algn="ctr">
              <a:spcBef>
                <a:spcPts val="0"/>
              </a:spcBef>
              <a:spcAft>
                <a:spcPts val="0"/>
              </a:spcAft>
              <a:buSzPts val="5300"/>
              <a:buNone/>
              <a:defRPr sz="7000"/>
            </a:lvl1pPr>
            <a:lvl2pPr algn="ctr">
              <a:spcBef>
                <a:spcPts val="0"/>
              </a:spcBef>
              <a:spcAft>
                <a:spcPts val="0"/>
              </a:spcAft>
              <a:buSzPts val="3000"/>
              <a:buNone/>
              <a:defRPr>
                <a:latin typeface="Open Sans"/>
                <a:ea typeface="Open Sans"/>
                <a:cs typeface="Open Sans"/>
              </a:defRPr>
            </a:lvl2pPr>
            <a:lvl3pPr algn="ctr">
              <a:spcBef>
                <a:spcPts val="0"/>
              </a:spcBef>
              <a:spcAft>
                <a:spcPts val="0"/>
              </a:spcAft>
              <a:buSzPts val="3000"/>
              <a:buNone/>
              <a:defRPr>
                <a:latin typeface="Open Sans"/>
                <a:ea typeface="Open Sans"/>
                <a:cs typeface="Open Sans"/>
              </a:defRPr>
            </a:lvl3pPr>
            <a:lvl4pPr algn="ctr">
              <a:spcBef>
                <a:spcPts val="0"/>
              </a:spcBef>
              <a:spcAft>
                <a:spcPts val="0"/>
              </a:spcAft>
              <a:buSzPts val="3000"/>
              <a:buNone/>
              <a:defRPr>
                <a:latin typeface="Open Sans"/>
                <a:ea typeface="Open Sans"/>
                <a:cs typeface="Open Sans"/>
              </a:defRPr>
            </a:lvl4pPr>
            <a:lvl5pPr algn="ctr">
              <a:spcBef>
                <a:spcPts val="0"/>
              </a:spcBef>
              <a:spcAft>
                <a:spcPts val="0"/>
              </a:spcAft>
              <a:buSzPts val="3000"/>
              <a:buNone/>
              <a:defRPr>
                <a:latin typeface="Open Sans"/>
                <a:ea typeface="Open Sans"/>
                <a:cs typeface="Open Sans"/>
              </a:defRPr>
            </a:lvl5pPr>
            <a:lvl6pPr algn="ctr">
              <a:spcBef>
                <a:spcPts val="0"/>
              </a:spcBef>
              <a:spcAft>
                <a:spcPts val="0"/>
              </a:spcAft>
              <a:buSzPts val="3000"/>
              <a:buNone/>
              <a:defRPr>
                <a:latin typeface="Open Sans"/>
                <a:ea typeface="Open Sans"/>
                <a:cs typeface="Open Sans"/>
              </a:defRPr>
            </a:lvl6pPr>
            <a:lvl7pPr algn="ctr">
              <a:spcBef>
                <a:spcPts val="0"/>
              </a:spcBef>
              <a:spcAft>
                <a:spcPts val="0"/>
              </a:spcAft>
              <a:buSzPts val="3000"/>
              <a:buNone/>
              <a:defRPr>
                <a:latin typeface="Open Sans"/>
                <a:ea typeface="Open Sans"/>
                <a:cs typeface="Open Sans"/>
              </a:defRPr>
            </a:lvl7pPr>
            <a:lvl8pPr algn="ctr">
              <a:spcBef>
                <a:spcPts val="0"/>
              </a:spcBef>
              <a:spcAft>
                <a:spcPts val="0"/>
              </a:spcAft>
              <a:buSzPts val="3000"/>
              <a:buNone/>
              <a:defRPr>
                <a:latin typeface="Open Sans"/>
                <a:ea typeface="Open Sans"/>
                <a:cs typeface="Open Sans"/>
              </a:defRPr>
            </a:lvl8pPr>
            <a:lvl9pPr algn="ctr">
              <a:spcBef>
                <a:spcPts val="0"/>
              </a:spcBef>
              <a:spcAft>
                <a:spcPts val="0"/>
              </a:spcAft>
              <a:buSzPts val="3000"/>
              <a:buNone/>
              <a:defRPr>
                <a:latin typeface="Open Sans"/>
                <a:ea typeface="Open Sans"/>
                <a:cs typeface="Open Sans"/>
              </a:defRPr>
            </a:lvl9pPr>
          </a:lstStyle>
          <a:p>
            <a:endParaRPr/>
          </a:p>
        </p:txBody>
      </p:sp>
      <p:sp>
        <p:nvSpPr>
          <p:cNvPr id="443" name="Google Shape;443;p49">
            <a:extLst>
              <a:ext uri="{FF2B5EF4-FFF2-40B4-BE49-F238E27FC236}">
                <a16:creationId xmlns:a16="http://schemas.microsoft.com/office/drawing/2014/main" id="{62544B8D-5A3B-4E98-AFB1-8E3CDCD84310}"/>
              </a:ext>
            </a:extLst>
          </p:cNvPr>
          <p:cNvSpPr>
            <a:spLocks noGrp="1"/>
          </p:cNvSpPr>
          <p:nvPr>
            <p:ph type="subTitle" idx="1"/>
          </p:nvPr>
        </p:nvSpPr>
        <p:spPr>
          <a:xfrm>
            <a:off x="2983350" y="1749425"/>
            <a:ext cx="3177300" cy="922800"/>
          </a:xfrm>
          <a:prstGeom prst="rect">
            <a:avLst/>
          </a:prstGeom>
        </p:spPr>
        <p:txBody>
          <a:bodyPr spcFirstLastPara="1" wrap="square" lIns="91425" tIns="91425" rIns="91425" bIns="91425" anchor="t">
            <a:noAutofit/>
          </a:bodyPr>
          <a:lstStyle>
            <a:lvl1pPr algn="ctr">
              <a:lnSpc>
                <a:spcPct val="100000"/>
              </a:lnSpc>
              <a:spcBef>
                <a:spcPts val="0"/>
              </a:spcBef>
              <a:spcAft>
                <a:spcPts val="0"/>
              </a:spcAft>
              <a:buSzPts val="1400"/>
              <a:buNone/>
              <a:defRPr sz="1400"/>
            </a:lvl1pPr>
            <a:lvl2pPr algn="ctr">
              <a:spcBef>
                <a:spcPts val="0"/>
              </a:spcBef>
              <a:spcAft>
                <a:spcPts val="0"/>
              </a:spcAft>
              <a:buSzPts val="1400"/>
              <a:buNone/>
              <a:defRPr/>
            </a:lvl2pPr>
            <a:lvl3pPr algn="ctr">
              <a:spcBef>
                <a:spcPts val="0"/>
              </a:spcBef>
              <a:spcAft>
                <a:spcPts val="0"/>
              </a:spcAft>
              <a:buSzPts val="1400"/>
              <a:buNone/>
              <a:defRPr/>
            </a:lvl3pPr>
            <a:lvl4pPr algn="ctr">
              <a:spcBef>
                <a:spcPts val="0"/>
              </a:spcBef>
              <a:spcAft>
                <a:spcPts val="0"/>
              </a:spcAft>
              <a:buSzPts val="1400"/>
              <a:buNone/>
              <a:defRPr/>
            </a:lvl4pPr>
            <a:lvl5pPr algn="ctr">
              <a:spcBef>
                <a:spcPts val="0"/>
              </a:spcBef>
              <a:spcAft>
                <a:spcPts val="0"/>
              </a:spcAft>
              <a:buSzPts val="1400"/>
              <a:buNone/>
              <a:defRPr/>
            </a:lvl5pPr>
            <a:lvl6pPr algn="ctr">
              <a:spcBef>
                <a:spcPts val="0"/>
              </a:spcBef>
              <a:spcAft>
                <a:spcPts val="0"/>
              </a:spcAft>
              <a:buSzPts val="1400"/>
              <a:buNone/>
              <a:defRPr/>
            </a:lvl6pPr>
            <a:lvl7pPr algn="ctr">
              <a:spcBef>
                <a:spcPts val="0"/>
              </a:spcBef>
              <a:spcAft>
                <a:spcPts val="0"/>
              </a:spcAft>
              <a:buSzPts val="1400"/>
              <a:buNone/>
              <a:defRPr/>
            </a:lvl7pPr>
            <a:lvl8pPr algn="ctr">
              <a:spcBef>
                <a:spcPts val="0"/>
              </a:spcBef>
              <a:spcAft>
                <a:spcPts val="0"/>
              </a:spcAft>
              <a:buSzPts val="1400"/>
              <a:buNone/>
              <a:defRPr/>
            </a:lvl8pPr>
            <a:lvl9pPr algn="ctr">
              <a:spcBef>
                <a:spcPts val="0"/>
              </a:spcBef>
              <a:spcAft>
                <a:spcPts val="0"/>
              </a:spcAft>
              <a:buSzPts val="1400"/>
              <a:buNone/>
              <a:defRPr/>
            </a:lvl9pPr>
          </a:lstStyle>
          <a:p>
            <a:endParaRPr/>
          </a:p>
        </p:txBody>
      </p:sp>
      <p:cxnSp>
        <p:nvCxnSpPr>
          <p:cNvPr id="570" name="Google Shape;445;p49"/>
          <p:cNvCxnSpPr/>
          <p:nvPr/>
        </p:nvCxnSpPr>
        <p:spPr>
          <a:xfrm>
            <a:off x="-72550" y="4877450"/>
            <a:ext cx="9287400" cy="0"/>
          </a:xfrm>
          <a:prstGeom prst="straightConnector1">
            <a:avLst/>
          </a:prstGeom>
          <a:ln w="28575" cap="flat">
            <a:solidFill>
              <a:schemeClr val="accent1"/>
            </a:solidFill>
            <a:prstDash val="solid"/>
            <a:round/>
            <a:headEnd type="none" w="med" len="med"/>
            <a:tailEnd type="none" w="med" len="med"/>
          </a:ln>
        </p:spPr>
      </p:cxnSp>
      <p:cxnSp>
        <p:nvCxnSpPr>
          <p:cNvPr id="571" name="Google Shape;446;p49"/>
          <p:cNvCxnSpPr/>
          <p:nvPr/>
        </p:nvCxnSpPr>
        <p:spPr>
          <a:xfrm>
            <a:off x="-257975" y="3935375"/>
            <a:ext cx="3047400" cy="1346400"/>
          </a:xfrm>
          <a:prstGeom prst="curvedConnector3">
            <a:avLst>
              <a:gd name="adj1" fmla="val 50000"/>
            </a:avLst>
          </a:prstGeom>
          <a:ln w="28575" cap="flat">
            <a:solidFill>
              <a:schemeClr val="accent2"/>
            </a:solidFill>
            <a:prstDash val="solid"/>
            <a:round/>
            <a:headEnd type="none" w="med" len="med"/>
            <a:tailEnd type="none" w="med" len="med"/>
          </a:ln>
        </p:spPr>
      </p:cxnSp>
      <p:cxnSp>
        <p:nvCxnSpPr>
          <p:cNvPr id="572" name="Google Shape;447;p49"/>
          <p:cNvCxnSpPr/>
          <p:nvPr/>
        </p:nvCxnSpPr>
        <p:spPr>
          <a:xfrm>
            <a:off x="-72550" y="274100"/>
            <a:ext cx="9287400" cy="0"/>
          </a:xfrm>
          <a:prstGeom prst="straightConnector1">
            <a:avLst/>
          </a:prstGeom>
          <a:ln w="28575" cap="flat">
            <a:solidFill>
              <a:schemeClr val="accent1"/>
            </a:solidFill>
            <a:prstDash val="solid"/>
            <a:round/>
            <a:headEnd type="none" w="med" len="med"/>
            <a:tailEnd type="none" w="med" len="med"/>
          </a:ln>
        </p:spPr>
      </p:cxnSp>
      <p:cxnSp>
        <p:nvCxnSpPr>
          <p:cNvPr id="573" name="Google Shape;448;p49"/>
          <p:cNvCxnSpPr/>
          <p:nvPr/>
        </p:nvCxnSpPr>
        <p:spPr>
          <a:xfrm>
            <a:off x="6467450" y="-72550"/>
            <a:ext cx="3047400" cy="1346400"/>
          </a:xfrm>
          <a:prstGeom prst="curvedConnector3">
            <a:avLst>
              <a:gd name="adj1" fmla="val 50000"/>
            </a:avLst>
          </a:prstGeom>
          <a:ln w="28575" cap="flat">
            <a:solidFill>
              <a:schemeClr val="accent2"/>
            </a:solidFill>
            <a:prstDash val="solid"/>
            <a:round/>
            <a:headEnd type="none" w="med" len="med"/>
            <a:tailEnd type="none" w="med" len="med"/>
          </a:ln>
        </p:spPr>
      </p:cxn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matchingName="Background">
  <p:cSld name="CUSTOM_10">
    <p:spTree>
      <p:nvGrpSpPr>
        <p:cNvPr id="1" name=""/>
        <p:cNvGrpSpPr/>
        <p:nvPr/>
      </p:nvGrpSpPr>
      <p:grpSpPr>
        <a:xfrm>
          <a:off x="0" y="0"/>
          <a:ext cx="0" cy="0"/>
          <a:chOff x="0" y="0"/>
          <a:chExt cx="0" cy="0"/>
        </a:xfrm>
      </p:grpSpPr>
      <p:cxnSp>
        <p:nvCxnSpPr>
          <p:cNvPr id="486" name="Google Shape;450;p50"/>
          <p:cNvCxnSpPr/>
          <p:nvPr/>
        </p:nvCxnSpPr>
        <p:spPr>
          <a:xfrm>
            <a:off x="-72550" y="4877450"/>
            <a:ext cx="9287400" cy="0"/>
          </a:xfrm>
          <a:prstGeom prst="straightConnector1">
            <a:avLst/>
          </a:prstGeom>
          <a:ln w="28575" cap="flat">
            <a:solidFill>
              <a:schemeClr val="accent1"/>
            </a:solidFill>
            <a:prstDash val="solid"/>
            <a:round/>
            <a:headEnd type="none" w="med" len="med"/>
            <a:tailEnd type="none" w="med" len="med"/>
          </a:ln>
        </p:spPr>
      </p:cxnSp>
      <p:cxnSp>
        <p:nvCxnSpPr>
          <p:cNvPr id="487" name="Google Shape;451;p50"/>
          <p:cNvCxnSpPr/>
          <p:nvPr/>
        </p:nvCxnSpPr>
        <p:spPr>
          <a:xfrm>
            <a:off x="-72550" y="274100"/>
            <a:ext cx="9287400" cy="0"/>
          </a:xfrm>
          <a:prstGeom prst="straightConnector1">
            <a:avLst/>
          </a:prstGeom>
          <a:ln w="28575" cap="flat">
            <a:solidFill>
              <a:schemeClr val="accent1"/>
            </a:solidFill>
            <a:prstDash val="solid"/>
            <a:round/>
            <a:headEnd type="none" w="med" len="med"/>
            <a:tailEnd type="none" w="med" len="med"/>
          </a:ln>
        </p:spPr>
      </p:cxn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matchingName="Background 1">
  <p:cSld name="CUSTOM_10_1">
    <p:spTree>
      <p:nvGrpSpPr>
        <p:cNvPr id="1" name=""/>
        <p:cNvGrpSpPr/>
        <p:nvPr/>
      </p:nvGrpSpPr>
      <p:grpSpPr>
        <a:xfrm>
          <a:off x="0" y="0"/>
          <a:ext cx="0" cy="0"/>
          <a:chOff x="0" y="0"/>
          <a:chExt cx="0" cy="0"/>
        </a:xfrm>
      </p:grpSpPr>
      <p:cxnSp>
        <p:nvCxnSpPr>
          <p:cNvPr id="525" name="Google Shape;453;p51"/>
          <p:cNvCxnSpPr/>
          <p:nvPr/>
        </p:nvCxnSpPr>
        <p:spPr>
          <a:xfrm>
            <a:off x="-72550" y="4877450"/>
            <a:ext cx="9287400" cy="0"/>
          </a:xfrm>
          <a:prstGeom prst="straightConnector1">
            <a:avLst/>
          </a:prstGeom>
          <a:ln w="28575" cap="flat">
            <a:solidFill>
              <a:schemeClr val="accent1"/>
            </a:solidFill>
            <a:prstDash val="solid"/>
            <a:round/>
            <a:headEnd type="none" w="med" len="med"/>
            <a:tailEnd type="none" w="med" len="med"/>
          </a:ln>
        </p:spPr>
      </p:cxnSp>
      <p:cxnSp>
        <p:nvCxnSpPr>
          <p:cNvPr id="526" name="Google Shape;454;p51"/>
          <p:cNvCxnSpPr/>
          <p:nvPr/>
        </p:nvCxnSpPr>
        <p:spPr>
          <a:xfrm>
            <a:off x="-72550" y="274100"/>
            <a:ext cx="9287400" cy="0"/>
          </a:xfrm>
          <a:prstGeom prst="straightConnector1">
            <a:avLst/>
          </a:prstGeom>
          <a:ln w="28575" cap="flat">
            <a:solidFill>
              <a:schemeClr val="accent1"/>
            </a:solidFill>
            <a:prstDash val="solid"/>
            <a:round/>
            <a:headEnd type="none" w="med" len="med"/>
            <a:tailEnd type="none" w="med" len="med"/>
          </a:ln>
        </p:spPr>
      </p:cxnSp>
      <p:cxnSp>
        <p:nvCxnSpPr>
          <p:cNvPr id="527" name="Google Shape;455;p51"/>
          <p:cNvCxnSpPr/>
          <p:nvPr/>
        </p:nvCxnSpPr>
        <p:spPr>
          <a:xfrm>
            <a:off x="7434175" y="-125600"/>
            <a:ext cx="1993200" cy="1330200"/>
          </a:xfrm>
          <a:prstGeom prst="curvedConnector3">
            <a:avLst>
              <a:gd name="adj1" fmla="val 50000"/>
            </a:avLst>
          </a:prstGeom>
          <a:ln w="28575" cap="flat">
            <a:solidFill>
              <a:schemeClr val="accent2"/>
            </a:solidFill>
            <a:prstDash val="solid"/>
            <a:round/>
            <a:headEnd type="none" w="med" len="med"/>
            <a:tailEnd type="none" w="med" len="med"/>
          </a:ln>
        </p:spPr>
      </p:cxnSp>
      <p:cxnSp>
        <p:nvCxnSpPr>
          <p:cNvPr id="528" name="Google Shape;456;p51"/>
          <p:cNvCxnSpPr/>
          <p:nvPr/>
        </p:nvCxnSpPr>
        <p:spPr>
          <a:xfrm>
            <a:off x="-147275" y="3943475"/>
            <a:ext cx="1993200" cy="1330200"/>
          </a:xfrm>
          <a:prstGeom prst="curvedConnector3">
            <a:avLst>
              <a:gd name="adj1" fmla="val 50000"/>
            </a:avLst>
          </a:prstGeom>
          <a:ln w="28575" cap="flat">
            <a:solidFill>
              <a:schemeClr val="accent2"/>
            </a:solidFill>
            <a:prstDash val="solid"/>
            <a:round/>
            <a:headEnd type="none" w="med" len="med"/>
            <a:tailEnd type="none" w="med" len="med"/>
          </a:ln>
        </p:spPr>
      </p:cxn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matchingName="Background 2">
  <p:cSld name="CUSTOM_10_1_1">
    <p:spTree>
      <p:nvGrpSpPr>
        <p:cNvPr id="1" name=""/>
        <p:cNvGrpSpPr/>
        <p:nvPr/>
      </p:nvGrpSpPr>
      <p:grpSpPr>
        <a:xfrm>
          <a:off x="0" y="0"/>
          <a:ext cx="0" cy="0"/>
          <a:chOff x="0" y="0"/>
          <a:chExt cx="0" cy="0"/>
        </a:xfrm>
      </p:grpSpPr>
      <p:cxnSp>
        <p:nvCxnSpPr>
          <p:cNvPr id="512" name="Google Shape;458;p52"/>
          <p:cNvCxnSpPr/>
          <p:nvPr/>
        </p:nvCxnSpPr>
        <p:spPr>
          <a:xfrm>
            <a:off x="-72550" y="4877450"/>
            <a:ext cx="9287400" cy="0"/>
          </a:xfrm>
          <a:prstGeom prst="straightConnector1">
            <a:avLst/>
          </a:prstGeom>
          <a:ln w="28575" cap="flat">
            <a:solidFill>
              <a:schemeClr val="accent1"/>
            </a:solidFill>
            <a:prstDash val="solid"/>
            <a:round/>
            <a:headEnd type="none" w="med" len="med"/>
            <a:tailEnd type="none" w="med" len="med"/>
          </a:ln>
        </p:spPr>
      </p:cxnSp>
      <p:cxnSp>
        <p:nvCxnSpPr>
          <p:cNvPr id="513" name="Google Shape;459;p52"/>
          <p:cNvCxnSpPr/>
          <p:nvPr/>
        </p:nvCxnSpPr>
        <p:spPr>
          <a:xfrm>
            <a:off x="-72550" y="274100"/>
            <a:ext cx="9287400" cy="0"/>
          </a:xfrm>
          <a:prstGeom prst="straightConnector1">
            <a:avLst/>
          </a:prstGeom>
          <a:ln w="28575" cap="flat">
            <a:solidFill>
              <a:schemeClr val="accent1"/>
            </a:solidFill>
            <a:prstDash val="solid"/>
            <a:round/>
            <a:headEnd type="none" w="med" len="med"/>
            <a:tailEnd type="none" w="med" len="med"/>
          </a:ln>
        </p:spPr>
      </p:cxnSp>
      <p:cxnSp>
        <p:nvCxnSpPr>
          <p:cNvPr id="514" name="Google Shape;460;p52"/>
          <p:cNvCxnSpPr/>
          <p:nvPr/>
        </p:nvCxnSpPr>
        <p:spPr>
          <a:xfrm flipH="1">
            <a:off x="6772150" y="3663450"/>
            <a:ext cx="2823300" cy="1633200"/>
          </a:xfrm>
          <a:prstGeom prst="curvedConnector3">
            <a:avLst>
              <a:gd name="adj1" fmla="val 50000"/>
            </a:avLst>
          </a:prstGeom>
          <a:ln w="28575" cap="flat">
            <a:solidFill>
              <a:schemeClr val="accent2"/>
            </a:solidFill>
            <a:prstDash val="solid"/>
            <a:round/>
            <a:headEnd type="none" w="med" len="med"/>
            <a:tailEnd type="none" w="med" len="med"/>
          </a:ln>
        </p:spPr>
      </p:cxn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matchingName="Background 3">
  <p:cSld name="CUSTOM_30">
    <p:spTree>
      <p:nvGrpSpPr>
        <p:cNvPr id="1" name=""/>
        <p:cNvGrpSpPr/>
        <p:nvPr/>
      </p:nvGrpSpPr>
      <p:grpSpPr>
        <a:xfrm>
          <a:off x="0" y="0"/>
          <a:ext cx="0" cy="0"/>
          <a:chOff x="0" y="0"/>
          <a:chExt cx="0" cy="0"/>
        </a:xfrm>
      </p:grpSpPr>
      <p:cxnSp>
        <p:nvCxnSpPr>
          <p:cNvPr id="570" name="Google Shape;462;p53"/>
          <p:cNvCxnSpPr/>
          <p:nvPr/>
        </p:nvCxnSpPr>
        <p:spPr>
          <a:xfrm>
            <a:off x="-72550" y="274100"/>
            <a:ext cx="9287400" cy="0"/>
          </a:xfrm>
          <a:prstGeom prst="straightConnector1">
            <a:avLst/>
          </a:prstGeom>
          <a:ln w="28575" cap="flat">
            <a:solidFill>
              <a:schemeClr val="accent1"/>
            </a:solidFill>
            <a:prstDash val="solid"/>
            <a:round/>
            <a:headEnd type="none" w="med" len="med"/>
            <a:tailEnd type="none" w="med" len="med"/>
          </a:ln>
        </p:spPr>
      </p:cxnSp>
      <p:cxnSp>
        <p:nvCxnSpPr>
          <p:cNvPr id="571" name="Google Shape;463;p53"/>
          <p:cNvCxnSpPr/>
          <p:nvPr/>
        </p:nvCxnSpPr>
        <p:spPr>
          <a:xfrm>
            <a:off x="-72550" y="4877450"/>
            <a:ext cx="9287400" cy="0"/>
          </a:xfrm>
          <a:prstGeom prst="straightConnector1">
            <a:avLst/>
          </a:prstGeom>
          <a:ln w="28575" cap="flat">
            <a:solidFill>
              <a:schemeClr val="accent1"/>
            </a:solidFill>
            <a:prstDash val="solid"/>
            <a:round/>
            <a:headEnd type="none" w="med" len="med"/>
            <a:tailEnd type="none" w="med" len="med"/>
          </a:ln>
        </p:spPr>
      </p:cxnSp>
      <p:cxnSp>
        <p:nvCxnSpPr>
          <p:cNvPr id="572" name="Google Shape;464;p53"/>
          <p:cNvCxnSpPr/>
          <p:nvPr/>
        </p:nvCxnSpPr>
        <p:spPr>
          <a:xfrm>
            <a:off x="-250225" y="4076450"/>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cxnSp>
        <p:nvCxnSpPr>
          <p:cNvPr id="573" name="Google Shape;465;p53"/>
          <p:cNvCxnSpPr/>
          <p:nvPr/>
        </p:nvCxnSpPr>
        <p:spPr>
          <a:xfrm>
            <a:off x="7441150" y="-48375"/>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cxnSp>
        <p:nvCxnSpPr>
          <p:cNvPr id="574" name="Google Shape;466;p53"/>
          <p:cNvCxnSpPr/>
          <p:nvPr/>
        </p:nvCxnSpPr>
        <p:spPr>
          <a:xfrm flipH="1">
            <a:off x="7454238" y="4053663"/>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cxnSp>
        <p:nvCxnSpPr>
          <p:cNvPr id="575" name="Google Shape;467;p53"/>
          <p:cNvCxnSpPr/>
          <p:nvPr/>
        </p:nvCxnSpPr>
        <p:spPr>
          <a:xfrm flipH="1">
            <a:off x="-237137" y="-71162"/>
            <a:ext cx="1926900" cy="1161000"/>
          </a:xfrm>
          <a:prstGeom prst="curvedConnector3">
            <a:avLst>
              <a:gd name="adj1" fmla="val 50000"/>
            </a:avLst>
          </a:prstGeom>
          <a:ln w="28575" cap="flat">
            <a:solidFill>
              <a:schemeClr val="accent2"/>
            </a:solidFill>
            <a:prstDash val="solid"/>
            <a:round/>
            <a:headEnd type="none" w="med" len="med"/>
            <a:tailEnd type="none" w="med" len="med"/>
          </a:ln>
        </p:spPr>
      </p:cxn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matchingName="Blank slide" type="blank">
  <p:cSld name="BLANK">
    <p:spTree>
      <p:nvGrpSpPr>
        <p:cNvPr id="1" name=""/>
        <p:cNvGrpSpPr/>
        <p:nvPr/>
      </p:nvGrpSpPr>
      <p:grpSpPr>
        <a:xfrm>
          <a:off x="0" y="0"/>
          <a:ext cx="0" cy="0"/>
          <a:chOff x="0" y="0"/>
          <a:chExt cx="0" cy="0"/>
        </a:xfrm>
      </p:grpSpPr>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matchingName="Blank slide" type="blank">
  <p:cSld name="BLANK">
    <p:spTree>
      <p:nvGrpSpPr>
        <p:cNvPr id="1" name=""/>
        <p:cNvGrpSpPr/>
        <p:nvPr/>
      </p:nvGrpSpPr>
      <p:grpSpPr>
        <a:xfrm>
          <a:off x="0" y="0"/>
          <a:ext cx="0" cy="0"/>
          <a:chOff x="0" y="0"/>
          <a:chExt cx="0" cy="0"/>
        </a:xfrm>
      </p:grpSpPr>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matchingName="Title only">
  <p:cSld name="CUSTOM">
    <p:spTree>
      <p:nvGrpSpPr>
        <p:cNvPr id="1" name=""/>
        <p:cNvGrpSpPr/>
        <p:nvPr/>
      </p:nvGrpSpPr>
      <p:grpSpPr>
        <a:xfrm>
          <a:off x="0" y="0"/>
          <a:ext cx="0" cy="0"/>
          <a:chOff x="0" y="0"/>
          <a:chExt cx="0" cy="0"/>
        </a:xfrm>
      </p:grpSpPr>
      <p:sp>
        <p:nvSpPr>
          <p:cNvPr id="477" name="Google Shape;477;p58">
            <a:extLst>
              <a:ext uri="{FF2B5EF4-FFF2-40B4-BE49-F238E27FC236}">
                <a16:creationId xmlns:a16="http://schemas.microsoft.com/office/drawing/2014/main" id="{6E927E8D-7267-4EA8-87F6-CFEE3536817E}"/>
              </a:ext>
            </a:extLst>
          </p:cNvPr>
          <p:cNvSpPr>
            <a:spLocks noGrp="1"/>
          </p:cNvSpPr>
          <p:nvPr>
            <p:ph type="title"/>
          </p:nvPr>
        </p:nvSpPr>
        <p:spPr>
          <a:xfrm>
            <a:off x="1048350" y="323850"/>
            <a:ext cx="7047300" cy="482400"/>
          </a:xfrm>
          <a:prstGeom prst="rect">
            <a:avLst/>
          </a:prstGeom>
        </p:spPr>
        <p:txBody>
          <a:bodyPr spcFirstLastPara="1" wrap="square" lIns="91425" tIns="91425" rIns="91425" bIns="91425" anchor="t">
            <a:noAutofit/>
          </a:bodyPr>
          <a:lstStyle>
            <a:lvl1pPr>
              <a:spcBef>
                <a:spcPts val="0"/>
              </a:spcBef>
              <a:spcAft>
                <a:spcPts val="0"/>
              </a:spcAft>
              <a:buSzPts val="2400"/>
              <a:buFont typeface="Arial"/>
              <a:buNone/>
              <a:defRPr>
                <a:latin typeface="Arial"/>
                <a:ea typeface="Arial"/>
                <a:cs typeface="Arial"/>
              </a:defRPr>
            </a:lvl1pPr>
            <a:lvl2pPr>
              <a:spcBef>
                <a:spcPts val="0"/>
              </a:spcBef>
              <a:spcAft>
                <a:spcPts val="0"/>
              </a:spcAft>
              <a:buSzPts val="2400"/>
              <a:buFont typeface="Arial"/>
              <a:buNone/>
              <a:defRPr>
                <a:latin typeface="Arial"/>
                <a:ea typeface="Arial"/>
                <a:cs typeface="Arial"/>
              </a:defRPr>
            </a:lvl2pPr>
            <a:lvl3pPr>
              <a:spcBef>
                <a:spcPts val="0"/>
              </a:spcBef>
              <a:spcAft>
                <a:spcPts val="0"/>
              </a:spcAft>
              <a:buSzPts val="2400"/>
              <a:buFont typeface="Arial"/>
              <a:buNone/>
              <a:defRPr>
                <a:latin typeface="Arial"/>
                <a:ea typeface="Arial"/>
                <a:cs typeface="Arial"/>
              </a:defRPr>
            </a:lvl3pPr>
            <a:lvl4pPr>
              <a:spcBef>
                <a:spcPts val="0"/>
              </a:spcBef>
              <a:spcAft>
                <a:spcPts val="0"/>
              </a:spcAft>
              <a:buSzPts val="2400"/>
              <a:buFont typeface="Arial"/>
              <a:buNone/>
              <a:defRPr>
                <a:latin typeface="Arial"/>
                <a:ea typeface="Arial"/>
                <a:cs typeface="Arial"/>
              </a:defRPr>
            </a:lvl4pPr>
            <a:lvl5pPr>
              <a:spcBef>
                <a:spcPts val="0"/>
              </a:spcBef>
              <a:spcAft>
                <a:spcPts val="0"/>
              </a:spcAft>
              <a:buSzPts val="2400"/>
              <a:buFont typeface="Arial"/>
              <a:buNone/>
              <a:defRPr>
                <a:latin typeface="Arial"/>
                <a:ea typeface="Arial"/>
                <a:cs typeface="Arial"/>
              </a:defRPr>
            </a:lvl5pPr>
            <a:lvl6pPr>
              <a:spcBef>
                <a:spcPts val="0"/>
              </a:spcBef>
              <a:spcAft>
                <a:spcPts val="0"/>
              </a:spcAft>
              <a:buSzPts val="2400"/>
              <a:buFont typeface="Arial"/>
              <a:buNone/>
              <a:defRPr>
                <a:latin typeface="Arial"/>
                <a:ea typeface="Arial"/>
                <a:cs typeface="Arial"/>
              </a:defRPr>
            </a:lvl6pPr>
            <a:lvl7pPr>
              <a:spcBef>
                <a:spcPts val="0"/>
              </a:spcBef>
              <a:spcAft>
                <a:spcPts val="0"/>
              </a:spcAft>
              <a:buSzPts val="2400"/>
              <a:buFont typeface="Arial"/>
              <a:buNone/>
              <a:defRPr>
                <a:latin typeface="Arial"/>
                <a:ea typeface="Arial"/>
                <a:cs typeface="Arial"/>
              </a:defRPr>
            </a:lvl7pPr>
            <a:lvl8pPr>
              <a:spcBef>
                <a:spcPts val="0"/>
              </a:spcBef>
              <a:spcAft>
                <a:spcPts val="0"/>
              </a:spcAft>
              <a:buSzPts val="2400"/>
              <a:buFont typeface="Arial"/>
              <a:buNone/>
              <a:defRPr>
                <a:latin typeface="Arial"/>
                <a:ea typeface="Arial"/>
                <a:cs typeface="Arial"/>
              </a:defRPr>
            </a:lvl8pPr>
            <a:lvl9pPr>
              <a:spcBef>
                <a:spcPts val="0"/>
              </a:spcBef>
              <a:spcAft>
                <a:spcPts val="0"/>
              </a:spcAft>
              <a:buSzPts val="2400"/>
              <a:buFont typeface="Arial"/>
              <a:buNone/>
              <a:defRPr>
                <a:latin typeface="Arial"/>
                <a:ea typeface="Arial"/>
                <a:cs typeface="Arial"/>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slideLayout" Target="../slideLayouts/slideLayout33.xml"/><Relationship Id="rId34" Type="http://schemas.openxmlformats.org/officeDocument/2006/relationships/slideLayout" Target="../slideLayouts/slideLayout34.xml"/><Relationship Id="rId35" Type="http://schemas.openxmlformats.org/officeDocument/2006/relationships/slideLayout" Target="../slideLayouts/slideLayout35.xml"/><Relationship Id="rId36" Type="http://schemas.openxmlformats.org/officeDocument/2006/relationships/slideLayout" Target="../slideLayouts/slideLayout36.xml"/><Relationship Id="rId37" Type="http://schemas.openxmlformats.org/officeDocument/2006/relationships/slideLayout" Target="../slideLayouts/slideLayout37.xml"/><Relationship Id="rId38" Type="http://schemas.openxmlformats.org/officeDocument/2006/relationships/slideLayout" Target="../slideLayouts/slideLayout38.xml"/><Relationship Id="rId39" Type="http://schemas.openxmlformats.org/officeDocument/2006/relationships/slideLayout" Target="../slideLayouts/slideLayout39.xml"/><Relationship Id="rId40" Type="http://schemas.openxmlformats.org/officeDocument/2006/relationships/slideLayout" Target="../slideLayouts/slideLayout40.xml"/><Relationship Id="rId41" Type="http://schemas.openxmlformats.org/officeDocument/2006/relationships/slideLayout" Target="../slideLayouts/slideLayout41.xml"/><Relationship Id="rId42" Type="http://schemas.openxmlformats.org/officeDocument/2006/relationships/slideLayout" Target="../slideLayouts/slideLayout42.xml"/><Relationship Id="rId43" Type="http://schemas.openxmlformats.org/officeDocument/2006/relationships/slideLayout" Target="../slideLayouts/slideLayout43.xml"/><Relationship Id="rId44" Type="http://schemas.openxmlformats.org/officeDocument/2006/relationships/slideLayout" Target="../slideLayouts/slideLayout44.xml"/><Relationship Id="rId45" Type="http://schemas.openxmlformats.org/officeDocument/2006/relationships/slideLayout" Target="../slideLayouts/slideLayout45.xml"/><Relationship Id="rId46" Type="http://schemas.openxmlformats.org/officeDocument/2006/relationships/slideLayout" Target="../slideLayouts/slideLayout46.xml"/><Relationship Id="rId47" Type="http://schemas.openxmlformats.org/officeDocument/2006/relationships/slideLayout" Target="../slideLayouts/slideLayout47.xml"/><Relationship Id="rId48" Type="http://schemas.openxmlformats.org/officeDocument/2006/relationships/slideLayout" Target="../slideLayouts/slideLayout48.xml"/><Relationship Id="rId49" Type="http://schemas.openxmlformats.org/officeDocument/2006/relationships/slideLayout" Target="../slideLayouts/slideLayout49.xml"/><Relationship Id="rId50" Type="http://schemas.openxmlformats.org/officeDocument/2006/relationships/slideLayout" Target="../slideLayouts/slideLayout50.xml"/><Relationship Id="rId51" Type="http://schemas.openxmlformats.org/officeDocument/2006/relationships/slideLayout" Target="../slideLayouts/slideLayout51.xml"/><Relationship Id="rId52" Type="http://schemas.openxmlformats.org/officeDocument/2006/relationships/slideLayout" Target="../slideLayouts/slideLayout52.xml"/><Relationship Id="rId53"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53.xml"/><Relationship Id="rId2"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54.xml"/><Relationship Id="rId2" Type="http://schemas.openxmlformats.org/officeDocument/2006/relationships/slideLayout" Target="../slideLayouts/slideLayout55.xml"/><Relationship Id="rId3"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
        <p:cNvGrpSpPr/>
        <p:nvPr/>
      </p:nvGrpSpPr>
      <p:grpSpPr>
        <a:xfrm>
          <a:off x="0" y="0"/>
          <a:ext cx="0" cy="0"/>
          <a:chOff x="0" y="0"/>
          <a:chExt cx="0" cy="0"/>
        </a:xfrm>
      </p:grpSpPr>
      <p:sp>
        <p:nvSpPr>
          <p:cNvPr id="6" name="Google Shape;6;p1">
            <a:extLst>
              <a:ext uri="{FF2B5EF4-FFF2-40B4-BE49-F238E27FC236}">
                <a16:creationId xmlns:a16="http://schemas.microsoft.com/office/drawing/2014/main" id="{D5A05398-9D87-4B12-BF66-90899CD1ACCA}"/>
              </a:ext>
            </a:extLst>
          </p:cNvPr>
          <p:cNvSpPr>
            <a:spLocks noGrp="1"/>
          </p:cNvSpPr>
          <p:nvPr>
            <p:ph type="title"/>
          </p:nvPr>
        </p:nvSpPr>
        <p:spPr>
          <a:xfrm>
            <a:off x="713225" y="445025"/>
            <a:ext cx="7717500" cy="572700"/>
          </a:xfrm>
          <a:prstGeom prst="rect">
            <a:avLst/>
          </a:prstGeom>
          <a:noFill/>
          <a:ln>
            <a:noFill/>
          </a:ln>
        </p:spPr>
        <p:txBody>
          <a:bodyPr spcFirstLastPara="1" wrap="square" lIns="91425" tIns="91425" rIns="91425" bIns="91425" anchor="t">
            <a:noAutofit/>
          </a:bodyPr>
          <a:lstStyle>
            <a:lvl1pPr>
              <a:spcBef>
                <a:spcPts val="0"/>
              </a:spcBef>
              <a:spcAft>
                <a:spcPts val="0"/>
              </a:spcAft>
              <a:buClr>
                <a:schemeClr val="dk1"/>
              </a:buClr>
              <a:buSzPts val="3000"/>
              <a:buFont typeface="Cambria"/>
              <a:buNone/>
              <a:defRPr sz="3000">
                <a:solidFill>
                  <a:schemeClr val="dk1"/>
                </a:solidFill>
                <a:latin typeface="Cambria"/>
                <a:ea typeface="Cambria"/>
                <a:cs typeface="Cambria"/>
              </a:defRPr>
            </a:lvl1pPr>
            <a:lvl2pPr>
              <a:spcBef>
                <a:spcPts val="0"/>
              </a:spcBef>
              <a:spcAft>
                <a:spcPts val="0"/>
              </a:spcAft>
              <a:buClr>
                <a:schemeClr val="dk1"/>
              </a:buClr>
              <a:buSzPts val="3000"/>
              <a:buNone/>
              <a:defRPr sz="3000" i="1">
                <a:solidFill>
                  <a:schemeClr val="dk1"/>
                </a:solidFill>
              </a:defRPr>
            </a:lvl2pPr>
            <a:lvl3pPr>
              <a:spcBef>
                <a:spcPts val="0"/>
              </a:spcBef>
              <a:spcAft>
                <a:spcPts val="0"/>
              </a:spcAft>
              <a:buClr>
                <a:schemeClr val="dk1"/>
              </a:buClr>
              <a:buSzPts val="3000"/>
              <a:buNone/>
              <a:defRPr sz="3000" i="1">
                <a:solidFill>
                  <a:schemeClr val="dk1"/>
                </a:solidFill>
              </a:defRPr>
            </a:lvl3pPr>
            <a:lvl4pPr>
              <a:spcBef>
                <a:spcPts val="0"/>
              </a:spcBef>
              <a:spcAft>
                <a:spcPts val="0"/>
              </a:spcAft>
              <a:buClr>
                <a:schemeClr val="dk1"/>
              </a:buClr>
              <a:buSzPts val="3000"/>
              <a:buNone/>
              <a:defRPr sz="3000" i="1">
                <a:solidFill>
                  <a:schemeClr val="dk1"/>
                </a:solidFill>
              </a:defRPr>
            </a:lvl4pPr>
            <a:lvl5pPr>
              <a:spcBef>
                <a:spcPts val="0"/>
              </a:spcBef>
              <a:spcAft>
                <a:spcPts val="0"/>
              </a:spcAft>
              <a:buClr>
                <a:schemeClr val="dk1"/>
              </a:buClr>
              <a:buSzPts val="3000"/>
              <a:buNone/>
              <a:defRPr sz="3000" i="1">
                <a:solidFill>
                  <a:schemeClr val="dk1"/>
                </a:solidFill>
              </a:defRPr>
            </a:lvl5pPr>
            <a:lvl6pPr>
              <a:spcBef>
                <a:spcPts val="0"/>
              </a:spcBef>
              <a:spcAft>
                <a:spcPts val="0"/>
              </a:spcAft>
              <a:buClr>
                <a:schemeClr val="dk1"/>
              </a:buClr>
              <a:buSzPts val="3000"/>
              <a:buNone/>
              <a:defRPr sz="3000" i="1">
                <a:solidFill>
                  <a:schemeClr val="dk1"/>
                </a:solidFill>
              </a:defRPr>
            </a:lvl6pPr>
            <a:lvl7pPr>
              <a:spcBef>
                <a:spcPts val="0"/>
              </a:spcBef>
              <a:spcAft>
                <a:spcPts val="0"/>
              </a:spcAft>
              <a:buClr>
                <a:schemeClr val="dk1"/>
              </a:buClr>
              <a:buSzPts val="3000"/>
              <a:buNone/>
              <a:defRPr sz="3000" i="1">
                <a:solidFill>
                  <a:schemeClr val="dk1"/>
                </a:solidFill>
              </a:defRPr>
            </a:lvl7pPr>
            <a:lvl8pPr>
              <a:spcBef>
                <a:spcPts val="0"/>
              </a:spcBef>
              <a:spcAft>
                <a:spcPts val="0"/>
              </a:spcAft>
              <a:buClr>
                <a:schemeClr val="dk1"/>
              </a:buClr>
              <a:buSzPts val="3000"/>
              <a:buNone/>
              <a:defRPr sz="3000" i="1">
                <a:solidFill>
                  <a:schemeClr val="dk1"/>
                </a:solidFill>
              </a:defRPr>
            </a:lvl8pPr>
            <a:lvl9pPr>
              <a:spcBef>
                <a:spcPts val="0"/>
              </a:spcBef>
              <a:spcAft>
                <a:spcPts val="0"/>
              </a:spcAft>
              <a:buClr>
                <a:schemeClr val="dk1"/>
              </a:buClr>
              <a:buSzPts val="3000"/>
              <a:buNone/>
              <a:defRPr sz="3000" i="1">
                <a:solidFill>
                  <a:schemeClr val="dk1"/>
                </a:solidFill>
              </a:defRPr>
            </a:lvl9pPr>
          </a:lstStyle>
          <a:p>
            <a:endParaRPr/>
          </a:p>
        </p:txBody>
      </p:sp>
      <p:sp>
        <p:nvSpPr>
          <p:cNvPr id="7" name="Google Shape;7;p1">
            <a:extLst>
              <a:ext uri="{FF2B5EF4-FFF2-40B4-BE49-F238E27FC236}">
                <a16:creationId xmlns:a16="http://schemas.microsoft.com/office/drawing/2014/main" id="{1DFB1686-026F-4E41-932B-33F5744D5565}"/>
              </a:ext>
            </a:extLst>
          </p:cNvPr>
          <p:cNvSpPr>
            <a:spLocks noGrp="1"/>
          </p:cNvSpPr>
          <p:nvPr>
            <p:ph type="body" idx="1"/>
          </p:nvPr>
        </p:nvSpPr>
        <p:spPr>
          <a:xfrm>
            <a:off x="713250" y="1152475"/>
            <a:ext cx="7717500" cy="3416400"/>
          </a:xfrm>
          <a:prstGeom prst="rect">
            <a:avLst/>
          </a:prstGeom>
          <a:noFill/>
          <a:ln>
            <a:noFill/>
          </a:ln>
        </p:spPr>
        <p:txBody>
          <a:bodyPr spcFirstLastPara="1" wrap="square" lIns="91425" tIns="91425" rIns="91425" bIns="91425" anchor="t">
            <a:noAutofit/>
          </a:bodyPr>
          <a:lstStyle>
            <a:lvl1pPr marL="457200" indent="-342900">
              <a:lnSpc>
                <a:spcPct val="115000"/>
              </a:lnSpc>
              <a:spcBef>
                <a:spcPts val="0"/>
              </a:spcBef>
              <a:spcAft>
                <a:spcPts val="0"/>
              </a:spcAft>
              <a:buClr>
                <a:schemeClr val="dk2"/>
              </a:buClr>
              <a:buSzPts val="1800"/>
              <a:buFont typeface="Montserrat"/>
              <a:buChar char="●"/>
              <a:defRPr sz="1800">
                <a:solidFill>
                  <a:schemeClr val="dk2"/>
                </a:solidFill>
                <a:latin typeface="Montserrat"/>
                <a:ea typeface="Montserrat"/>
                <a:cs typeface="Montserrat"/>
              </a:defRPr>
            </a:lvl1pPr>
            <a:lvl2pPr marL="914400" indent="-3175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defRPr>
            </a:lvl2pPr>
            <a:lvl3pPr marL="1371600" indent="-3175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defRPr>
            </a:lvl3pPr>
            <a:lvl4pPr marL="1828800" indent="-3175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defRPr>
            </a:lvl4pPr>
            <a:lvl5pPr marL="2286000" indent="-3175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defRPr>
            </a:lvl5pPr>
            <a:lvl6pPr marL="2743200" indent="-3175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defRPr>
            </a:lvl6pPr>
            <a:lvl7pPr marL="3200400" indent="-3175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defRPr>
            </a:lvl7pPr>
            <a:lvl8pPr marL="3657600" indent="-3175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defRPr>
            </a:lvl8pPr>
            <a:lvl9pPr marL="4114800" indent="-3175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defRPr>
            </a:lvl9pPr>
          </a:lstStyle>
          <a:p>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 id="2147483674" r:id="rId26"/>
    <p:sldLayoutId id="2147483675" r:id="rId27"/>
    <p:sldLayoutId id="2147483676" r:id="rId28"/>
    <p:sldLayoutId id="2147483677" r:id="rId29"/>
    <p:sldLayoutId id="2147483678" r:id="rId30"/>
    <p:sldLayoutId id="2147483679" r:id="rId31"/>
    <p:sldLayoutId id="2147483680" r:id="rId32"/>
    <p:sldLayoutId id="2147483681" r:id="rId33"/>
    <p:sldLayoutId id="2147483682" r:id="rId34"/>
    <p:sldLayoutId id="2147483683" r:id="rId35"/>
    <p:sldLayoutId id="2147483684" r:id="rId36"/>
    <p:sldLayoutId id="2147483685" r:id="rId37"/>
    <p:sldLayoutId id="2147483686" r:id="rId38"/>
    <p:sldLayoutId id="2147483687" r:id="rId39"/>
    <p:sldLayoutId id="2147483688" r:id="rId40"/>
    <p:sldLayoutId id="2147483689" r:id="rId41"/>
    <p:sldLayoutId id="2147483690" r:id="rId42"/>
    <p:sldLayoutId id="2147483691" r:id="rId43"/>
    <p:sldLayoutId id="2147483692" r:id="rId44"/>
    <p:sldLayoutId id="2147483693" r:id="rId45"/>
    <p:sldLayoutId id="2147483694" r:id="rId46"/>
    <p:sldLayoutId id="2147483695" r:id="rId47"/>
    <p:sldLayoutId id="2147483696" r:id="rId48"/>
    <p:sldLayoutId id="2147483697" r:id="rId49"/>
    <p:sldLayoutId id="2147483698" r:id="rId50"/>
    <p:sldLayoutId id="2147483699" r:id="rId51"/>
    <p:sldLayoutId id="2147483700" r:id="rId52"/>
  </p:sldLayoutIdLst>
  <p:hf sldNum="0" hdr="0" ftr="0" dt="0"/>
  <p:txStyles>
    <p:titleStyle>
      <a:lvl1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titleStyle>
    <p:bodyStyle>
      <a:lvl1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bodyStyle>
    <p:otherStyle>
      <a:lvl1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simple-light-2">
    <p:bg>
      <p:bgPr>
        <a:solidFill>
          <a:srgbClr val="0E2A47"/>
        </a:solidFill>
        <a:effectLst/>
      </p:bgPr>
    </p:bg>
    <p:spTree>
      <p:nvGrpSpPr>
        <p:cNvPr id="1" name=""/>
        <p:cNvGrpSpPr/>
        <p:nvPr/>
      </p:nvGrpSpPr>
      <p:grpSpPr>
        <a:xfrm>
          <a:off x="0" y="0"/>
          <a:ext cx="0" cy="0"/>
          <a:chOff x="0" y="0"/>
          <a:chExt cx="0" cy="0"/>
        </a:xfrm>
      </p:grpSpPr>
      <p:sp>
        <p:nvSpPr>
          <p:cNvPr id="469" name="Google Shape;469;p54">
            <a:extLst>
              <a:ext uri="{FF2B5EF4-FFF2-40B4-BE49-F238E27FC236}">
                <a16:creationId xmlns:a16="http://schemas.microsoft.com/office/drawing/2014/main" id="{40EB03D3-7CE5-4752-98F6-7A3A9074B920}"/>
              </a:ext>
            </a:extLst>
          </p:cNvPr>
          <p:cNvSpPr>
            <a:spLocks noGrp="1"/>
          </p:cNvSpPr>
          <p:nvPr>
            <p:ph type="title"/>
          </p:nvPr>
        </p:nvSpPr>
        <p:spPr>
          <a:xfrm>
            <a:off x="1068100" y="933450"/>
            <a:ext cx="7047300" cy="482400"/>
          </a:xfrm>
          <a:prstGeom prst="rect">
            <a:avLst/>
          </a:prstGeom>
          <a:noFill/>
          <a:ln>
            <a:noFill/>
          </a:ln>
        </p:spPr>
        <p:txBody>
          <a:bodyPr spcFirstLastPara="1" wrap="square" lIns="91425" tIns="91425" rIns="91425" bIns="91425" anchor="t">
            <a:noAutofit/>
          </a:bodyPr>
          <a:lstStyle>
            <a:lvl1pPr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defRPr>
            </a:lvl1pPr>
            <a:lvl2pPr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defRPr>
            </a:lvl2pPr>
            <a:lvl3pPr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defRPr>
            </a:lvl3pPr>
            <a:lvl4pPr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defRPr>
            </a:lvl4pPr>
            <a:lvl5pPr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defRPr>
            </a:lvl5pPr>
            <a:lvl6pPr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defRPr>
            </a:lvl6pPr>
            <a:lvl7pPr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defRPr>
            </a:lvl7pPr>
            <a:lvl8pPr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defRPr>
            </a:lvl8pPr>
            <a:lvl9pPr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defRPr>
            </a:lvl9pPr>
          </a:lstStyle>
          <a:p>
            <a:endParaRPr/>
          </a:p>
        </p:txBody>
      </p:sp>
      <p:sp>
        <p:nvSpPr>
          <p:cNvPr id="470" name="Google Shape;470;p54">
            <a:extLst>
              <a:ext uri="{FF2B5EF4-FFF2-40B4-BE49-F238E27FC236}">
                <a16:creationId xmlns:a16="http://schemas.microsoft.com/office/drawing/2014/main" id="{ED157DA1-E5A7-4C93-9248-1B7FF97025F5}"/>
              </a:ext>
            </a:extLst>
          </p:cNvPr>
          <p:cNvSpPr>
            <a:spLocks noGrp="1"/>
          </p:cNvSpPr>
          <p:nvPr>
            <p:ph type="body" idx="1"/>
          </p:nvPr>
        </p:nvSpPr>
        <p:spPr>
          <a:xfrm>
            <a:off x="1068100" y="1695450"/>
            <a:ext cx="7047300" cy="2502000"/>
          </a:xfrm>
          <a:prstGeom prst="rect">
            <a:avLst/>
          </a:prstGeom>
          <a:noFill/>
          <a:ln>
            <a:noFill/>
          </a:ln>
        </p:spPr>
        <p:txBody>
          <a:bodyPr spcFirstLastPara="1" wrap="square" lIns="91425" tIns="91425" rIns="91425" bIns="91425" anchor="t">
            <a:noAutofit/>
          </a:bodyPr>
          <a:lstStyle>
            <a:lvl1pPr marL="457200" indent="-29845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defRPr>
            </a:lvl1pPr>
            <a:lvl2pPr marL="914400" indent="-29845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defRPr>
            </a:lvl2pPr>
            <a:lvl3pPr marL="1371600" indent="-29845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defRPr>
            </a:lvl3pPr>
            <a:lvl4pPr marL="1828800" indent="-29845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defRPr>
            </a:lvl4pPr>
            <a:lvl5pPr marL="2286000" indent="-29845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defRPr>
            </a:lvl5pPr>
            <a:lvl6pPr marL="2743200" indent="-29845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defRPr>
            </a:lvl6pPr>
            <a:lvl7pPr marL="3200400" indent="-29845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defRPr>
            </a:lvl7pPr>
            <a:lvl8pPr marL="3657600" indent="-29845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defRPr>
            </a:lvl8pPr>
            <a:lvl9pPr marL="4114800" indent="-29845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defRPr>
            </a:lvl9pPr>
          </a:lstStyle>
          <a:p>
            <a:endParaRPr/>
          </a:p>
        </p:txBody>
      </p:sp>
    </p:spTree>
  </p:cSld>
  <p:clrMap bg1="lt1" tx1="dk1" bg2="dk2" tx2="lt2" accent1="accent1" accent2="accent2" accent3="accent3" accent4="accent4" accent5="accent5" accent6="accent6" hlink="hlink" folHlink="folHlink"/>
  <p:sldLayoutIdLst>
    <p:sldLayoutId id="2147483702" r:id="rId1"/>
  </p:sldLayoutIdLst>
  <p:hf sldNum="0" hdr="0" ftr="0" dt="0"/>
  <p:txStyles>
    <p:titleStyle>
      <a:lvl1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titleStyle>
    <p:bodyStyle>
      <a:lvl1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bodyStyle>
    <p:otherStyle>
      <a:lvl1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name="simple-light-2">
    <p:bg>
      <p:bgPr>
        <a:solidFill>
          <a:srgbClr val="0E2A47"/>
        </a:solidFill>
        <a:effectLst/>
      </p:bgPr>
    </p:bg>
    <p:spTree>
      <p:nvGrpSpPr>
        <p:cNvPr id="1" name=""/>
        <p:cNvGrpSpPr/>
        <p:nvPr/>
      </p:nvGrpSpPr>
      <p:grpSpPr>
        <a:xfrm>
          <a:off x="0" y="0"/>
          <a:ext cx="0" cy="0"/>
          <a:chOff x="0" y="0"/>
          <a:chExt cx="0" cy="0"/>
        </a:xfrm>
      </p:grpSpPr>
      <p:sp>
        <p:nvSpPr>
          <p:cNvPr id="473" name="Google Shape;473;p56">
            <a:extLst>
              <a:ext uri="{FF2B5EF4-FFF2-40B4-BE49-F238E27FC236}">
                <a16:creationId xmlns:a16="http://schemas.microsoft.com/office/drawing/2014/main" id="{5551A7FB-7E2E-4864-8F6E-E224C88F8E0E}"/>
              </a:ext>
            </a:extLst>
          </p:cNvPr>
          <p:cNvSpPr>
            <a:spLocks noGrp="1"/>
          </p:cNvSpPr>
          <p:nvPr>
            <p:ph type="title"/>
          </p:nvPr>
        </p:nvSpPr>
        <p:spPr>
          <a:xfrm>
            <a:off x="1068100" y="933450"/>
            <a:ext cx="7047300" cy="482400"/>
          </a:xfrm>
          <a:prstGeom prst="rect">
            <a:avLst/>
          </a:prstGeom>
          <a:noFill/>
          <a:ln>
            <a:noFill/>
          </a:ln>
        </p:spPr>
        <p:txBody>
          <a:bodyPr spcFirstLastPara="1" wrap="square" lIns="91425" tIns="91425" rIns="91425" bIns="91425" anchor="t">
            <a:noAutofit/>
          </a:bodyPr>
          <a:lstStyle>
            <a:lvl1pPr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defRPr>
            </a:lvl1pPr>
            <a:lvl2pPr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defRPr>
            </a:lvl2pPr>
            <a:lvl3pPr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defRPr>
            </a:lvl3pPr>
            <a:lvl4pPr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defRPr>
            </a:lvl4pPr>
            <a:lvl5pPr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defRPr>
            </a:lvl5pPr>
            <a:lvl6pPr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defRPr>
            </a:lvl6pPr>
            <a:lvl7pPr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defRPr>
            </a:lvl7pPr>
            <a:lvl8pPr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defRPr>
            </a:lvl8pPr>
            <a:lvl9pPr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defRPr>
            </a:lvl9pPr>
          </a:lstStyle>
          <a:p>
            <a:endParaRPr/>
          </a:p>
        </p:txBody>
      </p:sp>
      <p:sp>
        <p:nvSpPr>
          <p:cNvPr id="474" name="Google Shape;474;p56">
            <a:extLst>
              <a:ext uri="{FF2B5EF4-FFF2-40B4-BE49-F238E27FC236}">
                <a16:creationId xmlns:a16="http://schemas.microsoft.com/office/drawing/2014/main" id="{2B139B00-170B-4837-895A-5E219A3809DC}"/>
              </a:ext>
            </a:extLst>
          </p:cNvPr>
          <p:cNvSpPr>
            <a:spLocks noGrp="1"/>
          </p:cNvSpPr>
          <p:nvPr>
            <p:ph type="body" idx="1"/>
          </p:nvPr>
        </p:nvSpPr>
        <p:spPr>
          <a:xfrm>
            <a:off x="1068100" y="1695450"/>
            <a:ext cx="7047300" cy="2502000"/>
          </a:xfrm>
          <a:prstGeom prst="rect">
            <a:avLst/>
          </a:prstGeom>
          <a:noFill/>
          <a:ln>
            <a:noFill/>
          </a:ln>
        </p:spPr>
        <p:txBody>
          <a:bodyPr spcFirstLastPara="1" wrap="square" lIns="91425" tIns="91425" rIns="91425" bIns="91425" anchor="t">
            <a:noAutofit/>
          </a:bodyPr>
          <a:lstStyle>
            <a:lvl1pPr marL="457200" indent="-29845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defRPr>
            </a:lvl1pPr>
            <a:lvl2pPr marL="914400" indent="-29845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defRPr>
            </a:lvl2pPr>
            <a:lvl3pPr marL="1371600" indent="-29845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defRPr>
            </a:lvl3pPr>
            <a:lvl4pPr marL="1828800" indent="-29845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defRPr>
            </a:lvl4pPr>
            <a:lvl5pPr marL="2286000" indent="-29845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defRPr>
            </a:lvl5pPr>
            <a:lvl6pPr marL="2743200" indent="-29845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defRPr>
            </a:lvl6pPr>
            <a:lvl7pPr marL="3200400" indent="-29845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defRPr>
            </a:lvl7pPr>
            <a:lvl8pPr marL="3657600" indent="-29845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defRPr>
            </a:lvl8pPr>
            <a:lvl9pPr marL="4114800" indent="-29845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defRPr>
            </a:lvl9pPr>
          </a:lstStyle>
          <a:p>
            <a:endParaRPr/>
          </a:p>
        </p:txBody>
      </p:sp>
    </p:spTree>
  </p:cSld>
  <p:clrMap bg1="lt1" tx1="dk1" bg2="dk2" tx2="lt2" accent1="accent1" accent2="accent2" accent3="accent3" accent4="accent4" accent5="accent5" accent6="accent6" hlink="hlink" folHlink="folHlink"/>
  <p:sldLayoutIdLst>
    <p:sldLayoutId id="2147483704" r:id="rId1"/>
    <p:sldLayoutId id="2147483705" r:id="rId2"/>
  </p:sldLayoutIdLst>
  <p:hf sldNum="0" hdr="0" ftr="0" dt="0"/>
  <p:txStyles>
    <p:titleStyle>
      <a:lvl1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titleStyle>
    <p:bodyStyle>
      <a:lvl1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bodyStyle>
    <p:otherStyle>
      <a:lvl1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29.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8.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9.xml"/><Relationship Id="rId2" Type="http://schemas.openxmlformats.org/officeDocument/2006/relationships/notesSlide" Target="../notesSlides/notesSlide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1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3.xml"/><Relationship Id="rId2" Type="http://schemas.openxmlformats.org/officeDocument/2006/relationships/notesSlide" Target="../notesSlides/notesSlide19.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3.xml"/><Relationship Id="rId2" Type="http://schemas.openxmlformats.org/officeDocument/2006/relationships/notesSlide" Target="../notesSlides/notesSlide20.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2.xml"/><Relationship Id="rId2" Type="http://schemas.openxmlformats.org/officeDocument/2006/relationships/notesSlide" Target="../notesSlides/notesSlide2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2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1.xml"/><Relationship Id="rId2" Type="http://schemas.openxmlformats.org/officeDocument/2006/relationships/notesSlide" Target="../notesSlides/notesSlide2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2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2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8.xml"/><Relationship Id="rId2" Type="http://schemas.openxmlformats.org/officeDocument/2006/relationships/notesSlide" Target="../notesSlides/notesSlide2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8.xml"/><Relationship Id="rId2" Type="http://schemas.openxmlformats.org/officeDocument/2006/relationships/notesSlide" Target="../notesSlides/notesSlide28.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0.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3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82" name="Google Shape;482;p59">
            <a:extLst>
              <a:ext uri="{FF2B5EF4-FFF2-40B4-BE49-F238E27FC236}">
                <a16:creationId xmlns:a16="http://schemas.microsoft.com/office/drawing/2014/main" id="{4A546936-253C-486C-99B0-1ABDD6851617}"/>
              </a:ext>
            </a:extLst>
          </p:cNvPr>
          <p:cNvSpPr>
            <a:spLocks noGrp="1"/>
          </p:cNvSpPr>
          <p:nvPr>
            <p:ph type="ctrTitle"/>
          </p:nvPr>
        </p:nvSpPr>
        <p:spPr>
          <a:xfrm>
            <a:off x="1039950" y="1431148"/>
            <a:ext cx="7064100" cy="2052600"/>
          </a:xfrm>
          <a:prstGeom prst="rect">
            <a:avLst/>
          </a:prstGeom>
        </p:spPr>
        <p:txBody>
          <a:bodyPr spcFirstLastPara="1" wrap="square" lIns="91425" tIns="91425" rIns="91425" bIns="91425" anchor="ctr">
            <a:normAutofit/>
          </a:bodyPr>
          <a:lstStyle/>
          <a:p>
            <a:pPr marL="0" lvl="0" indent="0" algn="ctr">
              <a:spcBef>
                <a:spcPts val="0"/>
              </a:spcBef>
              <a:spcAft>
                <a:spcPts val="0"/>
              </a:spcAft>
              <a:buNone/>
              <a:defRPr sz="2325" b="1">
                <a:solidFill>
                  <a:srgbClr val="111410"/>
                </a:solidFill>
                <a:latin typeface="Cambria"/>
                <a:ea typeface="Cambria"/>
                <a:cs typeface="Cambria"/>
              </a:defRPr>
            </a:pPr>
            <a:r>
              <a:rPr lang="vi-VN" dirty="0"/>
              <a:t>NGHIÊN CỨU THIẾT KẾ VÀ PHÁT TRIỂN KIẾN TRÚC HỆ THỐNG PHỎNG VẤN NĂNG LỰC TỰ ĐỘNG TÍCH HỢP XỬ LÝ GIỌNG NÓI ĐA TẦNG, TRUY XUẤT TRI THỨC TĂNG CƯỜNG (RAG) VÀ MÔ HÌNH NGÔN NGỮ LỚN</a:t>
            </a:r>
          </a:p>
        </p:txBody>
      </p:sp>
      <p:sp>
        <p:nvSpPr>
          <p:cNvPr id="483" name="Google Shape;483;p59">
            <a:extLst>
              <a:ext uri="{FF2B5EF4-FFF2-40B4-BE49-F238E27FC236}">
                <a16:creationId xmlns:a16="http://schemas.microsoft.com/office/drawing/2014/main" id="{C43CA2B9-1CBA-46B1-A9D3-ED9D958D7C96}"/>
              </a:ext>
            </a:extLst>
          </p:cNvPr>
          <p:cNvSpPr>
            <a:spLocks noGrp="1"/>
          </p:cNvSpPr>
          <p:nvPr>
            <p:ph type="subTitle" idx="1"/>
          </p:nvPr>
        </p:nvSpPr>
        <p:spPr>
          <a:xfrm>
            <a:off x="1039950" y="3546852"/>
            <a:ext cx="7064100" cy="702013"/>
          </a:xfrm>
          <a:prstGeom prst="rect">
            <a:avLst/>
          </a:prstGeom>
        </p:spPr>
        <p:txBody>
          <a:bodyPr spcFirstLastPara="1" wrap="square" lIns="91425" tIns="91425" rIns="91425" bIns="91425" anchor="ctr">
            <a:noAutofit/>
          </a:bodyPr>
          <a:lstStyle/>
          <a:p>
            <a:pPr marL="0" lvl="0" indent="0" algn="ctr">
              <a:lnSpc>
                <a:spcPct val="160000"/>
              </a:lnSpc>
              <a:spcBef>
                <a:spcPts val="0"/>
              </a:spcBef>
              <a:spcAft>
                <a:spcPts val="0"/>
              </a:spcAft>
              <a:buClr>
                <a:schemeClr val="dk1"/>
              </a:buClr>
              <a:buSzPts val="1100"/>
              <a:buFont typeface="Arial"/>
              <a:buNone/>
              <a:defRPr sz="1013" b="0">
                <a:solidFill>
                  <a:srgbClr val="526052"/>
                </a:solidFill>
                <a:latin typeface="Montserrat"/>
                <a:ea typeface="Montserrat"/>
                <a:cs typeface="Montserrat"/>
              </a:defRPr>
            </a:pPr>
            <a:r>
              <a:rPr sz="1400" b="0" dirty="0">
                <a:solidFill>
                  <a:srgbClr val="526052"/>
                </a:solidFill>
                <a:latin typeface="Montserrat"/>
                <a:ea typeface="Montserrat"/>
                <a:cs typeface="Montserrat"/>
              </a:rPr>
              <a:t>Sinh </a:t>
            </a:r>
            <a:r>
              <a:rPr sz="1400" b="0" dirty="0" err="1">
                <a:solidFill>
                  <a:srgbClr val="526052"/>
                </a:solidFill>
                <a:latin typeface="Montserrat"/>
                <a:ea typeface="Montserrat"/>
                <a:cs typeface="Montserrat"/>
              </a:rPr>
              <a:t>viên</a:t>
            </a:r>
            <a:r>
              <a:rPr sz="1400" b="0" dirty="0">
                <a:solidFill>
                  <a:srgbClr val="526052"/>
                </a:solidFill>
                <a:latin typeface="Montserrat"/>
                <a:ea typeface="Montserrat"/>
                <a:cs typeface="Montserrat"/>
              </a:rPr>
              <a:t>: Lê Minh Duy </a:t>
            </a:r>
            <a:r>
              <a:rPr lang="vi-VN" sz="1400" b="0" dirty="0">
                <a:solidFill>
                  <a:srgbClr val="526052"/>
                </a:solidFill>
                <a:latin typeface="Montserrat"/>
                <a:ea typeface="Montserrat"/>
                <a:cs typeface="Montserrat"/>
              </a:rPr>
              <a:t>-</a:t>
            </a:r>
            <a:r>
              <a:rPr sz="1400" b="0" dirty="0">
                <a:solidFill>
                  <a:srgbClr val="526052"/>
                </a:solidFill>
                <a:latin typeface="Montserrat"/>
                <a:ea typeface="Montserrat"/>
                <a:cs typeface="Montserrat"/>
              </a:rPr>
              <a:t> MSSV: 221A011220</a:t>
            </a:r>
            <a:endParaRPr sz="1400" dirty="0"/>
          </a:p>
          <a:p>
            <a:pPr marL="0" lvl="0" indent="0" algn="ctr">
              <a:lnSpc>
                <a:spcPct val="160000"/>
              </a:lnSpc>
              <a:spcBef>
                <a:spcPts val="0"/>
              </a:spcBef>
              <a:spcAft>
                <a:spcPts val="0"/>
              </a:spcAft>
              <a:buClr>
                <a:schemeClr val="dk1"/>
              </a:buClr>
              <a:buSzPts val="1100"/>
              <a:buFont typeface="Arial"/>
              <a:buNone/>
              <a:defRPr sz="1013" b="0">
                <a:solidFill>
                  <a:srgbClr val="526052"/>
                </a:solidFill>
                <a:latin typeface="Montserrat"/>
                <a:ea typeface="Montserrat"/>
                <a:cs typeface="Montserrat"/>
              </a:defRPr>
            </a:pPr>
            <a:r>
              <a:rPr sz="1400" b="0" dirty="0">
                <a:solidFill>
                  <a:srgbClr val="526052"/>
                </a:solidFill>
                <a:latin typeface="Montserrat"/>
                <a:ea typeface="Montserrat"/>
                <a:cs typeface="Montserrat"/>
              </a:rPr>
              <a:t>GVHD: </a:t>
            </a:r>
            <a:r>
              <a:rPr sz="1400" b="0" dirty="0" err="1">
                <a:solidFill>
                  <a:srgbClr val="526052"/>
                </a:solidFill>
                <a:latin typeface="Montserrat"/>
                <a:ea typeface="Montserrat"/>
                <a:cs typeface="Montserrat"/>
              </a:rPr>
              <a:t>ThS</a:t>
            </a:r>
            <a:r>
              <a:rPr sz="1400" b="0" dirty="0">
                <a:solidFill>
                  <a:srgbClr val="526052"/>
                </a:solidFill>
                <a:latin typeface="Montserrat"/>
                <a:ea typeface="Montserrat"/>
                <a:cs typeface="Montserrat"/>
              </a:rPr>
              <a:t>. </a:t>
            </a:r>
            <a:r>
              <a:rPr sz="1400" b="0" dirty="0" err="1">
                <a:solidFill>
                  <a:srgbClr val="526052"/>
                </a:solidFill>
                <a:latin typeface="Montserrat"/>
                <a:ea typeface="Montserrat"/>
                <a:cs typeface="Montserrat"/>
              </a:rPr>
              <a:t>Đặng</a:t>
            </a:r>
            <a:r>
              <a:rPr sz="1400" b="0" dirty="0">
                <a:solidFill>
                  <a:srgbClr val="526052"/>
                </a:solidFill>
                <a:latin typeface="Montserrat"/>
                <a:ea typeface="Montserrat"/>
                <a:cs typeface="Montserrat"/>
              </a:rPr>
              <a:t> Văn </a:t>
            </a:r>
            <a:r>
              <a:rPr sz="1400" b="0" dirty="0" err="1">
                <a:solidFill>
                  <a:srgbClr val="526052"/>
                </a:solidFill>
                <a:latin typeface="Montserrat"/>
                <a:ea typeface="Montserrat"/>
                <a:cs typeface="Montserrat"/>
              </a:rPr>
              <a:t>Lực</a:t>
            </a:r>
            <a:r>
              <a:rPr sz="1400" b="0" dirty="0">
                <a:solidFill>
                  <a:srgbClr val="526052"/>
                </a:solidFill>
                <a:latin typeface="Montserrat"/>
                <a:ea typeface="Montserrat"/>
                <a:cs typeface="Montserrat"/>
              </a:rPr>
              <a:t> • </a:t>
            </a:r>
            <a:r>
              <a:rPr sz="1400" b="0" dirty="0" err="1">
                <a:solidFill>
                  <a:srgbClr val="526052"/>
                </a:solidFill>
                <a:latin typeface="Montserrat"/>
                <a:ea typeface="Montserrat"/>
                <a:cs typeface="Montserrat"/>
              </a:rPr>
              <a:t>Trường</a:t>
            </a:r>
            <a:r>
              <a:rPr sz="1400" b="0" dirty="0">
                <a:solidFill>
                  <a:srgbClr val="526052"/>
                </a:solidFill>
                <a:latin typeface="Montserrat"/>
                <a:ea typeface="Montserrat"/>
                <a:cs typeface="Montserrat"/>
              </a:rPr>
              <a:t> </a:t>
            </a:r>
            <a:r>
              <a:rPr sz="1400" b="0" dirty="0" err="1">
                <a:solidFill>
                  <a:srgbClr val="526052"/>
                </a:solidFill>
                <a:latin typeface="Montserrat"/>
                <a:ea typeface="Montserrat"/>
                <a:cs typeface="Montserrat"/>
              </a:rPr>
              <a:t>Đại</a:t>
            </a:r>
            <a:r>
              <a:rPr sz="1400" b="0" dirty="0">
                <a:solidFill>
                  <a:srgbClr val="526052"/>
                </a:solidFill>
                <a:latin typeface="Montserrat"/>
                <a:ea typeface="Montserrat"/>
                <a:cs typeface="Montserrat"/>
              </a:rPr>
              <a:t> </a:t>
            </a:r>
            <a:r>
              <a:rPr sz="1400" b="0" dirty="0" err="1">
                <a:solidFill>
                  <a:srgbClr val="526052"/>
                </a:solidFill>
                <a:latin typeface="Montserrat"/>
                <a:ea typeface="Montserrat"/>
                <a:cs typeface="Montserrat"/>
              </a:rPr>
              <a:t>học</a:t>
            </a:r>
            <a:r>
              <a:rPr sz="1400" b="0" dirty="0">
                <a:solidFill>
                  <a:srgbClr val="526052"/>
                </a:solidFill>
                <a:latin typeface="Montserrat"/>
                <a:ea typeface="Montserrat"/>
                <a:cs typeface="Montserrat"/>
              </a:rPr>
              <a:t> Văn </a:t>
            </a:r>
            <a:r>
              <a:rPr sz="1400" b="0" dirty="0" err="1">
                <a:solidFill>
                  <a:srgbClr val="526052"/>
                </a:solidFill>
                <a:latin typeface="Montserrat"/>
                <a:ea typeface="Montserrat"/>
                <a:cs typeface="Montserrat"/>
              </a:rPr>
              <a:t>Hiến</a:t>
            </a:r>
            <a:r>
              <a:rPr sz="1400" b="0" dirty="0">
                <a:solidFill>
                  <a:srgbClr val="526052"/>
                </a:solidFill>
                <a:latin typeface="Montserrat"/>
                <a:ea typeface="Montserrat"/>
                <a:cs typeface="Montserrat"/>
              </a:rPr>
              <a:t> • 2026</a:t>
            </a:r>
            <a:endParaRPr sz="1400" dirty="0"/>
          </a:p>
        </p:txBody>
      </p:sp>
      <p:pic>
        <p:nvPicPr>
          <p:cNvPr id="487" name="!!22"/>
          <p:cNvPicPr>
            <a:picLocks noChangeAspect="1"/>
          </p:cNvPicPr>
          <p:nvPr/>
        </p:nvPicPr>
        <p:blipFill>
          <a:blip r:embed="rId3"/>
          <a:stretch>
            <a:fillRect/>
          </a:stretch>
        </p:blipFill>
        <p:spPr>
          <a:xfrm>
            <a:off x="7857848" y="486992"/>
            <a:ext cx="969451" cy="969451"/>
          </a:xfrm>
          <a:prstGeom prst="rect">
            <a:avLst/>
          </a:prstGeom>
        </p:spPr>
      </p:pic>
    </p:spTree>
    <p:extLst>
      <p:ext uri="{BB962C8B-B14F-4D97-AF65-F5344CB8AC3E}">
        <p14:creationId xmlns:p14="http://schemas.microsoft.com/office/powerpoint/2010/main" val="211838165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E8F3E5"/>
        </a:solidFill>
        <a:effectLst/>
      </p:bgPr>
    </p:bg>
    <p:spTree>
      <p:nvGrpSpPr>
        <p:cNvPr id="1" name=""/>
        <p:cNvGrpSpPr/>
        <p:nvPr/>
      </p:nvGrpSpPr>
      <p:grpSpPr>
        <a:xfrm>
          <a:off x="0" y="0"/>
          <a:ext cx="0" cy="0"/>
          <a:chOff x="0" y="0"/>
          <a:chExt cx="0" cy="0"/>
        </a:xfrm>
      </p:grpSpPr>
      <p:sp>
        <p:nvSpPr>
          <p:cNvPr id="529" name="Google Shape;529;p62">
            <a:extLst>
              <a:ext uri="{FF2B5EF4-FFF2-40B4-BE49-F238E27FC236}">
                <a16:creationId xmlns:a16="http://schemas.microsoft.com/office/drawing/2014/main" id="{D2DEA9EA-4979-40B8-882A-109810B69349}"/>
              </a:ext>
            </a:extLst>
          </p:cNvPr>
          <p:cNvSpPr>
            <a:spLocks noGrp="1"/>
          </p:cNvSpPr>
          <p:nvPr>
            <p:ph type="title" idx="21"/>
          </p:nvPr>
        </p:nvSpPr>
        <p:spPr>
          <a:xfrm>
            <a:off x="2332400" y="445025"/>
            <a:ext cx="4479300" cy="572700"/>
          </a:xfrm>
          <a:prstGeom prst="rect">
            <a:avLst/>
          </a:prstGeom>
        </p:spPr>
        <p:txBody>
          <a:bodyPr spcFirstLastPara="1" wrap="square" lIns="91425" tIns="91425" rIns="91425" bIns="91425" anchor="t">
            <a:noAutofit/>
          </a:bodyPr>
          <a:lstStyle/>
          <a:p>
            <a:pPr marL="0" lvl="0" indent="0" algn="ctr">
              <a:spcBef>
                <a:spcPts val="0"/>
              </a:spcBef>
              <a:spcAft>
                <a:spcPts val="0"/>
              </a:spcAft>
              <a:buNone/>
              <a:defRPr sz="1800" b="1">
                <a:solidFill>
                  <a:srgbClr val="111410"/>
                </a:solidFill>
                <a:latin typeface="Cambria"/>
                <a:ea typeface="Cambria"/>
                <a:cs typeface="Cambria"/>
              </a:defRPr>
            </a:pPr>
            <a:r>
              <a:rPr sz="1800" b="1">
                <a:solidFill>
                  <a:srgbClr val="111410"/>
                </a:solidFill>
                <a:latin typeface="Cambria"/>
                <a:ea typeface="Cambria"/>
                <a:cs typeface="Cambria"/>
              </a:rPr>
              <a:t>Lộ trình trình bày</a:t>
            </a:r>
            <a:endParaRPr/>
          </a:p>
        </p:txBody>
      </p:sp>
      <p:sp>
        <p:nvSpPr>
          <p:cNvPr id="530" name="Rectangle: Rounded Corners 529">
            <a:extLst>
              <a:ext uri="{FF2B5EF4-FFF2-40B4-BE49-F238E27FC236}">
                <a16:creationId xmlns:a16="http://schemas.microsoft.com/office/drawing/2014/main" id="{B833D00D-35D3-49A3-999B-4ADFD66CC58D}"/>
              </a:ext>
            </a:extLst>
          </p:cNvPr>
          <p:cNvSpPr>
            <a:spLocks noGrp="1"/>
          </p:cNvSpPr>
          <p:nvPr/>
        </p:nvSpPr>
        <p:spPr>
          <a:xfrm>
            <a:off x="523875" y="1066800"/>
            <a:ext cx="8096250" cy="1581150"/>
          </a:xfrm>
          <a:prstGeom prst="roundRect">
            <a:avLst>
              <a:gd name="adj" fmla="val 4819"/>
            </a:avLst>
          </a:prstGeom>
          <a:solidFill>
            <a:srgbClr val="F4F7F1"/>
          </a:solidFill>
          <a:ln w="10478">
            <a:solidFill>
              <a:srgbClr val="8B9589"/>
            </a:solidFill>
            <a:prstDash val="solid"/>
          </a:ln>
        </p:spPr>
      </p:sp>
      <p:sp>
        <p:nvSpPr>
          <p:cNvPr id="531" name="Rectangle: Rounded Corners 530">
            <a:extLst>
              <a:ext uri="{FF2B5EF4-FFF2-40B4-BE49-F238E27FC236}">
                <a16:creationId xmlns:a16="http://schemas.microsoft.com/office/drawing/2014/main" id="{F86402BC-34FB-430E-A643-3624BBA21199}"/>
              </a:ext>
            </a:extLst>
          </p:cNvPr>
          <p:cNvSpPr>
            <a:spLocks noGrp="1"/>
          </p:cNvSpPr>
          <p:nvPr/>
        </p:nvSpPr>
        <p:spPr>
          <a:xfrm>
            <a:off x="523875" y="2724150"/>
            <a:ext cx="8096250" cy="1581150"/>
          </a:xfrm>
          <a:prstGeom prst="roundRect">
            <a:avLst>
              <a:gd name="adj" fmla="val 4819"/>
            </a:avLst>
          </a:prstGeom>
          <a:solidFill>
            <a:srgbClr val="DFF0D6"/>
          </a:solidFill>
          <a:ln w="10478">
            <a:solidFill>
              <a:srgbClr val="8B9589"/>
            </a:solidFill>
            <a:prstDash val="solid"/>
          </a:ln>
        </p:spPr>
      </p:sp>
      <p:sp>
        <p:nvSpPr>
          <p:cNvPr id="532" name="Straight Connector 531">
            <a:extLst>
              <a:ext uri="{FF2B5EF4-FFF2-40B4-BE49-F238E27FC236}">
                <a16:creationId xmlns:a16="http://schemas.microsoft.com/office/drawing/2014/main" id="{FD48B734-3A24-4CA7-BB36-1C0F98A4B113}"/>
              </a:ext>
            </a:extLst>
          </p:cNvPr>
          <p:cNvSpPr>
            <a:spLocks noGrp="1"/>
          </p:cNvSpPr>
          <p:nvPr/>
        </p:nvSpPr>
        <p:spPr>
          <a:xfrm>
            <a:off x="3219450" y="1238250"/>
            <a:ext cx="0" cy="1238250"/>
          </a:xfrm>
          <a:prstGeom prst="line">
            <a:avLst/>
          </a:prstGeom>
          <a:ln w="9525">
            <a:solidFill>
              <a:srgbClr val="8B9589"/>
            </a:solidFill>
            <a:prstDash val="solid"/>
          </a:ln>
        </p:spPr>
      </p:sp>
      <p:sp>
        <p:nvSpPr>
          <p:cNvPr id="533" name="Straight Connector 532">
            <a:extLst>
              <a:ext uri="{FF2B5EF4-FFF2-40B4-BE49-F238E27FC236}">
                <a16:creationId xmlns:a16="http://schemas.microsoft.com/office/drawing/2014/main" id="{F4A4B029-E6F1-44E7-8157-A0732A22A042}"/>
              </a:ext>
            </a:extLst>
          </p:cNvPr>
          <p:cNvSpPr>
            <a:spLocks noGrp="1"/>
          </p:cNvSpPr>
          <p:nvPr/>
        </p:nvSpPr>
        <p:spPr>
          <a:xfrm>
            <a:off x="3219450" y="2895600"/>
            <a:ext cx="0" cy="1238250"/>
          </a:xfrm>
          <a:prstGeom prst="line">
            <a:avLst/>
          </a:prstGeom>
          <a:ln w="9525">
            <a:solidFill>
              <a:srgbClr val="8B9589"/>
            </a:solidFill>
            <a:prstDash val="solid"/>
          </a:ln>
        </p:spPr>
      </p:sp>
      <p:sp>
        <p:nvSpPr>
          <p:cNvPr id="534" name="Straight Connector 533">
            <a:extLst>
              <a:ext uri="{FF2B5EF4-FFF2-40B4-BE49-F238E27FC236}">
                <a16:creationId xmlns:a16="http://schemas.microsoft.com/office/drawing/2014/main" id="{65DCBEC6-D753-4E73-ABF8-1BE54293C431}"/>
              </a:ext>
            </a:extLst>
          </p:cNvPr>
          <p:cNvSpPr>
            <a:spLocks noGrp="1"/>
          </p:cNvSpPr>
          <p:nvPr/>
        </p:nvSpPr>
        <p:spPr>
          <a:xfrm>
            <a:off x="5905500" y="1238250"/>
            <a:ext cx="0" cy="1238250"/>
          </a:xfrm>
          <a:prstGeom prst="line">
            <a:avLst/>
          </a:prstGeom>
          <a:ln w="9525">
            <a:solidFill>
              <a:srgbClr val="8B9589"/>
            </a:solidFill>
            <a:prstDash val="solid"/>
          </a:ln>
        </p:spPr>
      </p:sp>
      <p:sp>
        <p:nvSpPr>
          <p:cNvPr id="535" name="Straight Connector 534">
            <a:extLst>
              <a:ext uri="{FF2B5EF4-FFF2-40B4-BE49-F238E27FC236}">
                <a16:creationId xmlns:a16="http://schemas.microsoft.com/office/drawing/2014/main" id="{2E1117A4-A9B6-4147-8B9C-BBDE63FC6F82}"/>
              </a:ext>
            </a:extLst>
          </p:cNvPr>
          <p:cNvSpPr>
            <a:spLocks noGrp="1"/>
          </p:cNvSpPr>
          <p:nvPr/>
        </p:nvSpPr>
        <p:spPr>
          <a:xfrm>
            <a:off x="5905500" y="2895600"/>
            <a:ext cx="0" cy="1238250"/>
          </a:xfrm>
          <a:prstGeom prst="line">
            <a:avLst/>
          </a:prstGeom>
          <a:ln w="9525">
            <a:solidFill>
              <a:srgbClr val="8B9589"/>
            </a:solidFill>
            <a:prstDash val="solid"/>
          </a:ln>
        </p:spPr>
      </p:sp>
      <p:sp>
        <p:nvSpPr>
          <p:cNvPr id="536" name="Rectangle 535">
            <a:extLst>
              <a:ext uri="{FF2B5EF4-FFF2-40B4-BE49-F238E27FC236}">
                <a16:creationId xmlns:a16="http://schemas.microsoft.com/office/drawing/2014/main" id="{32732FAC-FD96-4122-8DF8-2C9C19189CC0}"/>
              </a:ext>
            </a:extLst>
          </p:cNvPr>
          <p:cNvSpPr>
            <a:spLocks noGrp="1"/>
          </p:cNvSpPr>
          <p:nvPr/>
        </p:nvSpPr>
        <p:spPr>
          <a:xfrm>
            <a:off x="762000" y="1162050"/>
            <a:ext cx="2238375" cy="361950"/>
          </a:xfrm>
          <a:prstGeom prst="rect">
            <a:avLst/>
          </a:prstGeom>
          <a:ln w="0">
            <a:prstDash val="solid"/>
          </a:ln>
        </p:spPr>
        <p:txBody>
          <a:bodyPr lIns="28575" tIns="19050" rIns="28575" bIns="19050" anchor="ctr">
            <a:normAutofit/>
          </a:bodyPr>
          <a:lstStyle/>
          <a:p>
            <a:pPr algn="ctr">
              <a:buNone/>
              <a:defRPr sz="1650" b="1">
                <a:solidFill>
                  <a:srgbClr val="4B8D17"/>
                </a:solidFill>
                <a:latin typeface="Montserrat"/>
                <a:ea typeface="Montserrat"/>
                <a:cs typeface="Montserrat"/>
              </a:defRPr>
            </a:pPr>
            <a:r>
              <a:rPr sz="1650" b="1">
                <a:solidFill>
                  <a:srgbClr val="4B8D17"/>
                </a:solidFill>
                <a:latin typeface="Montserrat"/>
                <a:ea typeface="Montserrat"/>
                <a:cs typeface="Montserrat"/>
              </a:rPr>
              <a:t>01</a:t>
            </a:r>
          </a:p>
        </p:txBody>
      </p:sp>
      <p:sp>
        <p:nvSpPr>
          <p:cNvPr id="537" name="Rectangle 536">
            <a:extLst>
              <a:ext uri="{FF2B5EF4-FFF2-40B4-BE49-F238E27FC236}">
                <a16:creationId xmlns:a16="http://schemas.microsoft.com/office/drawing/2014/main" id="{D493E622-5D26-47DF-8F83-7E598CDF409A}"/>
              </a:ext>
            </a:extLst>
          </p:cNvPr>
          <p:cNvSpPr>
            <a:spLocks noGrp="1"/>
          </p:cNvSpPr>
          <p:nvPr/>
        </p:nvSpPr>
        <p:spPr>
          <a:xfrm>
            <a:off x="762000" y="1685925"/>
            <a:ext cx="2238375" cy="361950"/>
          </a:xfrm>
          <a:prstGeom prst="rect">
            <a:avLst/>
          </a:prstGeom>
          <a:ln w="0">
            <a:prstDash val="solid"/>
          </a:ln>
        </p:spPr>
        <p:txBody>
          <a:bodyPr lIns="28575" tIns="19050" rIns="28575" bIns="19050" anchor="ctr">
            <a:normAutofit/>
          </a:bodyPr>
          <a:lstStyle/>
          <a:p>
            <a:pPr algn="ctr">
              <a:buNone/>
              <a:defRPr sz="1275" b="1">
                <a:solidFill>
                  <a:srgbClr val="111410"/>
                </a:solidFill>
                <a:latin typeface="Montserrat"/>
                <a:ea typeface="Montserrat"/>
                <a:cs typeface="Montserrat"/>
              </a:defRPr>
            </a:pPr>
            <a:r>
              <a:rPr sz="1275" b="1">
                <a:solidFill>
                  <a:srgbClr val="111410"/>
                </a:solidFill>
                <a:latin typeface="Montserrat"/>
                <a:ea typeface="Montserrat"/>
                <a:cs typeface="Montserrat"/>
              </a:rPr>
              <a:t>Bài toán</a:t>
            </a:r>
          </a:p>
        </p:txBody>
      </p:sp>
      <p:sp>
        <p:nvSpPr>
          <p:cNvPr id="538" name="Rectangle 537">
            <a:extLst>
              <a:ext uri="{FF2B5EF4-FFF2-40B4-BE49-F238E27FC236}">
                <a16:creationId xmlns:a16="http://schemas.microsoft.com/office/drawing/2014/main" id="{43D1A26D-0039-4EC5-B70C-2608201A18ED}"/>
              </a:ext>
            </a:extLst>
          </p:cNvPr>
          <p:cNvSpPr>
            <a:spLocks noGrp="1"/>
          </p:cNvSpPr>
          <p:nvPr/>
        </p:nvSpPr>
        <p:spPr>
          <a:xfrm>
            <a:off x="762000" y="2133600"/>
            <a:ext cx="2238375" cy="438150"/>
          </a:xfrm>
          <a:prstGeom prst="rect">
            <a:avLst/>
          </a:prstGeom>
          <a:ln w="0">
            <a:prstDash val="solid"/>
          </a:ln>
        </p:spPr>
        <p:txBody>
          <a:bodyPr lIns="28575" tIns="19050" rIns="28575" bIns="19050" anchor="ctr">
            <a:normAutofit/>
          </a:bodyPr>
          <a:lstStyle/>
          <a:p>
            <a:pPr algn="ctr">
              <a:buNone/>
              <a:defRPr sz="1013" b="0">
                <a:solidFill>
                  <a:srgbClr val="526052"/>
                </a:solidFill>
                <a:latin typeface="Montserrat"/>
                <a:ea typeface="Montserrat"/>
                <a:cs typeface="Montserrat"/>
              </a:defRPr>
            </a:pPr>
            <a:r>
              <a:rPr sz="1013" b="0">
                <a:solidFill>
                  <a:srgbClr val="526052"/>
                </a:solidFill>
                <a:latin typeface="Montserrat"/>
                <a:ea typeface="Montserrat"/>
                <a:cs typeface="Montserrat"/>
              </a:rPr>
              <a:t>Bối cảnh, đối tượng, mục tiêu</a:t>
            </a:r>
          </a:p>
        </p:txBody>
      </p:sp>
      <p:sp>
        <p:nvSpPr>
          <p:cNvPr id="539" name="Rectangle 538">
            <a:extLst>
              <a:ext uri="{FF2B5EF4-FFF2-40B4-BE49-F238E27FC236}">
                <a16:creationId xmlns:a16="http://schemas.microsoft.com/office/drawing/2014/main" id="{643FB89F-AFA3-4CC3-8D6D-A1463BCC5BFD}"/>
              </a:ext>
            </a:extLst>
          </p:cNvPr>
          <p:cNvSpPr>
            <a:spLocks noGrp="1"/>
          </p:cNvSpPr>
          <p:nvPr/>
        </p:nvSpPr>
        <p:spPr>
          <a:xfrm>
            <a:off x="3457575" y="1162050"/>
            <a:ext cx="2238375" cy="361950"/>
          </a:xfrm>
          <a:prstGeom prst="rect">
            <a:avLst/>
          </a:prstGeom>
          <a:ln w="0">
            <a:prstDash val="solid"/>
          </a:ln>
        </p:spPr>
        <p:txBody>
          <a:bodyPr lIns="28575" tIns="19050" rIns="28575" bIns="19050" anchor="ctr">
            <a:normAutofit/>
          </a:bodyPr>
          <a:lstStyle/>
          <a:p>
            <a:pPr algn="ctr">
              <a:buNone/>
              <a:defRPr sz="1650" b="1">
                <a:solidFill>
                  <a:srgbClr val="4B8D17"/>
                </a:solidFill>
                <a:latin typeface="Montserrat"/>
                <a:ea typeface="Montserrat"/>
                <a:cs typeface="Montserrat"/>
              </a:defRPr>
            </a:pPr>
            <a:r>
              <a:rPr sz="1650" b="1">
                <a:solidFill>
                  <a:srgbClr val="4B8D17"/>
                </a:solidFill>
                <a:latin typeface="Montserrat"/>
                <a:ea typeface="Montserrat"/>
                <a:cs typeface="Montserrat"/>
              </a:rPr>
              <a:t>02</a:t>
            </a:r>
          </a:p>
        </p:txBody>
      </p:sp>
      <p:sp>
        <p:nvSpPr>
          <p:cNvPr id="540" name="Rectangle 539">
            <a:extLst>
              <a:ext uri="{FF2B5EF4-FFF2-40B4-BE49-F238E27FC236}">
                <a16:creationId xmlns:a16="http://schemas.microsoft.com/office/drawing/2014/main" id="{880D3EDC-2540-4899-98D7-7B4BBC8AA467}"/>
              </a:ext>
            </a:extLst>
          </p:cNvPr>
          <p:cNvSpPr>
            <a:spLocks noGrp="1"/>
          </p:cNvSpPr>
          <p:nvPr/>
        </p:nvSpPr>
        <p:spPr>
          <a:xfrm>
            <a:off x="3457575" y="1685925"/>
            <a:ext cx="2238375" cy="361950"/>
          </a:xfrm>
          <a:prstGeom prst="rect">
            <a:avLst/>
          </a:prstGeom>
          <a:ln w="0">
            <a:prstDash val="solid"/>
          </a:ln>
        </p:spPr>
        <p:txBody>
          <a:bodyPr lIns="28575" tIns="19050" rIns="28575" bIns="19050" anchor="ctr">
            <a:normAutofit/>
          </a:bodyPr>
          <a:lstStyle/>
          <a:p>
            <a:pPr algn="ctr">
              <a:buNone/>
              <a:defRPr sz="1275" b="1">
                <a:solidFill>
                  <a:srgbClr val="111410"/>
                </a:solidFill>
                <a:latin typeface="Montserrat"/>
                <a:ea typeface="Montserrat"/>
                <a:cs typeface="Montserrat"/>
              </a:defRPr>
            </a:pPr>
            <a:r>
              <a:rPr sz="1275" b="1">
                <a:solidFill>
                  <a:srgbClr val="111410"/>
                </a:solidFill>
                <a:latin typeface="Montserrat"/>
                <a:ea typeface="Montserrat"/>
                <a:cs typeface="Montserrat"/>
              </a:rPr>
              <a:t>Phương pháp</a:t>
            </a:r>
          </a:p>
        </p:txBody>
      </p:sp>
      <p:sp>
        <p:nvSpPr>
          <p:cNvPr id="541" name="Rectangle 540">
            <a:extLst>
              <a:ext uri="{FF2B5EF4-FFF2-40B4-BE49-F238E27FC236}">
                <a16:creationId xmlns:a16="http://schemas.microsoft.com/office/drawing/2014/main" id="{DE8C4C18-2F28-4D72-9A47-E4EF1ED1A87E}"/>
              </a:ext>
            </a:extLst>
          </p:cNvPr>
          <p:cNvSpPr>
            <a:spLocks noGrp="1"/>
          </p:cNvSpPr>
          <p:nvPr/>
        </p:nvSpPr>
        <p:spPr>
          <a:xfrm>
            <a:off x="3457575" y="2133600"/>
            <a:ext cx="2238375" cy="438150"/>
          </a:xfrm>
          <a:prstGeom prst="rect">
            <a:avLst/>
          </a:prstGeom>
          <a:ln w="0">
            <a:prstDash val="solid"/>
          </a:ln>
        </p:spPr>
        <p:txBody>
          <a:bodyPr lIns="28575" tIns="19050" rIns="28575" bIns="19050" anchor="ctr">
            <a:normAutofit/>
          </a:bodyPr>
          <a:lstStyle/>
          <a:p>
            <a:pPr algn="ctr">
              <a:buNone/>
              <a:defRPr sz="1013" b="0">
                <a:solidFill>
                  <a:srgbClr val="526052"/>
                </a:solidFill>
                <a:latin typeface="Montserrat"/>
                <a:ea typeface="Montserrat"/>
                <a:cs typeface="Montserrat"/>
              </a:defRPr>
            </a:pPr>
            <a:r>
              <a:rPr sz="1013" b="0">
                <a:solidFill>
                  <a:srgbClr val="526052"/>
                </a:solidFill>
                <a:latin typeface="Montserrat"/>
                <a:ea typeface="Montserrat"/>
                <a:cs typeface="Montserrat"/>
              </a:rPr>
              <a:t>Nền tảng và cách xác minh</a:t>
            </a:r>
          </a:p>
        </p:txBody>
      </p:sp>
      <p:sp>
        <p:nvSpPr>
          <p:cNvPr id="542" name="Rectangle 541">
            <a:extLst>
              <a:ext uri="{FF2B5EF4-FFF2-40B4-BE49-F238E27FC236}">
                <a16:creationId xmlns:a16="http://schemas.microsoft.com/office/drawing/2014/main" id="{4C38CD85-F5DA-42A7-833B-F66FF14FFBCB}"/>
              </a:ext>
            </a:extLst>
          </p:cNvPr>
          <p:cNvSpPr>
            <a:spLocks noGrp="1"/>
          </p:cNvSpPr>
          <p:nvPr/>
        </p:nvSpPr>
        <p:spPr>
          <a:xfrm>
            <a:off x="6153150" y="1162050"/>
            <a:ext cx="2238375" cy="361950"/>
          </a:xfrm>
          <a:prstGeom prst="rect">
            <a:avLst/>
          </a:prstGeom>
          <a:ln w="0">
            <a:prstDash val="solid"/>
          </a:ln>
        </p:spPr>
        <p:txBody>
          <a:bodyPr lIns="28575" tIns="19050" rIns="28575" bIns="19050" anchor="ctr">
            <a:normAutofit/>
          </a:bodyPr>
          <a:lstStyle/>
          <a:p>
            <a:pPr algn="ctr">
              <a:buNone/>
              <a:defRPr sz="1650" b="1">
                <a:solidFill>
                  <a:srgbClr val="4B8D17"/>
                </a:solidFill>
                <a:latin typeface="Montserrat"/>
                <a:ea typeface="Montserrat"/>
                <a:cs typeface="Montserrat"/>
              </a:defRPr>
            </a:pPr>
            <a:r>
              <a:rPr sz="1650" b="1">
                <a:solidFill>
                  <a:srgbClr val="4B8D17"/>
                </a:solidFill>
                <a:latin typeface="Montserrat"/>
                <a:ea typeface="Montserrat"/>
                <a:cs typeface="Montserrat"/>
              </a:rPr>
              <a:t>03</a:t>
            </a:r>
          </a:p>
        </p:txBody>
      </p:sp>
      <p:sp>
        <p:nvSpPr>
          <p:cNvPr id="543" name="Rectangle 542">
            <a:extLst>
              <a:ext uri="{FF2B5EF4-FFF2-40B4-BE49-F238E27FC236}">
                <a16:creationId xmlns:a16="http://schemas.microsoft.com/office/drawing/2014/main" id="{FE60AB70-B0EA-4976-9628-F8FB48304D6F}"/>
              </a:ext>
            </a:extLst>
          </p:cNvPr>
          <p:cNvSpPr>
            <a:spLocks noGrp="1"/>
          </p:cNvSpPr>
          <p:nvPr/>
        </p:nvSpPr>
        <p:spPr>
          <a:xfrm>
            <a:off x="6153150" y="1685925"/>
            <a:ext cx="2238375" cy="361950"/>
          </a:xfrm>
          <a:prstGeom prst="rect">
            <a:avLst/>
          </a:prstGeom>
          <a:ln w="0">
            <a:prstDash val="solid"/>
          </a:ln>
        </p:spPr>
        <p:txBody>
          <a:bodyPr lIns="28575" tIns="19050" rIns="28575" bIns="19050" anchor="ctr">
            <a:normAutofit/>
          </a:bodyPr>
          <a:lstStyle/>
          <a:p>
            <a:pPr algn="ctr">
              <a:buNone/>
              <a:defRPr sz="1275" b="1">
                <a:solidFill>
                  <a:srgbClr val="111410"/>
                </a:solidFill>
                <a:latin typeface="Montserrat"/>
                <a:ea typeface="Montserrat"/>
                <a:cs typeface="Montserrat"/>
              </a:defRPr>
            </a:pPr>
            <a:r>
              <a:rPr sz="1275" b="1">
                <a:solidFill>
                  <a:srgbClr val="111410"/>
                </a:solidFill>
                <a:latin typeface="Montserrat"/>
                <a:ea typeface="Montserrat"/>
                <a:cs typeface="Montserrat"/>
              </a:rPr>
              <a:t>Thiết kế</a:t>
            </a:r>
          </a:p>
        </p:txBody>
      </p:sp>
      <p:sp>
        <p:nvSpPr>
          <p:cNvPr id="544" name="Rectangle 543">
            <a:extLst>
              <a:ext uri="{FF2B5EF4-FFF2-40B4-BE49-F238E27FC236}">
                <a16:creationId xmlns:a16="http://schemas.microsoft.com/office/drawing/2014/main" id="{9FF9FD1A-3045-4741-A940-4A352DE1E2BE}"/>
              </a:ext>
            </a:extLst>
          </p:cNvPr>
          <p:cNvSpPr>
            <a:spLocks noGrp="1"/>
          </p:cNvSpPr>
          <p:nvPr/>
        </p:nvSpPr>
        <p:spPr>
          <a:xfrm>
            <a:off x="6153150" y="2133600"/>
            <a:ext cx="2238375" cy="438150"/>
          </a:xfrm>
          <a:prstGeom prst="rect">
            <a:avLst/>
          </a:prstGeom>
          <a:ln w="0">
            <a:prstDash val="solid"/>
          </a:ln>
        </p:spPr>
        <p:txBody>
          <a:bodyPr lIns="28575" tIns="19050" rIns="28575" bIns="19050" anchor="ctr">
            <a:normAutofit/>
          </a:bodyPr>
          <a:lstStyle/>
          <a:p>
            <a:pPr algn="ctr">
              <a:buNone/>
              <a:defRPr sz="1013" b="0">
                <a:solidFill>
                  <a:srgbClr val="526052"/>
                </a:solidFill>
                <a:latin typeface="Montserrat"/>
                <a:ea typeface="Montserrat"/>
                <a:cs typeface="Montserrat"/>
              </a:defRPr>
            </a:pPr>
            <a:r>
              <a:rPr sz="1013" b="0">
                <a:solidFill>
                  <a:srgbClr val="526052"/>
                </a:solidFill>
                <a:latin typeface="Montserrat"/>
                <a:ea typeface="Montserrat"/>
                <a:cs typeface="Montserrat"/>
              </a:rPr>
              <a:t>Kiến trúc, dữ liệu, pipeline</a:t>
            </a:r>
          </a:p>
        </p:txBody>
      </p:sp>
      <p:sp>
        <p:nvSpPr>
          <p:cNvPr id="545" name="Rectangle 544">
            <a:extLst>
              <a:ext uri="{FF2B5EF4-FFF2-40B4-BE49-F238E27FC236}">
                <a16:creationId xmlns:a16="http://schemas.microsoft.com/office/drawing/2014/main" id="{7BC28FD4-21F8-4D70-91D1-CD4A82F744C9}"/>
              </a:ext>
            </a:extLst>
          </p:cNvPr>
          <p:cNvSpPr>
            <a:spLocks noGrp="1"/>
          </p:cNvSpPr>
          <p:nvPr/>
        </p:nvSpPr>
        <p:spPr>
          <a:xfrm>
            <a:off x="762000" y="2819400"/>
            <a:ext cx="2238375" cy="361950"/>
          </a:xfrm>
          <a:prstGeom prst="rect">
            <a:avLst/>
          </a:prstGeom>
          <a:ln w="0">
            <a:prstDash val="solid"/>
          </a:ln>
        </p:spPr>
        <p:txBody>
          <a:bodyPr lIns="28575" tIns="19050" rIns="28575" bIns="19050" anchor="ctr">
            <a:normAutofit/>
          </a:bodyPr>
          <a:lstStyle/>
          <a:p>
            <a:pPr algn="ctr">
              <a:buNone/>
              <a:defRPr sz="1650" b="1">
                <a:solidFill>
                  <a:srgbClr val="4B8D17"/>
                </a:solidFill>
                <a:latin typeface="Montserrat"/>
                <a:ea typeface="Montserrat"/>
                <a:cs typeface="Montserrat"/>
              </a:defRPr>
            </a:pPr>
            <a:r>
              <a:rPr sz="1650" b="1">
                <a:solidFill>
                  <a:srgbClr val="4B8D17"/>
                </a:solidFill>
                <a:latin typeface="Montserrat"/>
                <a:ea typeface="Montserrat"/>
                <a:cs typeface="Montserrat"/>
              </a:rPr>
              <a:t>04</a:t>
            </a:r>
          </a:p>
        </p:txBody>
      </p:sp>
      <p:sp>
        <p:nvSpPr>
          <p:cNvPr id="546" name="Rectangle 545">
            <a:extLst>
              <a:ext uri="{FF2B5EF4-FFF2-40B4-BE49-F238E27FC236}">
                <a16:creationId xmlns:a16="http://schemas.microsoft.com/office/drawing/2014/main" id="{638107AF-2945-4E8D-8E8A-94E9E771BCBE}"/>
              </a:ext>
            </a:extLst>
          </p:cNvPr>
          <p:cNvSpPr>
            <a:spLocks noGrp="1"/>
          </p:cNvSpPr>
          <p:nvPr/>
        </p:nvSpPr>
        <p:spPr>
          <a:xfrm>
            <a:off x="762000" y="3343275"/>
            <a:ext cx="2238375" cy="361950"/>
          </a:xfrm>
          <a:prstGeom prst="rect">
            <a:avLst/>
          </a:prstGeom>
          <a:ln w="0">
            <a:prstDash val="solid"/>
          </a:ln>
        </p:spPr>
        <p:txBody>
          <a:bodyPr lIns="28575" tIns="19050" rIns="28575" bIns="19050" anchor="ctr">
            <a:normAutofit/>
          </a:bodyPr>
          <a:lstStyle/>
          <a:p>
            <a:pPr algn="ctr">
              <a:buNone/>
              <a:defRPr sz="1275" b="1">
                <a:solidFill>
                  <a:srgbClr val="111410"/>
                </a:solidFill>
                <a:latin typeface="Montserrat"/>
                <a:ea typeface="Montserrat"/>
                <a:cs typeface="Montserrat"/>
              </a:defRPr>
            </a:pPr>
            <a:r>
              <a:rPr sz="1275" b="1">
                <a:solidFill>
                  <a:srgbClr val="111410"/>
                </a:solidFill>
                <a:latin typeface="Montserrat"/>
                <a:ea typeface="Montserrat"/>
                <a:cs typeface="Montserrat"/>
              </a:rPr>
              <a:t>Sản phẩm</a:t>
            </a:r>
          </a:p>
        </p:txBody>
      </p:sp>
      <p:sp>
        <p:nvSpPr>
          <p:cNvPr id="547" name="Rectangle 546">
            <a:extLst>
              <a:ext uri="{FF2B5EF4-FFF2-40B4-BE49-F238E27FC236}">
                <a16:creationId xmlns:a16="http://schemas.microsoft.com/office/drawing/2014/main" id="{877FD65F-5A31-4F83-918F-A201E15344FC}"/>
              </a:ext>
            </a:extLst>
          </p:cNvPr>
          <p:cNvSpPr>
            <a:spLocks noGrp="1"/>
          </p:cNvSpPr>
          <p:nvPr/>
        </p:nvSpPr>
        <p:spPr>
          <a:xfrm>
            <a:off x="762000" y="3790950"/>
            <a:ext cx="2238375" cy="438150"/>
          </a:xfrm>
          <a:prstGeom prst="rect">
            <a:avLst/>
          </a:prstGeom>
          <a:ln w="0">
            <a:prstDash val="solid"/>
          </a:ln>
        </p:spPr>
        <p:txBody>
          <a:bodyPr lIns="28575" tIns="19050" rIns="28575" bIns="19050" anchor="ctr">
            <a:normAutofit/>
          </a:bodyPr>
          <a:lstStyle/>
          <a:p>
            <a:pPr algn="ctr">
              <a:buNone/>
              <a:defRPr sz="1013" b="0">
                <a:solidFill>
                  <a:srgbClr val="526052"/>
                </a:solidFill>
                <a:latin typeface="Montserrat"/>
                <a:ea typeface="Montserrat"/>
                <a:cs typeface="Montserrat"/>
              </a:defRPr>
            </a:pPr>
            <a:r>
              <a:rPr sz="1013" b="0">
                <a:solidFill>
                  <a:srgbClr val="526052"/>
                </a:solidFill>
                <a:latin typeface="Montserrat"/>
                <a:ea typeface="Montserrat"/>
                <a:cs typeface="Montserrat"/>
              </a:rPr>
              <a:t>Luồng trải nghiệm thực tế</a:t>
            </a:r>
          </a:p>
        </p:txBody>
      </p:sp>
      <p:sp>
        <p:nvSpPr>
          <p:cNvPr id="548" name="Rectangle 547">
            <a:extLst>
              <a:ext uri="{FF2B5EF4-FFF2-40B4-BE49-F238E27FC236}">
                <a16:creationId xmlns:a16="http://schemas.microsoft.com/office/drawing/2014/main" id="{446C16C2-9C1E-4350-BE16-1B6A78943BB4}"/>
              </a:ext>
            </a:extLst>
          </p:cNvPr>
          <p:cNvSpPr>
            <a:spLocks noGrp="1"/>
          </p:cNvSpPr>
          <p:nvPr/>
        </p:nvSpPr>
        <p:spPr>
          <a:xfrm>
            <a:off x="3457575" y="2819400"/>
            <a:ext cx="2238375" cy="361950"/>
          </a:xfrm>
          <a:prstGeom prst="rect">
            <a:avLst/>
          </a:prstGeom>
          <a:ln w="0">
            <a:prstDash val="solid"/>
          </a:ln>
        </p:spPr>
        <p:txBody>
          <a:bodyPr lIns="28575" tIns="19050" rIns="28575" bIns="19050" anchor="ctr">
            <a:normAutofit/>
          </a:bodyPr>
          <a:lstStyle/>
          <a:p>
            <a:pPr algn="ctr">
              <a:buNone/>
              <a:defRPr sz="1650" b="1">
                <a:solidFill>
                  <a:srgbClr val="4B8D17"/>
                </a:solidFill>
                <a:latin typeface="Montserrat"/>
                <a:ea typeface="Montserrat"/>
                <a:cs typeface="Montserrat"/>
              </a:defRPr>
            </a:pPr>
            <a:r>
              <a:rPr sz="1650" b="1">
                <a:solidFill>
                  <a:srgbClr val="4B8D17"/>
                </a:solidFill>
                <a:latin typeface="Montserrat"/>
                <a:ea typeface="Montserrat"/>
                <a:cs typeface="Montserrat"/>
              </a:rPr>
              <a:t>05</a:t>
            </a:r>
          </a:p>
        </p:txBody>
      </p:sp>
      <p:sp>
        <p:nvSpPr>
          <p:cNvPr id="549" name="Rectangle 548">
            <a:extLst>
              <a:ext uri="{FF2B5EF4-FFF2-40B4-BE49-F238E27FC236}">
                <a16:creationId xmlns:a16="http://schemas.microsoft.com/office/drawing/2014/main" id="{CDC34A95-2734-43C5-8F9E-5C9EEEBC8971}"/>
              </a:ext>
            </a:extLst>
          </p:cNvPr>
          <p:cNvSpPr>
            <a:spLocks noGrp="1"/>
          </p:cNvSpPr>
          <p:nvPr/>
        </p:nvSpPr>
        <p:spPr>
          <a:xfrm>
            <a:off x="3457575" y="3343275"/>
            <a:ext cx="2238375" cy="361950"/>
          </a:xfrm>
          <a:prstGeom prst="rect">
            <a:avLst/>
          </a:prstGeom>
          <a:ln w="0">
            <a:prstDash val="solid"/>
          </a:ln>
        </p:spPr>
        <p:txBody>
          <a:bodyPr lIns="28575" tIns="19050" rIns="28575" bIns="19050" anchor="ctr">
            <a:normAutofit/>
          </a:bodyPr>
          <a:lstStyle/>
          <a:p>
            <a:pPr algn="ctr">
              <a:buNone/>
              <a:defRPr sz="1275" b="1">
                <a:solidFill>
                  <a:srgbClr val="111410"/>
                </a:solidFill>
                <a:latin typeface="Montserrat"/>
                <a:ea typeface="Montserrat"/>
                <a:cs typeface="Montserrat"/>
              </a:defRPr>
            </a:pPr>
            <a:r>
              <a:rPr sz="1275" b="1">
                <a:solidFill>
                  <a:srgbClr val="111410"/>
                </a:solidFill>
                <a:latin typeface="Montserrat"/>
                <a:ea typeface="Montserrat"/>
                <a:cs typeface="Montserrat"/>
              </a:rPr>
              <a:t>Bằng chứng</a:t>
            </a:r>
          </a:p>
        </p:txBody>
      </p:sp>
      <p:sp>
        <p:nvSpPr>
          <p:cNvPr id="550" name="Rectangle 549">
            <a:extLst>
              <a:ext uri="{FF2B5EF4-FFF2-40B4-BE49-F238E27FC236}">
                <a16:creationId xmlns:a16="http://schemas.microsoft.com/office/drawing/2014/main" id="{04BB1910-3580-44D1-962E-2190B2519699}"/>
              </a:ext>
            </a:extLst>
          </p:cNvPr>
          <p:cNvSpPr>
            <a:spLocks noGrp="1"/>
          </p:cNvSpPr>
          <p:nvPr/>
        </p:nvSpPr>
        <p:spPr>
          <a:xfrm>
            <a:off x="3457575" y="3790950"/>
            <a:ext cx="2238375" cy="438150"/>
          </a:xfrm>
          <a:prstGeom prst="rect">
            <a:avLst/>
          </a:prstGeom>
          <a:ln w="0">
            <a:prstDash val="solid"/>
          </a:ln>
        </p:spPr>
        <p:txBody>
          <a:bodyPr lIns="28575" tIns="19050" rIns="28575" bIns="19050" anchor="ctr">
            <a:normAutofit/>
          </a:bodyPr>
          <a:lstStyle/>
          <a:p>
            <a:pPr algn="ctr">
              <a:buNone/>
              <a:defRPr sz="1013" b="0">
                <a:solidFill>
                  <a:srgbClr val="526052"/>
                </a:solidFill>
                <a:latin typeface="Montserrat"/>
                <a:ea typeface="Montserrat"/>
                <a:cs typeface="Montserrat"/>
              </a:defRPr>
            </a:pPr>
            <a:r>
              <a:rPr sz="1013" b="0">
                <a:solidFill>
                  <a:srgbClr val="526052"/>
                </a:solidFill>
                <a:latin typeface="Montserrat"/>
                <a:ea typeface="Montserrat"/>
                <a:cs typeface="Montserrat"/>
              </a:rPr>
              <a:t>Quy mô và kiểm thử</a:t>
            </a:r>
          </a:p>
        </p:txBody>
      </p:sp>
      <p:sp>
        <p:nvSpPr>
          <p:cNvPr id="551" name="Rectangle 550">
            <a:extLst>
              <a:ext uri="{FF2B5EF4-FFF2-40B4-BE49-F238E27FC236}">
                <a16:creationId xmlns:a16="http://schemas.microsoft.com/office/drawing/2014/main" id="{1323452A-6009-4434-938F-F4388B7BBE31}"/>
              </a:ext>
            </a:extLst>
          </p:cNvPr>
          <p:cNvSpPr>
            <a:spLocks noGrp="1"/>
          </p:cNvSpPr>
          <p:nvPr/>
        </p:nvSpPr>
        <p:spPr>
          <a:xfrm>
            <a:off x="6153150" y="2819400"/>
            <a:ext cx="2238375" cy="361950"/>
          </a:xfrm>
          <a:prstGeom prst="rect">
            <a:avLst/>
          </a:prstGeom>
          <a:ln w="0">
            <a:prstDash val="solid"/>
          </a:ln>
        </p:spPr>
        <p:txBody>
          <a:bodyPr lIns="28575" tIns="19050" rIns="28575" bIns="19050" anchor="ctr">
            <a:normAutofit/>
          </a:bodyPr>
          <a:lstStyle/>
          <a:p>
            <a:pPr algn="ctr">
              <a:buNone/>
              <a:defRPr sz="1650" b="1">
                <a:solidFill>
                  <a:srgbClr val="4B8D17"/>
                </a:solidFill>
                <a:latin typeface="Montserrat"/>
                <a:ea typeface="Montserrat"/>
                <a:cs typeface="Montserrat"/>
              </a:defRPr>
            </a:pPr>
            <a:r>
              <a:rPr sz="1650" b="1">
                <a:solidFill>
                  <a:srgbClr val="4B8D17"/>
                </a:solidFill>
                <a:latin typeface="Montserrat"/>
                <a:ea typeface="Montserrat"/>
                <a:cs typeface="Montserrat"/>
              </a:rPr>
              <a:t>06</a:t>
            </a:r>
          </a:p>
        </p:txBody>
      </p:sp>
      <p:sp>
        <p:nvSpPr>
          <p:cNvPr id="552" name="Rectangle 551">
            <a:extLst>
              <a:ext uri="{FF2B5EF4-FFF2-40B4-BE49-F238E27FC236}">
                <a16:creationId xmlns:a16="http://schemas.microsoft.com/office/drawing/2014/main" id="{F8082545-4952-4919-A0B9-34B8486BF3E0}"/>
              </a:ext>
            </a:extLst>
          </p:cNvPr>
          <p:cNvSpPr>
            <a:spLocks noGrp="1"/>
          </p:cNvSpPr>
          <p:nvPr/>
        </p:nvSpPr>
        <p:spPr>
          <a:xfrm>
            <a:off x="6153150" y="3343275"/>
            <a:ext cx="2238375" cy="361950"/>
          </a:xfrm>
          <a:prstGeom prst="rect">
            <a:avLst/>
          </a:prstGeom>
          <a:ln w="0">
            <a:prstDash val="solid"/>
          </a:ln>
        </p:spPr>
        <p:txBody>
          <a:bodyPr lIns="28575" tIns="19050" rIns="28575" bIns="19050" anchor="ctr">
            <a:normAutofit/>
          </a:bodyPr>
          <a:lstStyle/>
          <a:p>
            <a:pPr algn="ctr">
              <a:buNone/>
              <a:defRPr sz="1275" b="1">
                <a:solidFill>
                  <a:srgbClr val="111410"/>
                </a:solidFill>
                <a:latin typeface="Montserrat"/>
                <a:ea typeface="Montserrat"/>
                <a:cs typeface="Montserrat"/>
              </a:defRPr>
            </a:pPr>
            <a:r>
              <a:rPr sz="1275" b="1">
                <a:solidFill>
                  <a:srgbClr val="111410"/>
                </a:solidFill>
                <a:latin typeface="Montserrat"/>
                <a:ea typeface="Montserrat"/>
                <a:cs typeface="Montserrat"/>
              </a:rPr>
              <a:t>Kết luận</a:t>
            </a:r>
          </a:p>
        </p:txBody>
      </p:sp>
      <p:sp>
        <p:nvSpPr>
          <p:cNvPr id="553" name="Rectangle 552">
            <a:extLst>
              <a:ext uri="{FF2B5EF4-FFF2-40B4-BE49-F238E27FC236}">
                <a16:creationId xmlns:a16="http://schemas.microsoft.com/office/drawing/2014/main" id="{D5366878-04EF-4518-8F3E-9BC1B530C8B1}"/>
              </a:ext>
            </a:extLst>
          </p:cNvPr>
          <p:cNvSpPr>
            <a:spLocks noGrp="1"/>
          </p:cNvSpPr>
          <p:nvPr/>
        </p:nvSpPr>
        <p:spPr>
          <a:xfrm>
            <a:off x="6153150" y="3790950"/>
            <a:ext cx="2238375" cy="438150"/>
          </a:xfrm>
          <a:prstGeom prst="rect">
            <a:avLst/>
          </a:prstGeom>
          <a:ln w="0">
            <a:prstDash val="solid"/>
          </a:ln>
        </p:spPr>
        <p:txBody>
          <a:bodyPr lIns="28575" tIns="19050" rIns="28575" bIns="19050" anchor="ctr">
            <a:normAutofit/>
          </a:bodyPr>
          <a:lstStyle/>
          <a:p>
            <a:pPr algn="ctr">
              <a:buNone/>
              <a:defRPr sz="1013" b="0">
                <a:solidFill>
                  <a:srgbClr val="526052"/>
                </a:solidFill>
                <a:latin typeface="Montserrat"/>
                <a:ea typeface="Montserrat"/>
                <a:cs typeface="Montserrat"/>
              </a:defRPr>
            </a:pPr>
            <a:r>
              <a:rPr sz="1013" b="0">
                <a:solidFill>
                  <a:srgbClr val="526052"/>
                </a:solidFill>
                <a:latin typeface="Montserrat"/>
                <a:ea typeface="Montserrat"/>
                <a:cs typeface="Montserrat"/>
              </a:rPr>
              <a:t>Đóng góp, giới hạn, lộ trình</a:t>
            </a:r>
          </a:p>
        </p:txBody>
      </p:sp>
      <p:pic>
        <p:nvPicPr>
          <p:cNvPr id="2" name="!!22">
            <a:extLst>
              <a:ext uri="{FF2B5EF4-FFF2-40B4-BE49-F238E27FC236}">
                <a16:creationId xmlns:a16="http://schemas.microsoft.com/office/drawing/2014/main" id="{B2D9E813-1A2A-E3C9-5075-734F1B6BB2DD}"/>
              </a:ext>
            </a:extLst>
          </p:cNvPr>
          <p:cNvPicPr>
            <a:picLocks noChangeAspect="1"/>
          </p:cNvPicPr>
          <p:nvPr/>
        </p:nvPicPr>
        <p:blipFill>
          <a:blip r:embed="rId3"/>
          <a:stretch>
            <a:fillRect/>
          </a:stretch>
        </p:blipFill>
        <p:spPr>
          <a:xfrm>
            <a:off x="9693685" y="486992"/>
            <a:ext cx="969451" cy="969451"/>
          </a:xfrm>
          <a:prstGeom prst="rect">
            <a:avLst/>
          </a:prstGeom>
        </p:spPr>
      </p:pic>
    </p:spTree>
    <p:extLst>
      <p:ext uri="{BB962C8B-B14F-4D97-AF65-F5344CB8AC3E}">
        <p14:creationId xmlns:p14="http://schemas.microsoft.com/office/powerpoint/2010/main" val="104887259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E8F3E5"/>
        </a:solidFill>
        <a:effectLst/>
      </p:bgPr>
    </p:bg>
    <p:spTree>
      <p:nvGrpSpPr>
        <p:cNvPr id="1" name=""/>
        <p:cNvGrpSpPr/>
        <p:nvPr/>
      </p:nvGrpSpPr>
      <p:grpSpPr>
        <a:xfrm>
          <a:off x="0" y="0"/>
          <a:ext cx="0" cy="0"/>
          <a:chOff x="0" y="0"/>
          <a:chExt cx="0" cy="0"/>
        </a:xfrm>
      </p:grpSpPr>
      <p:sp>
        <p:nvSpPr>
          <p:cNvPr id="878" name="Google Shape;878;p89">
            <a:extLst>
              <a:ext uri="{FF2B5EF4-FFF2-40B4-BE49-F238E27FC236}">
                <a16:creationId xmlns:a16="http://schemas.microsoft.com/office/drawing/2014/main" id="{B80505C1-D139-4E6F-B241-4EDD8383E439}"/>
              </a:ext>
            </a:extLst>
          </p:cNvPr>
          <p:cNvSpPr>
            <a:spLocks noGrp="1"/>
          </p:cNvSpPr>
          <p:nvPr>
            <p:ph type="title"/>
          </p:nvPr>
        </p:nvSpPr>
        <p:spPr>
          <a:xfrm>
            <a:off x="713225" y="445025"/>
            <a:ext cx="6655500" cy="572700"/>
          </a:xfrm>
          <a:prstGeom prst="rect">
            <a:avLst/>
          </a:prstGeom>
        </p:spPr>
        <p:txBody>
          <a:bodyPr spcFirstLastPara="1" wrap="square" lIns="91425" tIns="91425" rIns="91425" bIns="91425" anchor="t">
            <a:noAutofit/>
          </a:bodyPr>
          <a:lstStyle/>
          <a:p>
            <a:pPr marL="0" lvl="0" indent="0" algn="l">
              <a:spcBef>
                <a:spcPts val="0"/>
              </a:spcBef>
              <a:spcAft>
                <a:spcPts val="0"/>
              </a:spcAft>
              <a:buNone/>
              <a:defRPr sz="1800" b="1">
                <a:solidFill>
                  <a:srgbClr val="111410"/>
                </a:solidFill>
                <a:latin typeface="Cambria"/>
                <a:ea typeface="Cambria"/>
                <a:cs typeface="Cambria"/>
              </a:defRPr>
            </a:pPr>
            <a:r>
              <a:rPr sz="1800" b="1">
                <a:solidFill>
                  <a:srgbClr val="111410"/>
                </a:solidFill>
                <a:latin typeface="Cambria"/>
                <a:ea typeface="Cambria"/>
                <a:cs typeface="Cambria"/>
              </a:rPr>
              <a:t>Giới hạn cần được đọc cùng kết quả</a:t>
            </a:r>
            <a:endParaRPr/>
          </a:p>
        </p:txBody>
      </p:sp>
      <p:sp>
        <p:nvSpPr>
          <p:cNvPr id="879" name="Google Shape;879;p89">
            <a:extLst>
              <a:ext uri="{FF2B5EF4-FFF2-40B4-BE49-F238E27FC236}">
                <a16:creationId xmlns:a16="http://schemas.microsoft.com/office/drawing/2014/main" id="{3CA5FC07-BBDC-41E9-B696-E8A20C09E40B}"/>
              </a:ext>
            </a:extLst>
          </p:cNvPr>
          <p:cNvSpPr>
            <a:spLocks noGrp="1"/>
          </p:cNvSpPr>
          <p:nvPr>
            <p:ph type="subTitle" idx="1"/>
          </p:nvPr>
        </p:nvSpPr>
        <p:spPr>
          <a:xfrm>
            <a:off x="3509000" y="2013140"/>
            <a:ext cx="2126100" cy="476250"/>
          </a:xfrm>
          <a:prstGeom prst="rect">
            <a:avLst/>
          </a:prstGeom>
        </p:spPr>
        <p:txBody>
          <a:bodyPr spcFirstLastPara="1" wrap="square" lIns="91425" tIns="91425" rIns="91425" bIns="91425" anchor="t">
            <a:normAutofit fontScale="54669" lnSpcReduction="20000"/>
          </a:bodyPr>
          <a:lstStyle/>
          <a:p>
            <a:pPr marL="0" lvl="0" indent="0" algn="ctr">
              <a:spcBef>
                <a:spcPts val="0"/>
              </a:spcBef>
              <a:spcAft>
                <a:spcPts val="0"/>
              </a:spcAft>
              <a:buNone/>
              <a:defRPr sz="2550" b="1">
                <a:solidFill>
                  <a:srgbClr val="111410"/>
                </a:solidFill>
                <a:latin typeface="Montserrat"/>
                <a:ea typeface="Montserrat"/>
                <a:cs typeface="Montserrat"/>
              </a:defRPr>
            </a:pPr>
            <a:r>
              <a:rPr sz="2550" b="1">
                <a:solidFill>
                  <a:srgbClr val="111410"/>
                </a:solidFill>
                <a:latin typeface="Montserrat"/>
                <a:ea typeface="Montserrat"/>
                <a:cs typeface="Montserrat"/>
              </a:rPr>
              <a:t>Blueprint cần SME</a:t>
            </a:r>
            <a:endParaRPr/>
          </a:p>
        </p:txBody>
      </p:sp>
      <p:sp>
        <p:nvSpPr>
          <p:cNvPr id="880" name="Google Shape;880;p89">
            <a:extLst>
              <a:ext uri="{FF2B5EF4-FFF2-40B4-BE49-F238E27FC236}">
                <a16:creationId xmlns:a16="http://schemas.microsoft.com/office/drawing/2014/main" id="{EF39F8F5-6F9C-4AD1-A1A7-6AF6553B3133}"/>
              </a:ext>
            </a:extLst>
          </p:cNvPr>
          <p:cNvSpPr>
            <a:spLocks noGrp="1"/>
          </p:cNvSpPr>
          <p:nvPr>
            <p:ph type="subTitle" idx="2"/>
          </p:nvPr>
        </p:nvSpPr>
        <p:spPr>
          <a:xfrm>
            <a:off x="3509025" y="2489390"/>
            <a:ext cx="2126100" cy="876300"/>
          </a:xfrm>
          <a:prstGeom prst="rect">
            <a:avLst/>
          </a:prstGeom>
        </p:spPr>
        <p:txBody>
          <a:bodyPr spcFirstLastPara="1" wrap="square" lIns="91425" tIns="91425" rIns="91425" bIns="91425" anchor="t">
            <a:normAutofit/>
          </a:bodyPr>
          <a:lstStyle/>
          <a:p>
            <a:pPr marL="0" lvl="0" indent="0" algn="ctr">
              <a:spcBef>
                <a:spcPts val="0"/>
              </a:spcBef>
              <a:spcAft>
                <a:spcPts val="0"/>
              </a:spcAft>
              <a:buNone/>
              <a:defRPr sz="1500" b="0">
                <a:solidFill>
                  <a:srgbClr val="526052"/>
                </a:solidFill>
                <a:latin typeface="Montserrat"/>
                <a:ea typeface="Montserrat"/>
                <a:cs typeface="Montserrat"/>
              </a:defRPr>
            </a:pPr>
            <a:r>
              <a:rPr sz="1500" b="0">
                <a:solidFill>
                  <a:srgbClr val="526052"/>
                </a:solidFill>
                <a:latin typeface="Montserrat"/>
                <a:ea typeface="Montserrat"/>
                <a:cs typeface="Montserrat"/>
              </a:rPr>
              <a:t>60 profile cần chuyên gia miền thẩm định.</a:t>
            </a:r>
            <a:endParaRPr/>
          </a:p>
        </p:txBody>
      </p:sp>
      <p:sp>
        <p:nvSpPr>
          <p:cNvPr id="881" name="Google Shape;881;p89">
            <a:extLst>
              <a:ext uri="{FF2B5EF4-FFF2-40B4-BE49-F238E27FC236}">
                <a16:creationId xmlns:a16="http://schemas.microsoft.com/office/drawing/2014/main" id="{C88A62D0-4E84-4E92-B593-050E06D733E3}"/>
              </a:ext>
            </a:extLst>
          </p:cNvPr>
          <p:cNvSpPr>
            <a:spLocks noGrp="1"/>
          </p:cNvSpPr>
          <p:nvPr>
            <p:ph type="subTitle" idx="3"/>
          </p:nvPr>
        </p:nvSpPr>
        <p:spPr>
          <a:xfrm>
            <a:off x="953025" y="2013140"/>
            <a:ext cx="2126100" cy="476250"/>
          </a:xfrm>
          <a:prstGeom prst="rect">
            <a:avLst/>
          </a:prstGeom>
        </p:spPr>
        <p:txBody>
          <a:bodyPr spcFirstLastPara="1" wrap="square" lIns="91425" tIns="91425" rIns="91425" bIns="91425" anchor="t">
            <a:normAutofit fontScale="62660" lnSpcReduction="20000"/>
          </a:bodyPr>
          <a:lstStyle/>
          <a:p>
            <a:pPr marL="0" lvl="0" indent="0" algn="ctr">
              <a:spcBef>
                <a:spcPts val="0"/>
              </a:spcBef>
              <a:spcAft>
                <a:spcPts val="0"/>
              </a:spcAft>
              <a:buNone/>
              <a:defRPr sz="2550" b="1">
                <a:solidFill>
                  <a:srgbClr val="111410"/>
                </a:solidFill>
                <a:latin typeface="Montserrat"/>
                <a:ea typeface="Montserrat"/>
                <a:cs typeface="Montserrat"/>
              </a:defRPr>
            </a:pPr>
            <a:r>
              <a:rPr sz="2550" b="1">
                <a:solidFill>
                  <a:srgbClr val="111410"/>
                </a:solidFill>
                <a:latin typeface="Montserrat"/>
                <a:ea typeface="Montserrat"/>
                <a:cs typeface="Montserrat"/>
              </a:rPr>
              <a:t>Chưa có field data</a:t>
            </a:r>
            <a:endParaRPr/>
          </a:p>
        </p:txBody>
      </p:sp>
      <p:sp>
        <p:nvSpPr>
          <p:cNvPr id="882" name="Google Shape;882;p89">
            <a:extLst>
              <a:ext uri="{FF2B5EF4-FFF2-40B4-BE49-F238E27FC236}">
                <a16:creationId xmlns:a16="http://schemas.microsoft.com/office/drawing/2014/main" id="{9CC2C9A1-3486-4DDC-8306-0E6DB01EB392}"/>
              </a:ext>
            </a:extLst>
          </p:cNvPr>
          <p:cNvSpPr>
            <a:spLocks noGrp="1"/>
          </p:cNvSpPr>
          <p:nvPr>
            <p:ph type="subTitle" idx="4"/>
          </p:nvPr>
        </p:nvSpPr>
        <p:spPr>
          <a:xfrm>
            <a:off x="953125" y="2489390"/>
            <a:ext cx="2126100" cy="876300"/>
          </a:xfrm>
          <a:prstGeom prst="rect">
            <a:avLst/>
          </a:prstGeom>
        </p:spPr>
        <p:txBody>
          <a:bodyPr spcFirstLastPara="1" wrap="square" lIns="91425" tIns="91425" rIns="91425" bIns="91425" anchor="t">
            <a:normAutofit/>
          </a:bodyPr>
          <a:lstStyle/>
          <a:p>
            <a:pPr marL="0" lvl="0" indent="0" algn="ctr">
              <a:spcBef>
                <a:spcPts val="0"/>
              </a:spcBef>
              <a:spcAft>
                <a:spcPts val="0"/>
              </a:spcAft>
              <a:buNone/>
              <a:defRPr sz="1500" b="0">
                <a:solidFill>
                  <a:srgbClr val="526052"/>
                </a:solidFill>
                <a:latin typeface="Montserrat"/>
                <a:ea typeface="Montserrat"/>
                <a:cs typeface="Montserrat"/>
              </a:defRPr>
            </a:pPr>
            <a:r>
              <a:rPr sz="1500" b="0">
                <a:solidFill>
                  <a:srgbClr val="526052"/>
                </a:solidFill>
                <a:latin typeface="Montserrat"/>
                <a:ea typeface="Montserrat"/>
                <a:cs typeface="Montserrat"/>
              </a:rPr>
              <a:t>Chưa kết luận reliability, validity hay fairness.</a:t>
            </a:r>
            <a:endParaRPr/>
          </a:p>
        </p:txBody>
      </p:sp>
      <p:sp>
        <p:nvSpPr>
          <p:cNvPr id="883" name="Google Shape;883;p89">
            <a:extLst>
              <a:ext uri="{FF2B5EF4-FFF2-40B4-BE49-F238E27FC236}">
                <a16:creationId xmlns:a16="http://schemas.microsoft.com/office/drawing/2014/main" id="{48848221-E426-48C1-8D92-9FB117774ADA}"/>
              </a:ext>
            </a:extLst>
          </p:cNvPr>
          <p:cNvSpPr>
            <a:spLocks noGrp="1"/>
          </p:cNvSpPr>
          <p:nvPr>
            <p:ph type="subTitle" idx="5"/>
          </p:nvPr>
        </p:nvSpPr>
        <p:spPr>
          <a:xfrm>
            <a:off x="6064875" y="2013140"/>
            <a:ext cx="2126100" cy="476250"/>
          </a:xfrm>
          <a:prstGeom prst="rect">
            <a:avLst/>
          </a:prstGeom>
        </p:spPr>
        <p:txBody>
          <a:bodyPr spcFirstLastPara="1" wrap="square" lIns="91425" tIns="91425" rIns="91425" bIns="91425" anchor="t">
            <a:normAutofit fontScale="48534" lnSpcReduction="20000"/>
          </a:bodyPr>
          <a:lstStyle/>
          <a:p>
            <a:pPr marL="0" lvl="0" indent="0" algn="ctr">
              <a:spcBef>
                <a:spcPts val="0"/>
              </a:spcBef>
              <a:spcAft>
                <a:spcPts val="0"/>
              </a:spcAft>
              <a:buNone/>
              <a:defRPr sz="2550" b="1">
                <a:solidFill>
                  <a:srgbClr val="111410"/>
                </a:solidFill>
                <a:latin typeface="Montserrat"/>
                <a:ea typeface="Montserrat"/>
                <a:cs typeface="Montserrat"/>
              </a:defRPr>
            </a:pPr>
            <a:r>
              <a:rPr sz="2550" b="1">
                <a:solidFill>
                  <a:srgbClr val="111410"/>
                </a:solidFill>
                <a:latin typeface="Montserrat"/>
                <a:ea typeface="Montserrat"/>
                <a:cs typeface="Montserrat"/>
              </a:rPr>
              <a:t>Speech cần benchmark</a:t>
            </a:r>
            <a:endParaRPr/>
          </a:p>
        </p:txBody>
      </p:sp>
      <p:sp>
        <p:nvSpPr>
          <p:cNvPr id="884" name="Google Shape;884;p89">
            <a:extLst>
              <a:ext uri="{FF2B5EF4-FFF2-40B4-BE49-F238E27FC236}">
                <a16:creationId xmlns:a16="http://schemas.microsoft.com/office/drawing/2014/main" id="{C0EDBC46-FF58-48B4-B107-BA09682687A5}"/>
              </a:ext>
            </a:extLst>
          </p:cNvPr>
          <p:cNvSpPr>
            <a:spLocks noGrp="1"/>
          </p:cNvSpPr>
          <p:nvPr>
            <p:ph type="subTitle" idx="6"/>
          </p:nvPr>
        </p:nvSpPr>
        <p:spPr>
          <a:xfrm>
            <a:off x="6064875" y="2489390"/>
            <a:ext cx="2126100" cy="876300"/>
          </a:xfrm>
          <a:prstGeom prst="rect">
            <a:avLst/>
          </a:prstGeom>
        </p:spPr>
        <p:txBody>
          <a:bodyPr spcFirstLastPara="1" wrap="square" lIns="91425" tIns="91425" rIns="91425" bIns="91425" anchor="t">
            <a:normAutofit/>
          </a:bodyPr>
          <a:lstStyle/>
          <a:p>
            <a:pPr marL="0" lvl="0" indent="0" algn="ctr">
              <a:spcBef>
                <a:spcPts val="0"/>
              </a:spcBef>
              <a:spcAft>
                <a:spcPts val="0"/>
              </a:spcAft>
              <a:buNone/>
              <a:defRPr sz="1500" b="0">
                <a:solidFill>
                  <a:srgbClr val="526052"/>
                </a:solidFill>
                <a:latin typeface="Montserrat"/>
                <a:ea typeface="Montserrat"/>
                <a:cs typeface="Montserrat"/>
              </a:defRPr>
            </a:pPr>
            <a:r>
              <a:rPr sz="1500" b="0">
                <a:solidFill>
                  <a:srgbClr val="526052"/>
                </a:solidFill>
                <a:latin typeface="Montserrat"/>
                <a:ea typeface="Montserrat"/>
                <a:cs typeface="Montserrat"/>
              </a:rPr>
              <a:t>Chưa có mẫu tiếng Việt đại diện.</a:t>
            </a:r>
            <a:endParaRPr/>
          </a:p>
        </p:txBody>
      </p:sp>
      <p:sp>
        <p:nvSpPr>
          <p:cNvPr id="886" name="Google Shape;886;p89">
            <a:extLst>
              <a:ext uri="{FF2B5EF4-FFF2-40B4-BE49-F238E27FC236}">
                <a16:creationId xmlns:a16="http://schemas.microsoft.com/office/drawing/2014/main" id="{E3C6DD10-53BB-45CE-839E-D57514AC5269}"/>
              </a:ext>
            </a:extLst>
          </p:cNvPr>
          <p:cNvSpPr>
            <a:spLocks noGrp="1"/>
          </p:cNvSpPr>
          <p:nvPr/>
        </p:nvSpPr>
        <p:spPr>
          <a:xfrm>
            <a:off x="4608858" y="1796252"/>
            <a:ext cx="28773" cy="28773"/>
          </a:xfrm>
          <a:custGeom>
            <a:avLst/>
            <a:gdLst/>
            <a:ahLst/>
            <a:cxnLst/>
            <a:rect l="l" t="t" r="r" b="b"/>
            <a:pathLst>
              <a:path w="788" h="788">
                <a:moveTo>
                  <a:pt x="410" y="0"/>
                </a:moveTo>
                <a:cubicBezTo>
                  <a:pt x="189" y="0"/>
                  <a:pt x="0" y="189"/>
                  <a:pt x="0" y="410"/>
                </a:cubicBezTo>
                <a:cubicBezTo>
                  <a:pt x="0" y="630"/>
                  <a:pt x="189" y="788"/>
                  <a:pt x="410" y="788"/>
                </a:cubicBezTo>
                <a:cubicBezTo>
                  <a:pt x="599" y="788"/>
                  <a:pt x="788" y="630"/>
                  <a:pt x="788" y="410"/>
                </a:cubicBezTo>
                <a:cubicBezTo>
                  <a:pt x="788" y="189"/>
                  <a:pt x="599" y="0"/>
                  <a:pt x="410" y="0"/>
                </a:cubicBezTo>
                <a:close/>
              </a:path>
            </a:pathLst>
          </a:custGeom>
          <a:solidFill>
            <a:schemeClr val="accent1"/>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887" name="Google Shape;887;p89">
            <a:extLst>
              <a:ext uri="{FF2B5EF4-FFF2-40B4-BE49-F238E27FC236}">
                <a16:creationId xmlns:a16="http://schemas.microsoft.com/office/drawing/2014/main" id="{24BC3697-5925-45C7-BC3D-98580AD0D4FB}"/>
              </a:ext>
            </a:extLst>
          </p:cNvPr>
          <p:cNvSpPr>
            <a:spLocks noGrp="1"/>
          </p:cNvSpPr>
          <p:nvPr/>
        </p:nvSpPr>
        <p:spPr>
          <a:xfrm>
            <a:off x="4506559" y="1693858"/>
            <a:ext cx="28773" cy="28773"/>
          </a:xfrm>
          <a:custGeom>
            <a:avLst/>
            <a:gdLst/>
            <a:ahLst/>
            <a:cxnLst/>
            <a:rect l="l" t="t" r="r" b="b"/>
            <a:pathLst>
              <a:path w="788" h="788">
                <a:moveTo>
                  <a:pt x="378" y="0"/>
                </a:moveTo>
                <a:cubicBezTo>
                  <a:pt x="189" y="0"/>
                  <a:pt x="0" y="189"/>
                  <a:pt x="0" y="410"/>
                </a:cubicBezTo>
                <a:cubicBezTo>
                  <a:pt x="0" y="630"/>
                  <a:pt x="189" y="788"/>
                  <a:pt x="378" y="788"/>
                </a:cubicBezTo>
                <a:cubicBezTo>
                  <a:pt x="599" y="788"/>
                  <a:pt x="788" y="630"/>
                  <a:pt x="788" y="410"/>
                </a:cubicBezTo>
                <a:cubicBezTo>
                  <a:pt x="788" y="189"/>
                  <a:pt x="599" y="0"/>
                  <a:pt x="378" y="0"/>
                </a:cubicBezTo>
                <a:close/>
              </a:path>
            </a:pathLst>
          </a:custGeom>
          <a:solidFill>
            <a:schemeClr val="accent1"/>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888" name="Google Shape;888;p89">
            <a:extLst>
              <a:ext uri="{FF2B5EF4-FFF2-40B4-BE49-F238E27FC236}">
                <a16:creationId xmlns:a16="http://schemas.microsoft.com/office/drawing/2014/main" id="{E7A06639-7743-4E01-9D33-A0DD094D5D3D}"/>
              </a:ext>
            </a:extLst>
          </p:cNvPr>
          <p:cNvSpPr>
            <a:spLocks noGrp="1"/>
          </p:cNvSpPr>
          <p:nvPr/>
        </p:nvSpPr>
        <p:spPr>
          <a:xfrm>
            <a:off x="4345507" y="1533109"/>
            <a:ext cx="453177" cy="452952"/>
          </a:xfrm>
          <a:custGeom>
            <a:avLst/>
            <a:gdLst/>
            <a:ahLst/>
            <a:cxnLst/>
            <a:rect l="l" t="t" r="r" b="b"/>
            <a:pathLst>
              <a:path w="12414" h="12406">
                <a:moveTo>
                  <a:pt x="4506" y="3332"/>
                </a:moveTo>
                <a:cubicBezTo>
                  <a:pt x="5167" y="3332"/>
                  <a:pt x="5735" y="3867"/>
                  <a:pt x="5735" y="4561"/>
                </a:cubicBezTo>
                <a:cubicBezTo>
                  <a:pt x="5735" y="5222"/>
                  <a:pt x="5199" y="5821"/>
                  <a:pt x="4506" y="5821"/>
                </a:cubicBezTo>
                <a:cubicBezTo>
                  <a:pt x="3844" y="5821"/>
                  <a:pt x="3277" y="5254"/>
                  <a:pt x="3277" y="4561"/>
                </a:cubicBezTo>
                <a:cubicBezTo>
                  <a:pt x="3277" y="3899"/>
                  <a:pt x="3844" y="3332"/>
                  <a:pt x="4506" y="3332"/>
                </a:cubicBezTo>
                <a:close/>
                <a:moveTo>
                  <a:pt x="7830" y="4159"/>
                </a:moveTo>
                <a:cubicBezTo>
                  <a:pt x="7940" y="4159"/>
                  <a:pt x="8050" y="4198"/>
                  <a:pt x="8129" y="4277"/>
                </a:cubicBezTo>
                <a:cubicBezTo>
                  <a:pt x="8286" y="4435"/>
                  <a:pt x="8286" y="4718"/>
                  <a:pt x="8129" y="4876"/>
                </a:cubicBezTo>
                <a:lnTo>
                  <a:pt x="4821" y="8184"/>
                </a:lnTo>
                <a:cubicBezTo>
                  <a:pt x="4742" y="8262"/>
                  <a:pt x="4632" y="8302"/>
                  <a:pt x="4522" y="8302"/>
                </a:cubicBezTo>
                <a:cubicBezTo>
                  <a:pt x="4411" y="8302"/>
                  <a:pt x="4301" y="8262"/>
                  <a:pt x="4222" y="8184"/>
                </a:cubicBezTo>
                <a:cubicBezTo>
                  <a:pt x="4065" y="8026"/>
                  <a:pt x="4065" y="7743"/>
                  <a:pt x="4222" y="7585"/>
                </a:cubicBezTo>
                <a:lnTo>
                  <a:pt x="7530" y="4277"/>
                </a:lnTo>
                <a:cubicBezTo>
                  <a:pt x="7609" y="4198"/>
                  <a:pt x="7719" y="4159"/>
                  <a:pt x="7830" y="4159"/>
                </a:cubicBezTo>
                <a:close/>
                <a:moveTo>
                  <a:pt x="7845" y="6640"/>
                </a:moveTo>
                <a:cubicBezTo>
                  <a:pt x="8539" y="6640"/>
                  <a:pt x="9074" y="7175"/>
                  <a:pt x="9074" y="7900"/>
                </a:cubicBezTo>
                <a:cubicBezTo>
                  <a:pt x="9074" y="8562"/>
                  <a:pt x="8539" y="9129"/>
                  <a:pt x="7845" y="9129"/>
                </a:cubicBezTo>
                <a:cubicBezTo>
                  <a:pt x="7184" y="9129"/>
                  <a:pt x="6648" y="8562"/>
                  <a:pt x="6648" y="7900"/>
                </a:cubicBezTo>
                <a:cubicBezTo>
                  <a:pt x="6648" y="7239"/>
                  <a:pt x="7184" y="6640"/>
                  <a:pt x="7845" y="6640"/>
                </a:cubicBezTo>
                <a:close/>
                <a:moveTo>
                  <a:pt x="6223" y="0"/>
                </a:moveTo>
                <a:cubicBezTo>
                  <a:pt x="6113" y="0"/>
                  <a:pt x="6002" y="40"/>
                  <a:pt x="5924" y="118"/>
                </a:cubicBezTo>
                <a:lnTo>
                  <a:pt x="4348" y="1694"/>
                </a:lnTo>
                <a:lnTo>
                  <a:pt x="2111" y="1694"/>
                </a:lnTo>
                <a:cubicBezTo>
                  <a:pt x="1859" y="1694"/>
                  <a:pt x="1702" y="1883"/>
                  <a:pt x="1702" y="2072"/>
                </a:cubicBezTo>
                <a:lnTo>
                  <a:pt x="1702" y="4309"/>
                </a:lnTo>
                <a:lnTo>
                  <a:pt x="127" y="5884"/>
                </a:lnTo>
                <a:cubicBezTo>
                  <a:pt x="1" y="6041"/>
                  <a:pt x="1" y="6325"/>
                  <a:pt x="127" y="6482"/>
                </a:cubicBezTo>
                <a:lnTo>
                  <a:pt x="1702" y="8058"/>
                </a:lnTo>
                <a:lnTo>
                  <a:pt x="1702" y="10294"/>
                </a:lnTo>
                <a:cubicBezTo>
                  <a:pt x="1702" y="10547"/>
                  <a:pt x="1922" y="10704"/>
                  <a:pt x="2111" y="10704"/>
                </a:cubicBezTo>
                <a:lnTo>
                  <a:pt x="4348" y="10704"/>
                </a:lnTo>
                <a:lnTo>
                  <a:pt x="5924" y="12279"/>
                </a:lnTo>
                <a:cubicBezTo>
                  <a:pt x="6018" y="12342"/>
                  <a:pt x="6113" y="12405"/>
                  <a:pt x="6207" y="12405"/>
                </a:cubicBezTo>
                <a:cubicBezTo>
                  <a:pt x="6333" y="12405"/>
                  <a:pt x="6396" y="12342"/>
                  <a:pt x="6491" y="12279"/>
                </a:cubicBezTo>
                <a:lnTo>
                  <a:pt x="8066" y="10704"/>
                </a:lnTo>
                <a:lnTo>
                  <a:pt x="10303" y="10704"/>
                </a:lnTo>
                <a:cubicBezTo>
                  <a:pt x="10523" y="10704"/>
                  <a:pt x="10744" y="10515"/>
                  <a:pt x="10744" y="10294"/>
                </a:cubicBezTo>
                <a:lnTo>
                  <a:pt x="10744" y="8058"/>
                </a:lnTo>
                <a:lnTo>
                  <a:pt x="12319" y="6482"/>
                </a:lnTo>
                <a:cubicBezTo>
                  <a:pt x="12382" y="6419"/>
                  <a:pt x="12414" y="6293"/>
                  <a:pt x="12414" y="6199"/>
                </a:cubicBezTo>
                <a:cubicBezTo>
                  <a:pt x="12414" y="6104"/>
                  <a:pt x="12382" y="6010"/>
                  <a:pt x="12319" y="5947"/>
                </a:cubicBezTo>
                <a:lnTo>
                  <a:pt x="10744" y="4372"/>
                </a:lnTo>
                <a:lnTo>
                  <a:pt x="10744" y="2103"/>
                </a:lnTo>
                <a:cubicBezTo>
                  <a:pt x="10744" y="1851"/>
                  <a:pt x="10523" y="1694"/>
                  <a:pt x="10334" y="1694"/>
                </a:cubicBezTo>
                <a:lnTo>
                  <a:pt x="8097" y="1694"/>
                </a:lnTo>
                <a:lnTo>
                  <a:pt x="6522" y="118"/>
                </a:lnTo>
                <a:cubicBezTo>
                  <a:pt x="6443" y="40"/>
                  <a:pt x="6333" y="0"/>
                  <a:pt x="6223" y="0"/>
                </a:cubicBezTo>
                <a:close/>
              </a:path>
            </a:pathLst>
          </a:custGeom>
          <a:solidFill>
            <a:schemeClr val="accent1"/>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890" name="Google Shape;890;p89">
            <a:extLst>
              <a:ext uri="{FF2B5EF4-FFF2-40B4-BE49-F238E27FC236}">
                <a16:creationId xmlns:a16="http://schemas.microsoft.com/office/drawing/2014/main" id="{85BEDD93-6C91-4096-9ADC-C8CE5B50E137}"/>
              </a:ext>
            </a:extLst>
          </p:cNvPr>
          <p:cNvSpPr>
            <a:spLocks noGrp="1"/>
          </p:cNvSpPr>
          <p:nvPr/>
        </p:nvSpPr>
        <p:spPr>
          <a:xfrm>
            <a:off x="1786474" y="1532339"/>
            <a:ext cx="460033" cy="454301"/>
          </a:xfrm>
          <a:custGeom>
            <a:avLst/>
            <a:gdLst/>
            <a:ahLst/>
            <a:cxnLst/>
            <a:rect l="l" t="t" r="r" b="b"/>
            <a:pathLst>
              <a:path w="12603" h="12446">
                <a:moveTo>
                  <a:pt x="11136" y="1"/>
                </a:moveTo>
                <a:cubicBezTo>
                  <a:pt x="11054" y="1"/>
                  <a:pt x="10975" y="1"/>
                  <a:pt x="10902" y="1"/>
                </a:cubicBezTo>
                <a:cubicBezTo>
                  <a:pt x="10429" y="1"/>
                  <a:pt x="10051" y="159"/>
                  <a:pt x="9736" y="474"/>
                </a:cubicBezTo>
                <a:lnTo>
                  <a:pt x="3561" y="6649"/>
                </a:lnTo>
                <a:lnTo>
                  <a:pt x="2301" y="6428"/>
                </a:lnTo>
                <a:cubicBezTo>
                  <a:pt x="2278" y="6423"/>
                  <a:pt x="2253" y="6420"/>
                  <a:pt x="2229" y="6420"/>
                </a:cubicBezTo>
                <a:cubicBezTo>
                  <a:pt x="2119" y="6420"/>
                  <a:pt x="2000" y="6471"/>
                  <a:pt x="1923" y="6523"/>
                </a:cubicBezTo>
                <a:lnTo>
                  <a:pt x="158" y="8319"/>
                </a:lnTo>
                <a:cubicBezTo>
                  <a:pt x="32" y="8382"/>
                  <a:pt x="1" y="8539"/>
                  <a:pt x="32" y="8697"/>
                </a:cubicBezTo>
                <a:cubicBezTo>
                  <a:pt x="95" y="8823"/>
                  <a:pt x="190" y="8949"/>
                  <a:pt x="347" y="8980"/>
                </a:cubicBezTo>
                <a:lnTo>
                  <a:pt x="2994" y="9484"/>
                </a:lnTo>
                <a:lnTo>
                  <a:pt x="3498" y="12131"/>
                </a:lnTo>
                <a:cubicBezTo>
                  <a:pt x="3561" y="12288"/>
                  <a:pt x="3624" y="12414"/>
                  <a:pt x="3782" y="12446"/>
                </a:cubicBezTo>
                <a:lnTo>
                  <a:pt x="3908" y="12446"/>
                </a:lnTo>
                <a:cubicBezTo>
                  <a:pt x="4034" y="12446"/>
                  <a:pt x="4128" y="12414"/>
                  <a:pt x="4254" y="12414"/>
                </a:cubicBezTo>
                <a:lnTo>
                  <a:pt x="6018" y="10619"/>
                </a:lnTo>
                <a:cubicBezTo>
                  <a:pt x="6144" y="10556"/>
                  <a:pt x="6176" y="10398"/>
                  <a:pt x="6144" y="10272"/>
                </a:cubicBezTo>
                <a:lnTo>
                  <a:pt x="5924" y="9012"/>
                </a:lnTo>
                <a:lnTo>
                  <a:pt x="12099" y="2837"/>
                </a:lnTo>
                <a:cubicBezTo>
                  <a:pt x="12414" y="2522"/>
                  <a:pt x="12571" y="2081"/>
                  <a:pt x="12571" y="1671"/>
                </a:cubicBezTo>
                <a:cubicBezTo>
                  <a:pt x="12571" y="1199"/>
                  <a:pt x="12603" y="600"/>
                  <a:pt x="12288" y="285"/>
                </a:cubicBezTo>
                <a:cubicBezTo>
                  <a:pt x="12025" y="22"/>
                  <a:pt x="11544" y="1"/>
                  <a:pt x="11136" y="1"/>
                </a:cubicBezTo>
                <a:close/>
              </a:path>
            </a:pathLst>
          </a:custGeom>
          <a:solidFill>
            <a:schemeClr val="accent1"/>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891" name="Google Shape;891;p89">
            <a:extLst>
              <a:ext uri="{FF2B5EF4-FFF2-40B4-BE49-F238E27FC236}">
                <a16:creationId xmlns:a16="http://schemas.microsoft.com/office/drawing/2014/main" id="{365D6EB8-6A65-4086-96D1-2A6A49F1013C}"/>
              </a:ext>
            </a:extLst>
          </p:cNvPr>
          <p:cNvSpPr>
            <a:spLocks noGrp="1"/>
          </p:cNvSpPr>
          <p:nvPr/>
        </p:nvSpPr>
        <p:spPr>
          <a:xfrm>
            <a:off x="1801132" y="1590954"/>
            <a:ext cx="255361" cy="130378"/>
          </a:xfrm>
          <a:custGeom>
            <a:avLst/>
            <a:gdLst/>
            <a:ahLst/>
            <a:cxnLst/>
            <a:rect l="l" t="t" r="r" b="b"/>
            <a:pathLst>
              <a:path w="6995" h="3570">
                <a:moveTo>
                  <a:pt x="1632" y="1"/>
                </a:moveTo>
                <a:cubicBezTo>
                  <a:pt x="1523" y="1"/>
                  <a:pt x="1407" y="57"/>
                  <a:pt x="1355" y="135"/>
                </a:cubicBezTo>
                <a:lnTo>
                  <a:pt x="158" y="1301"/>
                </a:lnTo>
                <a:cubicBezTo>
                  <a:pt x="95" y="1395"/>
                  <a:pt x="0" y="1553"/>
                  <a:pt x="32" y="1710"/>
                </a:cubicBezTo>
                <a:cubicBezTo>
                  <a:pt x="126" y="1773"/>
                  <a:pt x="189" y="1899"/>
                  <a:pt x="315" y="1931"/>
                </a:cubicBezTo>
                <a:lnTo>
                  <a:pt x="4317" y="3569"/>
                </a:lnTo>
                <a:lnTo>
                  <a:pt x="6995" y="891"/>
                </a:lnTo>
                <a:lnTo>
                  <a:pt x="1702" y="9"/>
                </a:lnTo>
                <a:cubicBezTo>
                  <a:pt x="1679" y="4"/>
                  <a:pt x="1656" y="1"/>
                  <a:pt x="1632" y="1"/>
                </a:cubicBezTo>
                <a:close/>
              </a:path>
            </a:pathLst>
          </a:custGeom>
          <a:solidFill>
            <a:schemeClr val="accent1"/>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892" name="Google Shape;892;p89">
            <a:extLst>
              <a:ext uri="{FF2B5EF4-FFF2-40B4-BE49-F238E27FC236}">
                <a16:creationId xmlns:a16="http://schemas.microsoft.com/office/drawing/2014/main" id="{732BE817-7B71-4205-8905-C60886E85AE9}"/>
              </a:ext>
            </a:extLst>
          </p:cNvPr>
          <p:cNvSpPr>
            <a:spLocks noGrp="1"/>
          </p:cNvSpPr>
          <p:nvPr/>
        </p:nvSpPr>
        <p:spPr>
          <a:xfrm>
            <a:off x="2053396" y="1717324"/>
            <a:ext cx="129929" cy="253114"/>
          </a:xfrm>
          <a:custGeom>
            <a:avLst/>
            <a:gdLst/>
            <a:ahLst/>
            <a:cxnLst/>
            <a:rect l="l" t="t" r="r" b="b"/>
            <a:pathLst>
              <a:path w="3560" h="6932">
                <a:moveTo>
                  <a:pt x="2678" y="0"/>
                </a:moveTo>
                <a:lnTo>
                  <a:pt x="0" y="2678"/>
                </a:lnTo>
                <a:lnTo>
                  <a:pt x="1607" y="6679"/>
                </a:lnTo>
                <a:cubicBezTo>
                  <a:pt x="1638" y="6805"/>
                  <a:pt x="1764" y="6931"/>
                  <a:pt x="1922" y="6931"/>
                </a:cubicBezTo>
                <a:lnTo>
                  <a:pt x="1985" y="6931"/>
                </a:lnTo>
                <a:cubicBezTo>
                  <a:pt x="2111" y="6931"/>
                  <a:pt x="2206" y="6900"/>
                  <a:pt x="2269" y="6805"/>
                </a:cubicBezTo>
                <a:lnTo>
                  <a:pt x="3466" y="5640"/>
                </a:lnTo>
                <a:cubicBezTo>
                  <a:pt x="3529" y="5545"/>
                  <a:pt x="3560" y="5388"/>
                  <a:pt x="3560" y="5262"/>
                </a:cubicBezTo>
                <a:lnTo>
                  <a:pt x="2678" y="0"/>
                </a:lnTo>
                <a:close/>
              </a:path>
            </a:pathLst>
          </a:custGeom>
          <a:solidFill>
            <a:schemeClr val="accent1"/>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894" name="Google Shape;894;p89">
            <a:extLst>
              <a:ext uri="{FF2B5EF4-FFF2-40B4-BE49-F238E27FC236}">
                <a16:creationId xmlns:a16="http://schemas.microsoft.com/office/drawing/2014/main" id="{C2BF4F60-3943-4F53-A970-A45E64E873A2}"/>
              </a:ext>
            </a:extLst>
          </p:cNvPr>
          <p:cNvSpPr>
            <a:spLocks noGrp="1"/>
          </p:cNvSpPr>
          <p:nvPr/>
        </p:nvSpPr>
        <p:spPr>
          <a:xfrm>
            <a:off x="7275523" y="1746127"/>
            <a:ext cx="76878" cy="31583"/>
          </a:xfrm>
          <a:custGeom>
            <a:avLst/>
            <a:gdLst/>
            <a:ahLst/>
            <a:cxnLst/>
            <a:rect l="l" t="t" r="r" b="b"/>
            <a:pathLst>
              <a:path w="1766" h="725">
                <a:moveTo>
                  <a:pt x="347" y="0"/>
                </a:moveTo>
                <a:cubicBezTo>
                  <a:pt x="158" y="0"/>
                  <a:pt x="1" y="158"/>
                  <a:pt x="1" y="378"/>
                </a:cubicBezTo>
                <a:cubicBezTo>
                  <a:pt x="1" y="567"/>
                  <a:pt x="158" y="725"/>
                  <a:pt x="347" y="725"/>
                </a:cubicBezTo>
                <a:lnTo>
                  <a:pt x="1419" y="725"/>
                </a:lnTo>
                <a:cubicBezTo>
                  <a:pt x="1608" y="725"/>
                  <a:pt x="1765" y="567"/>
                  <a:pt x="1765" y="378"/>
                </a:cubicBezTo>
                <a:cubicBezTo>
                  <a:pt x="1734" y="158"/>
                  <a:pt x="1608" y="0"/>
                  <a:pt x="1419" y="0"/>
                </a:cubicBezTo>
                <a:close/>
              </a:path>
            </a:pathLst>
          </a:custGeom>
          <a:solidFill>
            <a:schemeClr val="accent2"/>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895" name="Google Shape;895;p89">
            <a:extLst>
              <a:ext uri="{FF2B5EF4-FFF2-40B4-BE49-F238E27FC236}">
                <a16:creationId xmlns:a16="http://schemas.microsoft.com/office/drawing/2014/main" id="{ABB0144A-C071-4EB8-8039-4E0EAFE19BD2}"/>
              </a:ext>
            </a:extLst>
          </p:cNvPr>
          <p:cNvSpPr>
            <a:spLocks noGrp="1"/>
          </p:cNvSpPr>
          <p:nvPr/>
        </p:nvSpPr>
        <p:spPr>
          <a:xfrm>
            <a:off x="7261321" y="1796422"/>
            <a:ext cx="64515" cy="59007"/>
          </a:xfrm>
          <a:custGeom>
            <a:avLst/>
            <a:gdLst/>
            <a:ahLst/>
            <a:cxnLst/>
            <a:rect l="l" t="t" r="r" b="b"/>
            <a:pathLst>
              <a:path w="1482" h="1355">
                <a:moveTo>
                  <a:pt x="394" y="0"/>
                </a:moveTo>
                <a:cubicBezTo>
                  <a:pt x="308" y="0"/>
                  <a:pt x="221" y="32"/>
                  <a:pt x="158" y="95"/>
                </a:cubicBezTo>
                <a:cubicBezTo>
                  <a:pt x="0" y="221"/>
                  <a:pt x="0" y="410"/>
                  <a:pt x="158" y="567"/>
                </a:cubicBezTo>
                <a:lnTo>
                  <a:pt x="882" y="1260"/>
                </a:lnTo>
                <a:cubicBezTo>
                  <a:pt x="945" y="1323"/>
                  <a:pt x="1032" y="1355"/>
                  <a:pt x="1119" y="1355"/>
                </a:cubicBezTo>
                <a:cubicBezTo>
                  <a:pt x="1205" y="1355"/>
                  <a:pt x="1292" y="1323"/>
                  <a:pt x="1355" y="1260"/>
                </a:cubicBezTo>
                <a:cubicBezTo>
                  <a:pt x="1481" y="1134"/>
                  <a:pt x="1481" y="914"/>
                  <a:pt x="1355" y="788"/>
                </a:cubicBezTo>
                <a:lnTo>
                  <a:pt x="630" y="95"/>
                </a:lnTo>
                <a:cubicBezTo>
                  <a:pt x="567" y="32"/>
                  <a:pt x="481" y="0"/>
                  <a:pt x="394" y="0"/>
                </a:cubicBezTo>
                <a:close/>
              </a:path>
            </a:pathLst>
          </a:custGeom>
          <a:solidFill>
            <a:schemeClr val="accent2"/>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896" name="Google Shape;896;p89">
            <a:extLst>
              <a:ext uri="{FF2B5EF4-FFF2-40B4-BE49-F238E27FC236}">
                <a16:creationId xmlns:a16="http://schemas.microsoft.com/office/drawing/2014/main" id="{DF2157F7-89F4-49EC-A862-CAF7A0FECEBE}"/>
              </a:ext>
            </a:extLst>
          </p:cNvPr>
          <p:cNvSpPr>
            <a:spLocks noGrp="1"/>
          </p:cNvSpPr>
          <p:nvPr/>
        </p:nvSpPr>
        <p:spPr>
          <a:xfrm>
            <a:off x="7263908" y="1667178"/>
            <a:ext cx="61817" cy="60131"/>
          </a:xfrm>
          <a:custGeom>
            <a:avLst/>
            <a:gdLst/>
            <a:ahLst/>
            <a:cxnLst/>
            <a:rect l="l" t="t" r="r" b="b"/>
            <a:pathLst>
              <a:path w="1419" h="1380">
                <a:moveTo>
                  <a:pt x="1056" y="1"/>
                </a:moveTo>
                <a:cubicBezTo>
                  <a:pt x="969" y="1"/>
                  <a:pt x="882" y="32"/>
                  <a:pt x="819" y="96"/>
                </a:cubicBezTo>
                <a:lnTo>
                  <a:pt x="95" y="789"/>
                </a:lnTo>
                <a:cubicBezTo>
                  <a:pt x="0" y="915"/>
                  <a:pt x="0" y="1135"/>
                  <a:pt x="95" y="1261"/>
                </a:cubicBezTo>
                <a:cubicBezTo>
                  <a:pt x="158" y="1340"/>
                  <a:pt x="252" y="1379"/>
                  <a:pt x="343" y="1379"/>
                </a:cubicBezTo>
                <a:cubicBezTo>
                  <a:pt x="434" y="1379"/>
                  <a:pt x="520" y="1340"/>
                  <a:pt x="567" y="1261"/>
                </a:cubicBezTo>
                <a:lnTo>
                  <a:pt x="1292" y="568"/>
                </a:lnTo>
                <a:cubicBezTo>
                  <a:pt x="1418" y="442"/>
                  <a:pt x="1418" y="190"/>
                  <a:pt x="1292" y="96"/>
                </a:cubicBezTo>
                <a:cubicBezTo>
                  <a:pt x="1229" y="32"/>
                  <a:pt x="1142" y="1"/>
                  <a:pt x="1056" y="1"/>
                </a:cubicBezTo>
                <a:close/>
              </a:path>
            </a:pathLst>
          </a:custGeom>
          <a:solidFill>
            <a:schemeClr val="accent2"/>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897" name="Google Shape;897;p89">
            <a:extLst>
              <a:ext uri="{FF2B5EF4-FFF2-40B4-BE49-F238E27FC236}">
                <a16:creationId xmlns:a16="http://schemas.microsoft.com/office/drawing/2014/main" id="{520530B8-9B7B-4383-A1C5-5AA50495C4F4}"/>
              </a:ext>
            </a:extLst>
          </p:cNvPr>
          <p:cNvSpPr>
            <a:spLocks noGrp="1"/>
          </p:cNvSpPr>
          <p:nvPr/>
        </p:nvSpPr>
        <p:spPr>
          <a:xfrm>
            <a:off x="6895315" y="1657842"/>
            <a:ext cx="183878" cy="182529"/>
          </a:xfrm>
          <a:custGeom>
            <a:avLst/>
            <a:gdLst/>
            <a:ahLst/>
            <a:cxnLst/>
            <a:rect l="l" t="t" r="r" b="b"/>
            <a:pathLst>
              <a:path w="4222" h="4192">
                <a:moveTo>
                  <a:pt x="2489" y="1"/>
                </a:moveTo>
                <a:cubicBezTo>
                  <a:pt x="2048" y="1"/>
                  <a:pt x="1639" y="285"/>
                  <a:pt x="1481" y="726"/>
                </a:cubicBezTo>
                <a:lnTo>
                  <a:pt x="1418" y="726"/>
                </a:lnTo>
                <a:cubicBezTo>
                  <a:pt x="662" y="726"/>
                  <a:pt x="0" y="1356"/>
                  <a:pt x="0" y="2080"/>
                </a:cubicBezTo>
                <a:cubicBezTo>
                  <a:pt x="0" y="2836"/>
                  <a:pt x="630" y="3467"/>
                  <a:pt x="1418" y="3467"/>
                </a:cubicBezTo>
                <a:lnTo>
                  <a:pt x="1481" y="3467"/>
                </a:lnTo>
                <a:cubicBezTo>
                  <a:pt x="1639" y="3845"/>
                  <a:pt x="2017" y="4191"/>
                  <a:pt x="2489" y="4191"/>
                </a:cubicBezTo>
                <a:lnTo>
                  <a:pt x="4222" y="4191"/>
                </a:lnTo>
                <a:lnTo>
                  <a:pt x="4222" y="1"/>
                </a:lnTo>
                <a:close/>
              </a:path>
            </a:pathLst>
          </a:custGeom>
          <a:solidFill>
            <a:schemeClr val="accent2"/>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898" name="Google Shape;898;p89">
            <a:extLst>
              <a:ext uri="{FF2B5EF4-FFF2-40B4-BE49-F238E27FC236}">
                <a16:creationId xmlns:a16="http://schemas.microsoft.com/office/drawing/2014/main" id="{C2D2A745-4F25-4478-8C1D-6ACEC9B059AB}"/>
              </a:ext>
            </a:extLst>
          </p:cNvPr>
          <p:cNvSpPr>
            <a:spLocks noGrp="1"/>
          </p:cNvSpPr>
          <p:nvPr/>
        </p:nvSpPr>
        <p:spPr>
          <a:xfrm>
            <a:off x="7184859" y="1567356"/>
            <a:ext cx="61705" cy="363598"/>
          </a:xfrm>
          <a:custGeom>
            <a:avLst/>
            <a:gdLst/>
            <a:ahLst/>
            <a:cxnLst/>
            <a:rect l="l" t="t" r="r" b="b"/>
            <a:pathLst>
              <a:path w="1418" h="8350">
                <a:moveTo>
                  <a:pt x="725" y="1"/>
                </a:moveTo>
                <a:cubicBezTo>
                  <a:pt x="315" y="1"/>
                  <a:pt x="0" y="316"/>
                  <a:pt x="0" y="694"/>
                </a:cubicBezTo>
                <a:lnTo>
                  <a:pt x="0" y="7625"/>
                </a:lnTo>
                <a:cubicBezTo>
                  <a:pt x="0" y="8034"/>
                  <a:pt x="315" y="8349"/>
                  <a:pt x="725" y="8349"/>
                </a:cubicBezTo>
                <a:cubicBezTo>
                  <a:pt x="1134" y="8286"/>
                  <a:pt x="1418" y="8003"/>
                  <a:pt x="1418" y="7625"/>
                </a:cubicBezTo>
                <a:lnTo>
                  <a:pt x="1418" y="694"/>
                </a:lnTo>
                <a:cubicBezTo>
                  <a:pt x="1418" y="316"/>
                  <a:pt x="1103" y="1"/>
                  <a:pt x="725" y="1"/>
                </a:cubicBezTo>
                <a:close/>
              </a:path>
            </a:pathLst>
          </a:custGeom>
          <a:solidFill>
            <a:schemeClr val="accent2"/>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899" name="Google Shape;899;p89">
            <a:extLst>
              <a:ext uri="{FF2B5EF4-FFF2-40B4-BE49-F238E27FC236}">
                <a16:creationId xmlns:a16="http://schemas.microsoft.com/office/drawing/2014/main" id="{2BBD6331-35B2-415E-A497-2D040CD6FA5A}"/>
              </a:ext>
            </a:extLst>
          </p:cNvPr>
          <p:cNvSpPr>
            <a:spLocks noGrp="1"/>
          </p:cNvSpPr>
          <p:nvPr/>
        </p:nvSpPr>
        <p:spPr>
          <a:xfrm>
            <a:off x="6979209" y="1840484"/>
            <a:ext cx="89242" cy="120712"/>
          </a:xfrm>
          <a:custGeom>
            <a:avLst/>
            <a:gdLst/>
            <a:ahLst/>
            <a:cxnLst/>
            <a:rect l="l" t="t" r="r" b="b"/>
            <a:pathLst>
              <a:path w="2049" h="2773">
                <a:moveTo>
                  <a:pt x="1" y="0"/>
                </a:moveTo>
                <a:lnTo>
                  <a:pt x="1" y="1764"/>
                </a:lnTo>
                <a:cubicBezTo>
                  <a:pt x="1" y="2363"/>
                  <a:pt x="473" y="2773"/>
                  <a:pt x="1040" y="2773"/>
                </a:cubicBezTo>
                <a:cubicBezTo>
                  <a:pt x="1607" y="2773"/>
                  <a:pt x="2048" y="2300"/>
                  <a:pt x="2048" y="1764"/>
                </a:cubicBezTo>
                <a:lnTo>
                  <a:pt x="2048" y="32"/>
                </a:lnTo>
                <a:lnTo>
                  <a:pt x="316" y="32"/>
                </a:lnTo>
                <a:cubicBezTo>
                  <a:pt x="253" y="32"/>
                  <a:pt x="127" y="32"/>
                  <a:pt x="1" y="0"/>
                </a:cubicBezTo>
                <a:close/>
              </a:path>
            </a:pathLst>
          </a:custGeom>
          <a:solidFill>
            <a:schemeClr val="accent2"/>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900" name="Google Shape;900;p89">
            <a:extLst>
              <a:ext uri="{FF2B5EF4-FFF2-40B4-BE49-F238E27FC236}">
                <a16:creationId xmlns:a16="http://schemas.microsoft.com/office/drawing/2014/main" id="{F7F04479-C37F-4FFB-8317-F0AC590B10DF}"/>
              </a:ext>
            </a:extLst>
          </p:cNvPr>
          <p:cNvSpPr>
            <a:spLocks noGrp="1"/>
          </p:cNvSpPr>
          <p:nvPr/>
        </p:nvSpPr>
        <p:spPr>
          <a:xfrm>
            <a:off x="7082643" y="1604746"/>
            <a:ext cx="90590" cy="285483"/>
          </a:xfrm>
          <a:custGeom>
            <a:avLst/>
            <a:gdLst/>
            <a:ahLst/>
            <a:cxnLst/>
            <a:rect l="l" t="t" r="r" b="b"/>
            <a:pathLst>
              <a:path w="2080" h="6554">
                <a:moveTo>
                  <a:pt x="2080" y="0"/>
                </a:moveTo>
                <a:lnTo>
                  <a:pt x="1765" y="315"/>
                </a:lnTo>
                <a:cubicBezTo>
                  <a:pt x="1292" y="788"/>
                  <a:pt x="662" y="1071"/>
                  <a:pt x="1" y="1166"/>
                </a:cubicBezTo>
                <a:lnTo>
                  <a:pt x="1" y="5419"/>
                </a:lnTo>
                <a:cubicBezTo>
                  <a:pt x="662" y="5482"/>
                  <a:pt x="1292" y="5766"/>
                  <a:pt x="1765" y="6238"/>
                </a:cubicBezTo>
                <a:lnTo>
                  <a:pt x="2080" y="6553"/>
                </a:lnTo>
                <a:lnTo>
                  <a:pt x="2080" y="0"/>
                </a:lnTo>
                <a:close/>
              </a:path>
            </a:pathLst>
          </a:custGeom>
          <a:solidFill>
            <a:schemeClr val="accent2"/>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901" name="Rectangle: Rounded Corners 900">
            <a:extLst>
              <a:ext uri="{FF2B5EF4-FFF2-40B4-BE49-F238E27FC236}">
                <a16:creationId xmlns:a16="http://schemas.microsoft.com/office/drawing/2014/main" id="{C3CD022C-5EE2-4254-847A-2AD6129DD84C}"/>
              </a:ext>
            </a:extLst>
          </p:cNvPr>
          <p:cNvSpPr>
            <a:spLocks noGrp="1"/>
          </p:cNvSpPr>
          <p:nvPr/>
        </p:nvSpPr>
        <p:spPr>
          <a:xfrm>
            <a:off x="1000125" y="4171950"/>
            <a:ext cx="7143750" cy="457200"/>
          </a:xfrm>
          <a:prstGeom prst="roundRect">
            <a:avLst>
              <a:gd name="adj" fmla="val 50000"/>
            </a:avLst>
          </a:prstGeom>
          <a:solidFill>
            <a:srgbClr val="DFF0D6"/>
          </a:solidFill>
          <a:ln w="13335">
            <a:solidFill>
              <a:srgbClr val="4B8D17"/>
            </a:solidFill>
            <a:prstDash val="solid"/>
          </a:ln>
        </p:spPr>
        <p:txBody>
          <a:bodyPr lIns="152400" tIns="66675" rIns="152400" bIns="66675" anchor="ctr">
            <a:normAutofit fontScale="90169"/>
          </a:bodyPr>
          <a:lstStyle/>
          <a:p>
            <a:pPr algn="ctr">
              <a:buNone/>
              <a:defRPr sz="1088" b="1">
                <a:solidFill>
                  <a:srgbClr val="4B8D17"/>
                </a:solidFill>
                <a:latin typeface="Montserrat"/>
                <a:ea typeface="Montserrat"/>
                <a:cs typeface="Montserrat"/>
              </a:defRPr>
            </a:pPr>
            <a:r>
              <a:rPr sz="1088" b="1">
                <a:solidFill>
                  <a:srgbClr val="4B8D17"/>
                </a:solidFill>
                <a:latin typeface="Montserrat"/>
                <a:ea typeface="Montserrat"/>
                <a:cs typeface="Montserrat"/>
              </a:rPr>
              <a:t>Kết quả hiện tại chứng minh tính nhất quán kỹ thuật — chưa chứng minh hiệu lực tuyển dụng.</a:t>
            </a:r>
          </a:p>
        </p:txBody>
      </p:sp>
      <p:sp>
        <p:nvSpPr>
          <p:cNvPr id="902" name="TextBox 901"/>
          <p:cNvSpPr txBox="1"/>
          <p:nvPr/>
        </p:nvSpPr>
        <p:spPr>
          <a:xfrm>
            <a:off x="713225" y="200000"/>
            <a:ext cx="1200000" cy="260000"/>
          </a:xfrm>
          <a:prstGeom prst="rect">
            <a:avLst/>
          </a:prstGeom>
          <a:noFill/>
        </p:spPr>
        <p:txBody>
          <a:bodyPr wrap="none" lIns="0" tIns="0">
            <a:spAutoFit/>
          </a:bodyPr>
          <a:lstStyle/>
          <a:p>
            <a:pPr>
              <a:defRPr sz="1100" b="1">
                <a:solidFill>
                  <a:srgbClr val="4B8D17"/>
                </a:solidFill>
                <a:latin typeface="Montserrat"/>
              </a:defRPr>
            </a:pPr>
            <a:r>
              <a:t>#06</a:t>
            </a:r>
          </a:p>
        </p:txBody>
      </p:sp>
    </p:spTree>
    <p:extLst>
      <p:ext uri="{BB962C8B-B14F-4D97-AF65-F5344CB8AC3E}">
        <p14:creationId xmlns:p14="http://schemas.microsoft.com/office/powerpoint/2010/main" val="58144335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E8F3E5"/>
        </a:solidFill>
        <a:effectLst/>
      </p:bgPr>
    </p:bg>
    <p:spTree>
      <p:nvGrpSpPr>
        <p:cNvPr id="1" name=""/>
        <p:cNvGrpSpPr/>
        <p:nvPr/>
      </p:nvGrpSpPr>
      <p:grpSpPr>
        <a:xfrm>
          <a:off x="0" y="0"/>
          <a:ext cx="0" cy="0"/>
          <a:chOff x="0" y="0"/>
          <a:chExt cx="0" cy="0"/>
        </a:xfrm>
      </p:grpSpPr>
      <p:sp>
        <p:nvSpPr>
          <p:cNvPr id="878" name="Google Shape;878;p89">
            <a:extLst>
              <a:ext uri="{FF2B5EF4-FFF2-40B4-BE49-F238E27FC236}">
                <a16:creationId xmlns:a16="http://schemas.microsoft.com/office/drawing/2014/main" id="{B80505C1-D139-4E6F-B241-4EDD8383E439}"/>
              </a:ext>
            </a:extLst>
          </p:cNvPr>
          <p:cNvSpPr>
            <a:spLocks noGrp="1"/>
          </p:cNvSpPr>
          <p:nvPr>
            <p:ph type="title"/>
          </p:nvPr>
        </p:nvSpPr>
        <p:spPr>
          <a:xfrm>
            <a:off x="713225" y="445025"/>
            <a:ext cx="6655500" cy="572700"/>
          </a:xfrm>
          <a:prstGeom prst="rect">
            <a:avLst/>
          </a:prstGeom>
        </p:spPr>
        <p:txBody>
          <a:bodyPr spcFirstLastPara="1" wrap="square" lIns="91425" tIns="91425" rIns="91425" bIns="91425" anchor="t">
            <a:noAutofit/>
          </a:bodyPr>
          <a:lstStyle/>
          <a:p>
            <a:pPr marL="0" lvl="0" indent="0" algn="l">
              <a:spcBef>
                <a:spcPts val="0"/>
              </a:spcBef>
              <a:spcAft>
                <a:spcPts val="0"/>
              </a:spcAft>
              <a:buNone/>
              <a:defRPr sz="1800" b="1">
                <a:solidFill>
                  <a:srgbClr val="111410"/>
                </a:solidFill>
                <a:latin typeface="Cambria"/>
                <a:ea typeface="Cambria"/>
                <a:cs typeface="Cambria"/>
              </a:defRPr>
            </a:pPr>
            <a:r>
              <a:rPr sz="1800" b="1">
                <a:solidFill>
                  <a:srgbClr val="111410"/>
                </a:solidFill>
                <a:latin typeface="Cambria"/>
                <a:ea typeface="Cambria"/>
                <a:cs typeface="Cambria"/>
              </a:rPr>
              <a:t>Bài toán: chuẩn hóa mà không loại bỏ phán đoán con người</a:t>
            </a:r>
            <a:endParaRPr/>
          </a:p>
        </p:txBody>
      </p:sp>
      <p:sp>
        <p:nvSpPr>
          <p:cNvPr id="879" name="Google Shape;879;p89">
            <a:extLst>
              <a:ext uri="{FF2B5EF4-FFF2-40B4-BE49-F238E27FC236}">
                <a16:creationId xmlns:a16="http://schemas.microsoft.com/office/drawing/2014/main" id="{3CA5FC07-BBDC-41E9-B696-E8A20C09E40B}"/>
              </a:ext>
            </a:extLst>
          </p:cNvPr>
          <p:cNvSpPr>
            <a:spLocks noGrp="1"/>
          </p:cNvSpPr>
          <p:nvPr>
            <p:ph type="subTitle" idx="1"/>
          </p:nvPr>
        </p:nvSpPr>
        <p:spPr>
          <a:xfrm>
            <a:off x="3509000" y="1889389"/>
            <a:ext cx="2126100" cy="476250"/>
          </a:xfrm>
          <a:prstGeom prst="rect">
            <a:avLst/>
          </a:prstGeom>
        </p:spPr>
        <p:txBody>
          <a:bodyPr spcFirstLastPara="1" wrap="square" lIns="91425" tIns="91425" rIns="91425" bIns="91425" anchor="t">
            <a:normAutofit fontScale="67013" lnSpcReduction="20000"/>
          </a:bodyPr>
          <a:lstStyle/>
          <a:p>
            <a:pPr marL="0" lvl="0" indent="0" algn="ctr">
              <a:spcBef>
                <a:spcPts val="0"/>
              </a:spcBef>
              <a:spcAft>
                <a:spcPts val="0"/>
              </a:spcAft>
              <a:buNone/>
              <a:defRPr sz="2550" b="1">
                <a:solidFill>
                  <a:srgbClr val="111410"/>
                </a:solidFill>
                <a:latin typeface="Montserrat"/>
                <a:ea typeface="Montserrat"/>
                <a:cs typeface="Montserrat"/>
              </a:defRPr>
            </a:pPr>
            <a:r>
              <a:rPr sz="2550" b="1">
                <a:solidFill>
                  <a:srgbClr val="111410"/>
                </a:solidFill>
                <a:latin typeface="Montserrat"/>
                <a:ea typeface="Montserrat"/>
                <a:cs typeface="Montserrat"/>
              </a:rPr>
              <a:t>LLM thiếu căn cứ</a:t>
            </a:r>
            <a:endParaRPr/>
          </a:p>
        </p:txBody>
      </p:sp>
      <p:sp>
        <p:nvSpPr>
          <p:cNvPr id="880" name="Google Shape;880;p89">
            <a:extLst>
              <a:ext uri="{FF2B5EF4-FFF2-40B4-BE49-F238E27FC236}">
                <a16:creationId xmlns:a16="http://schemas.microsoft.com/office/drawing/2014/main" id="{EF39F8F5-6F9C-4AD1-A1A7-6AF6553B3133}"/>
              </a:ext>
            </a:extLst>
          </p:cNvPr>
          <p:cNvSpPr>
            <a:spLocks noGrp="1"/>
          </p:cNvSpPr>
          <p:nvPr>
            <p:ph type="subTitle" idx="2"/>
          </p:nvPr>
        </p:nvSpPr>
        <p:spPr>
          <a:xfrm>
            <a:off x="3509025" y="2365639"/>
            <a:ext cx="2126100" cy="876300"/>
          </a:xfrm>
          <a:prstGeom prst="rect">
            <a:avLst/>
          </a:prstGeom>
        </p:spPr>
        <p:txBody>
          <a:bodyPr spcFirstLastPara="1" wrap="square" lIns="91425" tIns="91425" rIns="91425" bIns="91425" anchor="t">
            <a:normAutofit fontScale="86852" lnSpcReduction="20000"/>
          </a:bodyPr>
          <a:lstStyle/>
          <a:p>
            <a:pPr marL="0" lvl="0" indent="0" algn="ctr">
              <a:spcBef>
                <a:spcPts val="0"/>
              </a:spcBef>
              <a:spcAft>
                <a:spcPts val="0"/>
              </a:spcAft>
              <a:buNone/>
              <a:defRPr sz="1500" b="0">
                <a:solidFill>
                  <a:srgbClr val="526052"/>
                </a:solidFill>
                <a:latin typeface="Montserrat"/>
                <a:ea typeface="Montserrat"/>
                <a:cs typeface="Montserrat"/>
              </a:defRPr>
            </a:pPr>
            <a:r>
              <a:rPr sz="1500" b="0">
                <a:solidFill>
                  <a:srgbClr val="526052"/>
                </a:solidFill>
                <a:latin typeface="Montserrat"/>
                <a:ea typeface="Montserrat"/>
                <a:cs typeface="Montserrat"/>
              </a:rPr>
              <a:t>Câu hỏi có thể trôi chảy nhưng lệch JD hoặc không truy nguyên.</a:t>
            </a:r>
            <a:endParaRPr/>
          </a:p>
        </p:txBody>
      </p:sp>
      <p:sp>
        <p:nvSpPr>
          <p:cNvPr id="881" name="Google Shape;881;p89">
            <a:extLst>
              <a:ext uri="{FF2B5EF4-FFF2-40B4-BE49-F238E27FC236}">
                <a16:creationId xmlns:a16="http://schemas.microsoft.com/office/drawing/2014/main" id="{C88A62D0-4E84-4E92-B593-050E06D733E3}"/>
              </a:ext>
            </a:extLst>
          </p:cNvPr>
          <p:cNvSpPr>
            <a:spLocks noGrp="1"/>
          </p:cNvSpPr>
          <p:nvPr>
            <p:ph type="subTitle" idx="3"/>
          </p:nvPr>
        </p:nvSpPr>
        <p:spPr>
          <a:xfrm>
            <a:off x="953025" y="1889389"/>
            <a:ext cx="2126100" cy="476250"/>
          </a:xfrm>
          <a:prstGeom prst="rect">
            <a:avLst/>
          </a:prstGeom>
        </p:spPr>
        <p:txBody>
          <a:bodyPr spcFirstLastPara="1" wrap="square" lIns="91425" tIns="91425" rIns="91425" bIns="91425" anchor="t">
            <a:normAutofit fontScale="62048" lnSpcReduction="20000"/>
          </a:bodyPr>
          <a:lstStyle/>
          <a:p>
            <a:pPr marL="0" lvl="0" indent="0" algn="ctr">
              <a:spcBef>
                <a:spcPts val="0"/>
              </a:spcBef>
              <a:spcAft>
                <a:spcPts val="0"/>
              </a:spcAft>
              <a:buNone/>
              <a:defRPr sz="2550" b="1">
                <a:solidFill>
                  <a:srgbClr val="111410"/>
                </a:solidFill>
                <a:latin typeface="Montserrat"/>
                <a:ea typeface="Montserrat"/>
                <a:cs typeface="Montserrat"/>
              </a:defRPr>
            </a:pPr>
            <a:r>
              <a:rPr sz="2550" b="1">
                <a:solidFill>
                  <a:srgbClr val="111410"/>
                </a:solidFill>
                <a:latin typeface="Montserrat"/>
                <a:ea typeface="Montserrat"/>
                <a:cs typeface="Montserrat"/>
              </a:rPr>
              <a:t>Thiếu nhất quán</a:t>
            </a:r>
            <a:endParaRPr/>
          </a:p>
        </p:txBody>
      </p:sp>
      <p:sp>
        <p:nvSpPr>
          <p:cNvPr id="882" name="Google Shape;882;p89">
            <a:extLst>
              <a:ext uri="{FF2B5EF4-FFF2-40B4-BE49-F238E27FC236}">
                <a16:creationId xmlns:a16="http://schemas.microsoft.com/office/drawing/2014/main" id="{9CC2C9A1-3486-4DDC-8306-0E6DB01EB392}"/>
              </a:ext>
            </a:extLst>
          </p:cNvPr>
          <p:cNvSpPr>
            <a:spLocks noGrp="1"/>
          </p:cNvSpPr>
          <p:nvPr>
            <p:ph type="subTitle" idx="4"/>
          </p:nvPr>
        </p:nvSpPr>
        <p:spPr>
          <a:xfrm>
            <a:off x="953125" y="2365639"/>
            <a:ext cx="2126100" cy="876300"/>
          </a:xfrm>
          <a:prstGeom prst="rect">
            <a:avLst/>
          </a:prstGeom>
        </p:spPr>
        <p:txBody>
          <a:bodyPr spcFirstLastPara="1" wrap="square" lIns="91425" tIns="91425" rIns="91425" bIns="91425" anchor="t">
            <a:normAutofit fontScale="89772"/>
          </a:bodyPr>
          <a:lstStyle/>
          <a:p>
            <a:pPr marL="0" lvl="0" indent="0" algn="ctr">
              <a:spcBef>
                <a:spcPts val="0"/>
              </a:spcBef>
              <a:spcAft>
                <a:spcPts val="0"/>
              </a:spcAft>
              <a:buNone/>
              <a:defRPr sz="1500" b="0">
                <a:solidFill>
                  <a:srgbClr val="526052"/>
                </a:solidFill>
                <a:latin typeface="Montserrat"/>
                <a:ea typeface="Montserrat"/>
                <a:cs typeface="Montserrat"/>
              </a:defRPr>
            </a:pPr>
            <a:r>
              <a:rPr sz="1500" b="0">
                <a:solidFill>
                  <a:srgbClr val="526052"/>
                </a:solidFill>
                <a:latin typeface="Montserrat"/>
                <a:ea typeface="Montserrat"/>
                <a:cs typeface="Montserrat"/>
              </a:rPr>
              <a:t>Phỏng vấn tự do làm câu hỏi và tiêu chí thay đổi giữa ứng viên.</a:t>
            </a:r>
            <a:endParaRPr/>
          </a:p>
        </p:txBody>
      </p:sp>
      <p:sp>
        <p:nvSpPr>
          <p:cNvPr id="883" name="Google Shape;883;p89">
            <a:extLst>
              <a:ext uri="{FF2B5EF4-FFF2-40B4-BE49-F238E27FC236}">
                <a16:creationId xmlns:a16="http://schemas.microsoft.com/office/drawing/2014/main" id="{48848221-E426-48C1-8D92-9FB117774ADA}"/>
              </a:ext>
            </a:extLst>
          </p:cNvPr>
          <p:cNvSpPr>
            <a:spLocks noGrp="1"/>
          </p:cNvSpPr>
          <p:nvPr>
            <p:ph type="subTitle" idx="5"/>
          </p:nvPr>
        </p:nvSpPr>
        <p:spPr>
          <a:xfrm>
            <a:off x="6064875" y="1889389"/>
            <a:ext cx="2126100" cy="476250"/>
          </a:xfrm>
          <a:prstGeom prst="rect">
            <a:avLst/>
          </a:prstGeom>
        </p:spPr>
        <p:txBody>
          <a:bodyPr spcFirstLastPara="1" wrap="square" lIns="91425" tIns="91425" rIns="91425" bIns="91425" anchor="t">
            <a:normAutofit fontScale="63848" lnSpcReduction="20000"/>
          </a:bodyPr>
          <a:lstStyle/>
          <a:p>
            <a:pPr marL="0" lvl="0" indent="0" algn="ctr">
              <a:spcBef>
                <a:spcPts val="0"/>
              </a:spcBef>
              <a:spcAft>
                <a:spcPts val="0"/>
              </a:spcAft>
              <a:buNone/>
              <a:defRPr sz="2550" b="1">
                <a:solidFill>
                  <a:srgbClr val="111410"/>
                </a:solidFill>
                <a:latin typeface="Montserrat"/>
                <a:ea typeface="Montserrat"/>
                <a:cs typeface="Montserrat"/>
              </a:defRPr>
            </a:pPr>
            <a:r>
              <a:rPr sz="2550" b="1">
                <a:solidFill>
                  <a:srgbClr val="111410"/>
                </a:solidFill>
                <a:latin typeface="Montserrat"/>
                <a:ea typeface="Montserrat"/>
                <a:cs typeface="Montserrat"/>
              </a:rPr>
              <a:t>Suy diễn quá mức</a:t>
            </a:r>
            <a:endParaRPr/>
          </a:p>
        </p:txBody>
      </p:sp>
      <p:sp>
        <p:nvSpPr>
          <p:cNvPr id="884" name="Google Shape;884;p89">
            <a:extLst>
              <a:ext uri="{FF2B5EF4-FFF2-40B4-BE49-F238E27FC236}">
                <a16:creationId xmlns:a16="http://schemas.microsoft.com/office/drawing/2014/main" id="{C0EDBC46-FF58-48B4-B107-BA09682687A5}"/>
              </a:ext>
            </a:extLst>
          </p:cNvPr>
          <p:cNvSpPr>
            <a:spLocks noGrp="1"/>
          </p:cNvSpPr>
          <p:nvPr>
            <p:ph type="subTitle" idx="6"/>
          </p:nvPr>
        </p:nvSpPr>
        <p:spPr>
          <a:xfrm>
            <a:off x="6064875" y="2365639"/>
            <a:ext cx="2126100" cy="876300"/>
          </a:xfrm>
          <a:prstGeom prst="rect">
            <a:avLst/>
          </a:prstGeom>
        </p:spPr>
        <p:txBody>
          <a:bodyPr spcFirstLastPara="1" wrap="square" lIns="91425" tIns="91425" rIns="91425" bIns="91425" anchor="t">
            <a:normAutofit fontScale="84022" lnSpcReduction="20000"/>
          </a:bodyPr>
          <a:lstStyle/>
          <a:p>
            <a:pPr marL="0" lvl="0" indent="0" algn="ctr">
              <a:spcBef>
                <a:spcPts val="0"/>
              </a:spcBef>
              <a:spcAft>
                <a:spcPts val="0"/>
              </a:spcAft>
              <a:buNone/>
              <a:defRPr sz="1500" b="0">
                <a:solidFill>
                  <a:srgbClr val="526052"/>
                </a:solidFill>
                <a:latin typeface="Montserrat"/>
                <a:ea typeface="Montserrat"/>
                <a:cs typeface="Montserrat"/>
              </a:defRPr>
            </a:pPr>
            <a:r>
              <a:rPr sz="1500" b="0">
                <a:solidFill>
                  <a:srgbClr val="526052"/>
                </a:solidFill>
                <a:latin typeface="Montserrat"/>
                <a:ea typeface="Montserrat"/>
                <a:cs typeface="Montserrat"/>
              </a:rPr>
              <a:t>Tín hiệu giọng nói dễ bị biến thành kết luận tâm lý thiếu bằng chứng.</a:t>
            </a:r>
            <a:endParaRPr/>
          </a:p>
        </p:txBody>
      </p:sp>
      <p:sp>
        <p:nvSpPr>
          <p:cNvPr id="886" name="Google Shape;886;p89">
            <a:extLst>
              <a:ext uri="{FF2B5EF4-FFF2-40B4-BE49-F238E27FC236}">
                <a16:creationId xmlns:a16="http://schemas.microsoft.com/office/drawing/2014/main" id="{E3C6DD10-53BB-45CE-839E-D57514AC5269}"/>
              </a:ext>
            </a:extLst>
          </p:cNvPr>
          <p:cNvSpPr>
            <a:spLocks noGrp="1"/>
          </p:cNvSpPr>
          <p:nvPr/>
        </p:nvSpPr>
        <p:spPr>
          <a:xfrm>
            <a:off x="4608858" y="1672501"/>
            <a:ext cx="28773" cy="28773"/>
          </a:xfrm>
          <a:custGeom>
            <a:avLst/>
            <a:gdLst/>
            <a:ahLst/>
            <a:cxnLst/>
            <a:rect l="l" t="t" r="r" b="b"/>
            <a:pathLst>
              <a:path w="788" h="788">
                <a:moveTo>
                  <a:pt x="410" y="0"/>
                </a:moveTo>
                <a:cubicBezTo>
                  <a:pt x="189" y="0"/>
                  <a:pt x="0" y="189"/>
                  <a:pt x="0" y="410"/>
                </a:cubicBezTo>
                <a:cubicBezTo>
                  <a:pt x="0" y="630"/>
                  <a:pt x="189" y="788"/>
                  <a:pt x="410" y="788"/>
                </a:cubicBezTo>
                <a:cubicBezTo>
                  <a:pt x="599" y="788"/>
                  <a:pt x="788" y="630"/>
                  <a:pt x="788" y="410"/>
                </a:cubicBezTo>
                <a:cubicBezTo>
                  <a:pt x="788" y="189"/>
                  <a:pt x="599" y="0"/>
                  <a:pt x="410" y="0"/>
                </a:cubicBezTo>
                <a:close/>
              </a:path>
            </a:pathLst>
          </a:custGeom>
          <a:solidFill>
            <a:schemeClr val="accent1"/>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887" name="Google Shape;887;p89">
            <a:extLst>
              <a:ext uri="{FF2B5EF4-FFF2-40B4-BE49-F238E27FC236}">
                <a16:creationId xmlns:a16="http://schemas.microsoft.com/office/drawing/2014/main" id="{24BC3697-5925-45C7-BC3D-98580AD0D4FB}"/>
              </a:ext>
            </a:extLst>
          </p:cNvPr>
          <p:cNvSpPr>
            <a:spLocks noGrp="1"/>
          </p:cNvSpPr>
          <p:nvPr/>
        </p:nvSpPr>
        <p:spPr>
          <a:xfrm>
            <a:off x="4506559" y="1570107"/>
            <a:ext cx="28773" cy="28773"/>
          </a:xfrm>
          <a:custGeom>
            <a:avLst/>
            <a:gdLst/>
            <a:ahLst/>
            <a:cxnLst/>
            <a:rect l="l" t="t" r="r" b="b"/>
            <a:pathLst>
              <a:path w="788" h="788">
                <a:moveTo>
                  <a:pt x="378" y="0"/>
                </a:moveTo>
                <a:cubicBezTo>
                  <a:pt x="189" y="0"/>
                  <a:pt x="0" y="189"/>
                  <a:pt x="0" y="410"/>
                </a:cubicBezTo>
                <a:cubicBezTo>
                  <a:pt x="0" y="630"/>
                  <a:pt x="189" y="788"/>
                  <a:pt x="378" y="788"/>
                </a:cubicBezTo>
                <a:cubicBezTo>
                  <a:pt x="599" y="788"/>
                  <a:pt x="788" y="630"/>
                  <a:pt x="788" y="410"/>
                </a:cubicBezTo>
                <a:cubicBezTo>
                  <a:pt x="788" y="189"/>
                  <a:pt x="599" y="0"/>
                  <a:pt x="378" y="0"/>
                </a:cubicBezTo>
                <a:close/>
              </a:path>
            </a:pathLst>
          </a:custGeom>
          <a:solidFill>
            <a:schemeClr val="accent1"/>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888" name="Google Shape;888;p89">
            <a:extLst>
              <a:ext uri="{FF2B5EF4-FFF2-40B4-BE49-F238E27FC236}">
                <a16:creationId xmlns:a16="http://schemas.microsoft.com/office/drawing/2014/main" id="{E7A06639-7743-4E01-9D33-A0DD094D5D3D}"/>
              </a:ext>
            </a:extLst>
          </p:cNvPr>
          <p:cNvSpPr>
            <a:spLocks noGrp="1"/>
          </p:cNvSpPr>
          <p:nvPr/>
        </p:nvSpPr>
        <p:spPr>
          <a:xfrm>
            <a:off x="4345507" y="1409358"/>
            <a:ext cx="453177" cy="452952"/>
          </a:xfrm>
          <a:custGeom>
            <a:avLst/>
            <a:gdLst/>
            <a:ahLst/>
            <a:cxnLst/>
            <a:rect l="l" t="t" r="r" b="b"/>
            <a:pathLst>
              <a:path w="12414" h="12406">
                <a:moveTo>
                  <a:pt x="4506" y="3332"/>
                </a:moveTo>
                <a:cubicBezTo>
                  <a:pt x="5167" y="3332"/>
                  <a:pt x="5735" y="3867"/>
                  <a:pt x="5735" y="4561"/>
                </a:cubicBezTo>
                <a:cubicBezTo>
                  <a:pt x="5735" y="5222"/>
                  <a:pt x="5199" y="5821"/>
                  <a:pt x="4506" y="5821"/>
                </a:cubicBezTo>
                <a:cubicBezTo>
                  <a:pt x="3844" y="5821"/>
                  <a:pt x="3277" y="5254"/>
                  <a:pt x="3277" y="4561"/>
                </a:cubicBezTo>
                <a:cubicBezTo>
                  <a:pt x="3277" y="3899"/>
                  <a:pt x="3844" y="3332"/>
                  <a:pt x="4506" y="3332"/>
                </a:cubicBezTo>
                <a:close/>
                <a:moveTo>
                  <a:pt x="7830" y="4159"/>
                </a:moveTo>
                <a:cubicBezTo>
                  <a:pt x="7940" y="4159"/>
                  <a:pt x="8050" y="4198"/>
                  <a:pt x="8129" y="4277"/>
                </a:cubicBezTo>
                <a:cubicBezTo>
                  <a:pt x="8286" y="4435"/>
                  <a:pt x="8286" y="4718"/>
                  <a:pt x="8129" y="4876"/>
                </a:cubicBezTo>
                <a:lnTo>
                  <a:pt x="4821" y="8184"/>
                </a:lnTo>
                <a:cubicBezTo>
                  <a:pt x="4742" y="8262"/>
                  <a:pt x="4632" y="8302"/>
                  <a:pt x="4522" y="8302"/>
                </a:cubicBezTo>
                <a:cubicBezTo>
                  <a:pt x="4411" y="8302"/>
                  <a:pt x="4301" y="8262"/>
                  <a:pt x="4222" y="8184"/>
                </a:cubicBezTo>
                <a:cubicBezTo>
                  <a:pt x="4065" y="8026"/>
                  <a:pt x="4065" y="7743"/>
                  <a:pt x="4222" y="7585"/>
                </a:cubicBezTo>
                <a:lnTo>
                  <a:pt x="7530" y="4277"/>
                </a:lnTo>
                <a:cubicBezTo>
                  <a:pt x="7609" y="4198"/>
                  <a:pt x="7719" y="4159"/>
                  <a:pt x="7830" y="4159"/>
                </a:cubicBezTo>
                <a:close/>
                <a:moveTo>
                  <a:pt x="7845" y="6640"/>
                </a:moveTo>
                <a:cubicBezTo>
                  <a:pt x="8539" y="6640"/>
                  <a:pt x="9074" y="7175"/>
                  <a:pt x="9074" y="7900"/>
                </a:cubicBezTo>
                <a:cubicBezTo>
                  <a:pt x="9074" y="8562"/>
                  <a:pt x="8539" y="9129"/>
                  <a:pt x="7845" y="9129"/>
                </a:cubicBezTo>
                <a:cubicBezTo>
                  <a:pt x="7184" y="9129"/>
                  <a:pt x="6648" y="8562"/>
                  <a:pt x="6648" y="7900"/>
                </a:cubicBezTo>
                <a:cubicBezTo>
                  <a:pt x="6648" y="7239"/>
                  <a:pt x="7184" y="6640"/>
                  <a:pt x="7845" y="6640"/>
                </a:cubicBezTo>
                <a:close/>
                <a:moveTo>
                  <a:pt x="6223" y="0"/>
                </a:moveTo>
                <a:cubicBezTo>
                  <a:pt x="6113" y="0"/>
                  <a:pt x="6002" y="40"/>
                  <a:pt x="5924" y="118"/>
                </a:cubicBezTo>
                <a:lnTo>
                  <a:pt x="4348" y="1694"/>
                </a:lnTo>
                <a:lnTo>
                  <a:pt x="2111" y="1694"/>
                </a:lnTo>
                <a:cubicBezTo>
                  <a:pt x="1859" y="1694"/>
                  <a:pt x="1702" y="1883"/>
                  <a:pt x="1702" y="2072"/>
                </a:cubicBezTo>
                <a:lnTo>
                  <a:pt x="1702" y="4309"/>
                </a:lnTo>
                <a:lnTo>
                  <a:pt x="127" y="5884"/>
                </a:lnTo>
                <a:cubicBezTo>
                  <a:pt x="1" y="6041"/>
                  <a:pt x="1" y="6325"/>
                  <a:pt x="127" y="6482"/>
                </a:cubicBezTo>
                <a:lnTo>
                  <a:pt x="1702" y="8058"/>
                </a:lnTo>
                <a:lnTo>
                  <a:pt x="1702" y="10294"/>
                </a:lnTo>
                <a:cubicBezTo>
                  <a:pt x="1702" y="10547"/>
                  <a:pt x="1922" y="10704"/>
                  <a:pt x="2111" y="10704"/>
                </a:cubicBezTo>
                <a:lnTo>
                  <a:pt x="4348" y="10704"/>
                </a:lnTo>
                <a:lnTo>
                  <a:pt x="5924" y="12279"/>
                </a:lnTo>
                <a:cubicBezTo>
                  <a:pt x="6018" y="12342"/>
                  <a:pt x="6113" y="12405"/>
                  <a:pt x="6207" y="12405"/>
                </a:cubicBezTo>
                <a:cubicBezTo>
                  <a:pt x="6333" y="12405"/>
                  <a:pt x="6396" y="12342"/>
                  <a:pt x="6491" y="12279"/>
                </a:cubicBezTo>
                <a:lnTo>
                  <a:pt x="8066" y="10704"/>
                </a:lnTo>
                <a:lnTo>
                  <a:pt x="10303" y="10704"/>
                </a:lnTo>
                <a:cubicBezTo>
                  <a:pt x="10523" y="10704"/>
                  <a:pt x="10744" y="10515"/>
                  <a:pt x="10744" y="10294"/>
                </a:cubicBezTo>
                <a:lnTo>
                  <a:pt x="10744" y="8058"/>
                </a:lnTo>
                <a:lnTo>
                  <a:pt x="12319" y="6482"/>
                </a:lnTo>
                <a:cubicBezTo>
                  <a:pt x="12382" y="6419"/>
                  <a:pt x="12414" y="6293"/>
                  <a:pt x="12414" y="6199"/>
                </a:cubicBezTo>
                <a:cubicBezTo>
                  <a:pt x="12414" y="6104"/>
                  <a:pt x="12382" y="6010"/>
                  <a:pt x="12319" y="5947"/>
                </a:cubicBezTo>
                <a:lnTo>
                  <a:pt x="10744" y="4372"/>
                </a:lnTo>
                <a:lnTo>
                  <a:pt x="10744" y="2103"/>
                </a:lnTo>
                <a:cubicBezTo>
                  <a:pt x="10744" y="1851"/>
                  <a:pt x="10523" y="1694"/>
                  <a:pt x="10334" y="1694"/>
                </a:cubicBezTo>
                <a:lnTo>
                  <a:pt x="8097" y="1694"/>
                </a:lnTo>
                <a:lnTo>
                  <a:pt x="6522" y="118"/>
                </a:lnTo>
                <a:cubicBezTo>
                  <a:pt x="6443" y="40"/>
                  <a:pt x="6333" y="0"/>
                  <a:pt x="6223" y="0"/>
                </a:cubicBezTo>
                <a:close/>
              </a:path>
            </a:pathLst>
          </a:custGeom>
          <a:solidFill>
            <a:schemeClr val="accent1"/>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890" name="Google Shape;890;p89">
            <a:extLst>
              <a:ext uri="{FF2B5EF4-FFF2-40B4-BE49-F238E27FC236}">
                <a16:creationId xmlns:a16="http://schemas.microsoft.com/office/drawing/2014/main" id="{85BEDD93-6C91-4096-9ADC-C8CE5B50E137}"/>
              </a:ext>
            </a:extLst>
          </p:cNvPr>
          <p:cNvSpPr>
            <a:spLocks noGrp="1"/>
          </p:cNvSpPr>
          <p:nvPr/>
        </p:nvSpPr>
        <p:spPr>
          <a:xfrm>
            <a:off x="1786474" y="1408588"/>
            <a:ext cx="460033" cy="454301"/>
          </a:xfrm>
          <a:custGeom>
            <a:avLst/>
            <a:gdLst/>
            <a:ahLst/>
            <a:cxnLst/>
            <a:rect l="l" t="t" r="r" b="b"/>
            <a:pathLst>
              <a:path w="12603" h="12446">
                <a:moveTo>
                  <a:pt x="11136" y="1"/>
                </a:moveTo>
                <a:cubicBezTo>
                  <a:pt x="11054" y="1"/>
                  <a:pt x="10975" y="1"/>
                  <a:pt x="10902" y="1"/>
                </a:cubicBezTo>
                <a:cubicBezTo>
                  <a:pt x="10429" y="1"/>
                  <a:pt x="10051" y="159"/>
                  <a:pt x="9736" y="474"/>
                </a:cubicBezTo>
                <a:lnTo>
                  <a:pt x="3561" y="6649"/>
                </a:lnTo>
                <a:lnTo>
                  <a:pt x="2301" y="6428"/>
                </a:lnTo>
                <a:cubicBezTo>
                  <a:pt x="2278" y="6423"/>
                  <a:pt x="2253" y="6420"/>
                  <a:pt x="2229" y="6420"/>
                </a:cubicBezTo>
                <a:cubicBezTo>
                  <a:pt x="2119" y="6420"/>
                  <a:pt x="2000" y="6471"/>
                  <a:pt x="1923" y="6523"/>
                </a:cubicBezTo>
                <a:lnTo>
                  <a:pt x="158" y="8319"/>
                </a:lnTo>
                <a:cubicBezTo>
                  <a:pt x="32" y="8382"/>
                  <a:pt x="1" y="8539"/>
                  <a:pt x="32" y="8697"/>
                </a:cubicBezTo>
                <a:cubicBezTo>
                  <a:pt x="95" y="8823"/>
                  <a:pt x="190" y="8949"/>
                  <a:pt x="347" y="8980"/>
                </a:cubicBezTo>
                <a:lnTo>
                  <a:pt x="2994" y="9484"/>
                </a:lnTo>
                <a:lnTo>
                  <a:pt x="3498" y="12131"/>
                </a:lnTo>
                <a:cubicBezTo>
                  <a:pt x="3561" y="12288"/>
                  <a:pt x="3624" y="12414"/>
                  <a:pt x="3782" y="12446"/>
                </a:cubicBezTo>
                <a:lnTo>
                  <a:pt x="3908" y="12446"/>
                </a:lnTo>
                <a:cubicBezTo>
                  <a:pt x="4034" y="12446"/>
                  <a:pt x="4128" y="12414"/>
                  <a:pt x="4254" y="12414"/>
                </a:cubicBezTo>
                <a:lnTo>
                  <a:pt x="6018" y="10619"/>
                </a:lnTo>
                <a:cubicBezTo>
                  <a:pt x="6144" y="10556"/>
                  <a:pt x="6176" y="10398"/>
                  <a:pt x="6144" y="10272"/>
                </a:cubicBezTo>
                <a:lnTo>
                  <a:pt x="5924" y="9012"/>
                </a:lnTo>
                <a:lnTo>
                  <a:pt x="12099" y="2837"/>
                </a:lnTo>
                <a:cubicBezTo>
                  <a:pt x="12414" y="2522"/>
                  <a:pt x="12571" y="2081"/>
                  <a:pt x="12571" y="1671"/>
                </a:cubicBezTo>
                <a:cubicBezTo>
                  <a:pt x="12571" y="1199"/>
                  <a:pt x="12603" y="600"/>
                  <a:pt x="12288" y="285"/>
                </a:cubicBezTo>
                <a:cubicBezTo>
                  <a:pt x="12025" y="22"/>
                  <a:pt x="11544" y="1"/>
                  <a:pt x="11136" y="1"/>
                </a:cubicBezTo>
                <a:close/>
              </a:path>
            </a:pathLst>
          </a:custGeom>
          <a:solidFill>
            <a:schemeClr val="accent1"/>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891" name="Google Shape;891;p89">
            <a:extLst>
              <a:ext uri="{FF2B5EF4-FFF2-40B4-BE49-F238E27FC236}">
                <a16:creationId xmlns:a16="http://schemas.microsoft.com/office/drawing/2014/main" id="{365D6EB8-6A65-4086-96D1-2A6A49F1013C}"/>
              </a:ext>
            </a:extLst>
          </p:cNvPr>
          <p:cNvSpPr>
            <a:spLocks noGrp="1"/>
          </p:cNvSpPr>
          <p:nvPr/>
        </p:nvSpPr>
        <p:spPr>
          <a:xfrm>
            <a:off x="1801132" y="1467203"/>
            <a:ext cx="255361" cy="130378"/>
          </a:xfrm>
          <a:custGeom>
            <a:avLst/>
            <a:gdLst/>
            <a:ahLst/>
            <a:cxnLst/>
            <a:rect l="l" t="t" r="r" b="b"/>
            <a:pathLst>
              <a:path w="6995" h="3570">
                <a:moveTo>
                  <a:pt x="1632" y="1"/>
                </a:moveTo>
                <a:cubicBezTo>
                  <a:pt x="1523" y="1"/>
                  <a:pt x="1407" y="57"/>
                  <a:pt x="1355" y="135"/>
                </a:cubicBezTo>
                <a:lnTo>
                  <a:pt x="158" y="1301"/>
                </a:lnTo>
                <a:cubicBezTo>
                  <a:pt x="95" y="1395"/>
                  <a:pt x="0" y="1553"/>
                  <a:pt x="32" y="1710"/>
                </a:cubicBezTo>
                <a:cubicBezTo>
                  <a:pt x="126" y="1773"/>
                  <a:pt x="189" y="1899"/>
                  <a:pt x="315" y="1931"/>
                </a:cubicBezTo>
                <a:lnTo>
                  <a:pt x="4317" y="3569"/>
                </a:lnTo>
                <a:lnTo>
                  <a:pt x="6995" y="891"/>
                </a:lnTo>
                <a:lnTo>
                  <a:pt x="1702" y="9"/>
                </a:lnTo>
                <a:cubicBezTo>
                  <a:pt x="1679" y="4"/>
                  <a:pt x="1656" y="1"/>
                  <a:pt x="1632" y="1"/>
                </a:cubicBezTo>
                <a:close/>
              </a:path>
            </a:pathLst>
          </a:custGeom>
          <a:solidFill>
            <a:schemeClr val="accent1"/>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892" name="Google Shape;892;p89">
            <a:extLst>
              <a:ext uri="{FF2B5EF4-FFF2-40B4-BE49-F238E27FC236}">
                <a16:creationId xmlns:a16="http://schemas.microsoft.com/office/drawing/2014/main" id="{732BE817-7B71-4205-8905-C60886E85AE9}"/>
              </a:ext>
            </a:extLst>
          </p:cNvPr>
          <p:cNvSpPr>
            <a:spLocks noGrp="1"/>
          </p:cNvSpPr>
          <p:nvPr/>
        </p:nvSpPr>
        <p:spPr>
          <a:xfrm>
            <a:off x="2053396" y="1593573"/>
            <a:ext cx="129929" cy="253114"/>
          </a:xfrm>
          <a:custGeom>
            <a:avLst/>
            <a:gdLst/>
            <a:ahLst/>
            <a:cxnLst/>
            <a:rect l="l" t="t" r="r" b="b"/>
            <a:pathLst>
              <a:path w="3560" h="6932">
                <a:moveTo>
                  <a:pt x="2678" y="0"/>
                </a:moveTo>
                <a:lnTo>
                  <a:pt x="0" y="2678"/>
                </a:lnTo>
                <a:lnTo>
                  <a:pt x="1607" y="6679"/>
                </a:lnTo>
                <a:cubicBezTo>
                  <a:pt x="1638" y="6805"/>
                  <a:pt x="1764" y="6931"/>
                  <a:pt x="1922" y="6931"/>
                </a:cubicBezTo>
                <a:lnTo>
                  <a:pt x="1985" y="6931"/>
                </a:lnTo>
                <a:cubicBezTo>
                  <a:pt x="2111" y="6931"/>
                  <a:pt x="2206" y="6900"/>
                  <a:pt x="2269" y="6805"/>
                </a:cubicBezTo>
                <a:lnTo>
                  <a:pt x="3466" y="5640"/>
                </a:lnTo>
                <a:cubicBezTo>
                  <a:pt x="3529" y="5545"/>
                  <a:pt x="3560" y="5388"/>
                  <a:pt x="3560" y="5262"/>
                </a:cubicBezTo>
                <a:lnTo>
                  <a:pt x="2678" y="0"/>
                </a:lnTo>
                <a:close/>
              </a:path>
            </a:pathLst>
          </a:custGeom>
          <a:solidFill>
            <a:schemeClr val="accent1"/>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894" name="Google Shape;894;p89">
            <a:extLst>
              <a:ext uri="{FF2B5EF4-FFF2-40B4-BE49-F238E27FC236}">
                <a16:creationId xmlns:a16="http://schemas.microsoft.com/office/drawing/2014/main" id="{C2BF4F60-3943-4F53-A970-A45E64E873A2}"/>
              </a:ext>
            </a:extLst>
          </p:cNvPr>
          <p:cNvSpPr>
            <a:spLocks noGrp="1"/>
          </p:cNvSpPr>
          <p:nvPr/>
        </p:nvSpPr>
        <p:spPr>
          <a:xfrm>
            <a:off x="7275523" y="1622376"/>
            <a:ext cx="76878" cy="31583"/>
          </a:xfrm>
          <a:custGeom>
            <a:avLst/>
            <a:gdLst/>
            <a:ahLst/>
            <a:cxnLst/>
            <a:rect l="l" t="t" r="r" b="b"/>
            <a:pathLst>
              <a:path w="1766" h="725">
                <a:moveTo>
                  <a:pt x="347" y="0"/>
                </a:moveTo>
                <a:cubicBezTo>
                  <a:pt x="158" y="0"/>
                  <a:pt x="1" y="158"/>
                  <a:pt x="1" y="378"/>
                </a:cubicBezTo>
                <a:cubicBezTo>
                  <a:pt x="1" y="567"/>
                  <a:pt x="158" y="725"/>
                  <a:pt x="347" y="725"/>
                </a:cubicBezTo>
                <a:lnTo>
                  <a:pt x="1419" y="725"/>
                </a:lnTo>
                <a:cubicBezTo>
                  <a:pt x="1608" y="725"/>
                  <a:pt x="1765" y="567"/>
                  <a:pt x="1765" y="378"/>
                </a:cubicBezTo>
                <a:cubicBezTo>
                  <a:pt x="1734" y="158"/>
                  <a:pt x="1608" y="0"/>
                  <a:pt x="1419" y="0"/>
                </a:cubicBezTo>
                <a:close/>
              </a:path>
            </a:pathLst>
          </a:custGeom>
          <a:solidFill>
            <a:schemeClr val="accent2"/>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895" name="Google Shape;895;p89">
            <a:extLst>
              <a:ext uri="{FF2B5EF4-FFF2-40B4-BE49-F238E27FC236}">
                <a16:creationId xmlns:a16="http://schemas.microsoft.com/office/drawing/2014/main" id="{ABB0144A-C071-4EB8-8039-4E0EAFE19BD2}"/>
              </a:ext>
            </a:extLst>
          </p:cNvPr>
          <p:cNvSpPr>
            <a:spLocks noGrp="1"/>
          </p:cNvSpPr>
          <p:nvPr/>
        </p:nvSpPr>
        <p:spPr>
          <a:xfrm>
            <a:off x="7261321" y="1672671"/>
            <a:ext cx="64515" cy="59007"/>
          </a:xfrm>
          <a:custGeom>
            <a:avLst/>
            <a:gdLst/>
            <a:ahLst/>
            <a:cxnLst/>
            <a:rect l="l" t="t" r="r" b="b"/>
            <a:pathLst>
              <a:path w="1482" h="1355">
                <a:moveTo>
                  <a:pt x="394" y="0"/>
                </a:moveTo>
                <a:cubicBezTo>
                  <a:pt x="308" y="0"/>
                  <a:pt x="221" y="32"/>
                  <a:pt x="158" y="95"/>
                </a:cubicBezTo>
                <a:cubicBezTo>
                  <a:pt x="0" y="221"/>
                  <a:pt x="0" y="410"/>
                  <a:pt x="158" y="567"/>
                </a:cubicBezTo>
                <a:lnTo>
                  <a:pt x="882" y="1260"/>
                </a:lnTo>
                <a:cubicBezTo>
                  <a:pt x="945" y="1323"/>
                  <a:pt x="1032" y="1355"/>
                  <a:pt x="1119" y="1355"/>
                </a:cubicBezTo>
                <a:cubicBezTo>
                  <a:pt x="1205" y="1355"/>
                  <a:pt x="1292" y="1323"/>
                  <a:pt x="1355" y="1260"/>
                </a:cubicBezTo>
                <a:cubicBezTo>
                  <a:pt x="1481" y="1134"/>
                  <a:pt x="1481" y="914"/>
                  <a:pt x="1355" y="788"/>
                </a:cubicBezTo>
                <a:lnTo>
                  <a:pt x="630" y="95"/>
                </a:lnTo>
                <a:cubicBezTo>
                  <a:pt x="567" y="32"/>
                  <a:pt x="481" y="0"/>
                  <a:pt x="394" y="0"/>
                </a:cubicBezTo>
                <a:close/>
              </a:path>
            </a:pathLst>
          </a:custGeom>
          <a:solidFill>
            <a:schemeClr val="accent2"/>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896" name="Google Shape;896;p89">
            <a:extLst>
              <a:ext uri="{FF2B5EF4-FFF2-40B4-BE49-F238E27FC236}">
                <a16:creationId xmlns:a16="http://schemas.microsoft.com/office/drawing/2014/main" id="{DF2157F7-89F4-49EC-A862-CAF7A0FECEBE}"/>
              </a:ext>
            </a:extLst>
          </p:cNvPr>
          <p:cNvSpPr>
            <a:spLocks noGrp="1"/>
          </p:cNvSpPr>
          <p:nvPr/>
        </p:nvSpPr>
        <p:spPr>
          <a:xfrm>
            <a:off x="7263908" y="1543427"/>
            <a:ext cx="61817" cy="60131"/>
          </a:xfrm>
          <a:custGeom>
            <a:avLst/>
            <a:gdLst/>
            <a:ahLst/>
            <a:cxnLst/>
            <a:rect l="l" t="t" r="r" b="b"/>
            <a:pathLst>
              <a:path w="1419" h="1380">
                <a:moveTo>
                  <a:pt x="1056" y="1"/>
                </a:moveTo>
                <a:cubicBezTo>
                  <a:pt x="969" y="1"/>
                  <a:pt x="882" y="32"/>
                  <a:pt x="819" y="96"/>
                </a:cubicBezTo>
                <a:lnTo>
                  <a:pt x="95" y="789"/>
                </a:lnTo>
                <a:cubicBezTo>
                  <a:pt x="0" y="915"/>
                  <a:pt x="0" y="1135"/>
                  <a:pt x="95" y="1261"/>
                </a:cubicBezTo>
                <a:cubicBezTo>
                  <a:pt x="158" y="1340"/>
                  <a:pt x="252" y="1379"/>
                  <a:pt x="343" y="1379"/>
                </a:cubicBezTo>
                <a:cubicBezTo>
                  <a:pt x="434" y="1379"/>
                  <a:pt x="520" y="1340"/>
                  <a:pt x="567" y="1261"/>
                </a:cubicBezTo>
                <a:lnTo>
                  <a:pt x="1292" y="568"/>
                </a:lnTo>
                <a:cubicBezTo>
                  <a:pt x="1418" y="442"/>
                  <a:pt x="1418" y="190"/>
                  <a:pt x="1292" y="96"/>
                </a:cubicBezTo>
                <a:cubicBezTo>
                  <a:pt x="1229" y="32"/>
                  <a:pt x="1142" y="1"/>
                  <a:pt x="1056" y="1"/>
                </a:cubicBezTo>
                <a:close/>
              </a:path>
            </a:pathLst>
          </a:custGeom>
          <a:solidFill>
            <a:schemeClr val="accent2"/>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897" name="Google Shape;897;p89">
            <a:extLst>
              <a:ext uri="{FF2B5EF4-FFF2-40B4-BE49-F238E27FC236}">
                <a16:creationId xmlns:a16="http://schemas.microsoft.com/office/drawing/2014/main" id="{520530B8-9B7B-4383-A1C5-5AA50495C4F4}"/>
              </a:ext>
            </a:extLst>
          </p:cNvPr>
          <p:cNvSpPr>
            <a:spLocks noGrp="1"/>
          </p:cNvSpPr>
          <p:nvPr/>
        </p:nvSpPr>
        <p:spPr>
          <a:xfrm>
            <a:off x="6895315" y="1534091"/>
            <a:ext cx="183878" cy="182529"/>
          </a:xfrm>
          <a:custGeom>
            <a:avLst/>
            <a:gdLst/>
            <a:ahLst/>
            <a:cxnLst/>
            <a:rect l="l" t="t" r="r" b="b"/>
            <a:pathLst>
              <a:path w="4222" h="4192">
                <a:moveTo>
                  <a:pt x="2489" y="1"/>
                </a:moveTo>
                <a:cubicBezTo>
                  <a:pt x="2048" y="1"/>
                  <a:pt x="1639" y="285"/>
                  <a:pt x="1481" y="726"/>
                </a:cubicBezTo>
                <a:lnTo>
                  <a:pt x="1418" y="726"/>
                </a:lnTo>
                <a:cubicBezTo>
                  <a:pt x="662" y="726"/>
                  <a:pt x="0" y="1356"/>
                  <a:pt x="0" y="2080"/>
                </a:cubicBezTo>
                <a:cubicBezTo>
                  <a:pt x="0" y="2836"/>
                  <a:pt x="630" y="3467"/>
                  <a:pt x="1418" y="3467"/>
                </a:cubicBezTo>
                <a:lnTo>
                  <a:pt x="1481" y="3467"/>
                </a:lnTo>
                <a:cubicBezTo>
                  <a:pt x="1639" y="3845"/>
                  <a:pt x="2017" y="4191"/>
                  <a:pt x="2489" y="4191"/>
                </a:cubicBezTo>
                <a:lnTo>
                  <a:pt x="4222" y="4191"/>
                </a:lnTo>
                <a:lnTo>
                  <a:pt x="4222" y="1"/>
                </a:lnTo>
                <a:close/>
              </a:path>
            </a:pathLst>
          </a:custGeom>
          <a:solidFill>
            <a:schemeClr val="accent2"/>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898" name="Google Shape;898;p89">
            <a:extLst>
              <a:ext uri="{FF2B5EF4-FFF2-40B4-BE49-F238E27FC236}">
                <a16:creationId xmlns:a16="http://schemas.microsoft.com/office/drawing/2014/main" id="{C2D2A745-4F25-4478-8C1D-6ACEC9B059AB}"/>
              </a:ext>
            </a:extLst>
          </p:cNvPr>
          <p:cNvSpPr>
            <a:spLocks noGrp="1"/>
          </p:cNvSpPr>
          <p:nvPr/>
        </p:nvSpPr>
        <p:spPr>
          <a:xfrm>
            <a:off x="7184859" y="1443605"/>
            <a:ext cx="61705" cy="363598"/>
          </a:xfrm>
          <a:custGeom>
            <a:avLst/>
            <a:gdLst/>
            <a:ahLst/>
            <a:cxnLst/>
            <a:rect l="l" t="t" r="r" b="b"/>
            <a:pathLst>
              <a:path w="1418" h="8350">
                <a:moveTo>
                  <a:pt x="725" y="1"/>
                </a:moveTo>
                <a:cubicBezTo>
                  <a:pt x="315" y="1"/>
                  <a:pt x="0" y="316"/>
                  <a:pt x="0" y="694"/>
                </a:cubicBezTo>
                <a:lnTo>
                  <a:pt x="0" y="7625"/>
                </a:lnTo>
                <a:cubicBezTo>
                  <a:pt x="0" y="8034"/>
                  <a:pt x="315" y="8349"/>
                  <a:pt x="725" y="8349"/>
                </a:cubicBezTo>
                <a:cubicBezTo>
                  <a:pt x="1134" y="8286"/>
                  <a:pt x="1418" y="8003"/>
                  <a:pt x="1418" y="7625"/>
                </a:cubicBezTo>
                <a:lnTo>
                  <a:pt x="1418" y="694"/>
                </a:lnTo>
                <a:cubicBezTo>
                  <a:pt x="1418" y="316"/>
                  <a:pt x="1103" y="1"/>
                  <a:pt x="725" y="1"/>
                </a:cubicBezTo>
                <a:close/>
              </a:path>
            </a:pathLst>
          </a:custGeom>
          <a:solidFill>
            <a:schemeClr val="accent2"/>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899" name="Google Shape;899;p89">
            <a:extLst>
              <a:ext uri="{FF2B5EF4-FFF2-40B4-BE49-F238E27FC236}">
                <a16:creationId xmlns:a16="http://schemas.microsoft.com/office/drawing/2014/main" id="{2BBD6331-35B2-415E-A497-2D040CD6FA5A}"/>
              </a:ext>
            </a:extLst>
          </p:cNvPr>
          <p:cNvSpPr>
            <a:spLocks noGrp="1"/>
          </p:cNvSpPr>
          <p:nvPr/>
        </p:nvSpPr>
        <p:spPr>
          <a:xfrm>
            <a:off x="6979209" y="1716733"/>
            <a:ext cx="89242" cy="120712"/>
          </a:xfrm>
          <a:custGeom>
            <a:avLst/>
            <a:gdLst/>
            <a:ahLst/>
            <a:cxnLst/>
            <a:rect l="l" t="t" r="r" b="b"/>
            <a:pathLst>
              <a:path w="2049" h="2773">
                <a:moveTo>
                  <a:pt x="1" y="0"/>
                </a:moveTo>
                <a:lnTo>
                  <a:pt x="1" y="1764"/>
                </a:lnTo>
                <a:cubicBezTo>
                  <a:pt x="1" y="2363"/>
                  <a:pt x="473" y="2773"/>
                  <a:pt x="1040" y="2773"/>
                </a:cubicBezTo>
                <a:cubicBezTo>
                  <a:pt x="1607" y="2773"/>
                  <a:pt x="2048" y="2300"/>
                  <a:pt x="2048" y="1764"/>
                </a:cubicBezTo>
                <a:lnTo>
                  <a:pt x="2048" y="32"/>
                </a:lnTo>
                <a:lnTo>
                  <a:pt x="316" y="32"/>
                </a:lnTo>
                <a:cubicBezTo>
                  <a:pt x="253" y="32"/>
                  <a:pt x="127" y="32"/>
                  <a:pt x="1" y="0"/>
                </a:cubicBezTo>
                <a:close/>
              </a:path>
            </a:pathLst>
          </a:custGeom>
          <a:solidFill>
            <a:schemeClr val="accent2"/>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900" name="Google Shape;900;p89">
            <a:extLst>
              <a:ext uri="{FF2B5EF4-FFF2-40B4-BE49-F238E27FC236}">
                <a16:creationId xmlns:a16="http://schemas.microsoft.com/office/drawing/2014/main" id="{F7F04479-C37F-4FFB-8317-F0AC590B10DF}"/>
              </a:ext>
            </a:extLst>
          </p:cNvPr>
          <p:cNvSpPr>
            <a:spLocks noGrp="1"/>
          </p:cNvSpPr>
          <p:nvPr/>
        </p:nvSpPr>
        <p:spPr>
          <a:xfrm>
            <a:off x="7082643" y="1480995"/>
            <a:ext cx="90590" cy="285483"/>
          </a:xfrm>
          <a:custGeom>
            <a:avLst/>
            <a:gdLst/>
            <a:ahLst/>
            <a:cxnLst/>
            <a:rect l="l" t="t" r="r" b="b"/>
            <a:pathLst>
              <a:path w="2080" h="6554">
                <a:moveTo>
                  <a:pt x="2080" y="0"/>
                </a:moveTo>
                <a:lnTo>
                  <a:pt x="1765" y="315"/>
                </a:lnTo>
                <a:cubicBezTo>
                  <a:pt x="1292" y="788"/>
                  <a:pt x="662" y="1071"/>
                  <a:pt x="1" y="1166"/>
                </a:cubicBezTo>
                <a:lnTo>
                  <a:pt x="1" y="5419"/>
                </a:lnTo>
                <a:cubicBezTo>
                  <a:pt x="662" y="5482"/>
                  <a:pt x="1292" y="5766"/>
                  <a:pt x="1765" y="6238"/>
                </a:cubicBezTo>
                <a:lnTo>
                  <a:pt x="2080" y="6553"/>
                </a:lnTo>
                <a:lnTo>
                  <a:pt x="2080" y="0"/>
                </a:lnTo>
                <a:close/>
              </a:path>
            </a:pathLst>
          </a:custGeom>
          <a:solidFill>
            <a:schemeClr val="accent2"/>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901" name="Rectangle: Rounded Corners 900">
            <a:extLst>
              <a:ext uri="{FF2B5EF4-FFF2-40B4-BE49-F238E27FC236}">
                <a16:creationId xmlns:a16="http://schemas.microsoft.com/office/drawing/2014/main" id="{7135BF92-5200-4D43-A23F-09BC3FFFD1ED}"/>
              </a:ext>
            </a:extLst>
          </p:cNvPr>
          <p:cNvSpPr>
            <a:spLocks noGrp="1"/>
          </p:cNvSpPr>
          <p:nvPr/>
        </p:nvSpPr>
        <p:spPr>
          <a:xfrm>
            <a:off x="1000125" y="3718189"/>
            <a:ext cx="7143750" cy="457200"/>
          </a:xfrm>
          <a:prstGeom prst="roundRect">
            <a:avLst>
              <a:gd name="adj" fmla="val 50000"/>
            </a:avLst>
          </a:prstGeom>
          <a:solidFill>
            <a:srgbClr val="DFF0D6"/>
          </a:solidFill>
          <a:ln w="13335">
            <a:solidFill>
              <a:srgbClr val="4B8D17"/>
            </a:solidFill>
            <a:prstDash val="solid"/>
          </a:ln>
        </p:spPr>
        <p:txBody>
          <a:bodyPr lIns="152400" tIns="66675" rIns="152400" bIns="66675" anchor="ctr">
            <a:normAutofit/>
          </a:bodyPr>
          <a:lstStyle/>
          <a:p>
            <a:pPr algn="ctr">
              <a:buNone/>
              <a:defRPr sz="1088" b="1">
                <a:solidFill>
                  <a:srgbClr val="4B8D17"/>
                </a:solidFill>
                <a:latin typeface="Montserrat"/>
                <a:ea typeface="Montserrat"/>
                <a:cs typeface="Montserrat"/>
              </a:defRPr>
            </a:pPr>
            <a:r>
              <a:rPr sz="1088" b="1">
                <a:solidFill>
                  <a:srgbClr val="4B8D17"/>
                </a:solidFill>
                <a:latin typeface="Montserrat"/>
                <a:ea typeface="Montserrat"/>
                <a:cs typeface="Montserrat"/>
              </a:rPr>
              <a:t>Yêu cầu thiết kế: cùng tiêu chí • output có căn cứ • AI không thay quyết định con người.</a:t>
            </a:r>
          </a:p>
        </p:txBody>
      </p:sp>
      <p:sp>
        <p:nvSpPr>
          <p:cNvPr id="902" name="TextBox 901"/>
          <p:cNvSpPr txBox="1"/>
          <p:nvPr/>
        </p:nvSpPr>
        <p:spPr>
          <a:xfrm>
            <a:off x="713225" y="200000"/>
            <a:ext cx="1200000" cy="260000"/>
          </a:xfrm>
          <a:prstGeom prst="rect">
            <a:avLst/>
          </a:prstGeom>
          <a:noFill/>
        </p:spPr>
        <p:txBody>
          <a:bodyPr wrap="none" lIns="0" tIns="0">
            <a:spAutoFit/>
          </a:bodyPr>
          <a:lstStyle/>
          <a:p>
            <a:pPr>
              <a:defRPr sz="1100" b="1">
                <a:solidFill>
                  <a:srgbClr val="4B8D17"/>
                </a:solidFill>
                <a:latin typeface="Montserrat"/>
              </a:defRPr>
            </a:pPr>
            <a:r>
              <a:t>#01</a:t>
            </a:r>
          </a:p>
        </p:txBody>
      </p:sp>
    </p:spTree>
    <p:extLst>
      <p:ext uri="{BB962C8B-B14F-4D97-AF65-F5344CB8AC3E}">
        <p14:creationId xmlns:p14="http://schemas.microsoft.com/office/powerpoint/2010/main" val="58144335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E8F3E5"/>
        </a:solidFill>
        <a:effectLst/>
      </p:bgPr>
    </p:bg>
    <p:spTree>
      <p:nvGrpSpPr>
        <p:cNvPr id="1" name=""/>
        <p:cNvGrpSpPr/>
        <p:nvPr/>
      </p:nvGrpSpPr>
      <p:grpSpPr>
        <a:xfrm>
          <a:off x="0" y="0"/>
          <a:ext cx="0" cy="0"/>
          <a:chOff x="0" y="0"/>
          <a:chExt cx="0" cy="0"/>
        </a:xfrm>
      </p:grpSpPr>
      <p:sp>
        <p:nvSpPr>
          <p:cNvPr id="878" name="Google Shape;878;p89">
            <a:extLst>
              <a:ext uri="{FF2B5EF4-FFF2-40B4-BE49-F238E27FC236}">
                <a16:creationId xmlns:a16="http://schemas.microsoft.com/office/drawing/2014/main" id="{B80505C1-D139-4E6F-B241-4EDD8383E439}"/>
              </a:ext>
            </a:extLst>
          </p:cNvPr>
          <p:cNvSpPr>
            <a:spLocks noGrp="1"/>
          </p:cNvSpPr>
          <p:nvPr>
            <p:ph type="title"/>
          </p:nvPr>
        </p:nvSpPr>
        <p:spPr>
          <a:xfrm>
            <a:off x="713225" y="445025"/>
            <a:ext cx="6655500" cy="572700"/>
          </a:xfrm>
          <a:prstGeom prst="rect">
            <a:avLst/>
          </a:prstGeom>
        </p:spPr>
        <p:txBody>
          <a:bodyPr spcFirstLastPara="1" wrap="square" lIns="91425" tIns="91425" rIns="91425" bIns="91425" anchor="t">
            <a:noAutofit/>
          </a:bodyPr>
          <a:lstStyle/>
          <a:p>
            <a:pPr marL="0" lvl="0" indent="0" algn="l">
              <a:spcBef>
                <a:spcPts val="0"/>
              </a:spcBef>
              <a:spcAft>
                <a:spcPts val="0"/>
              </a:spcAft>
              <a:buNone/>
              <a:defRPr sz="1800" b="1">
                <a:solidFill>
                  <a:srgbClr val="111410"/>
                </a:solidFill>
                <a:latin typeface="Cambria"/>
                <a:ea typeface="Cambria"/>
                <a:cs typeface="Cambria"/>
              </a:defRPr>
            </a:pPr>
            <a:r>
              <a:rPr sz="1800" b="1">
                <a:solidFill>
                  <a:srgbClr val="111410"/>
                </a:solidFill>
                <a:latin typeface="Cambria"/>
                <a:ea typeface="Cambria"/>
                <a:cs typeface="Cambria"/>
              </a:rPr>
              <a:t>Ba nhóm người dùng, ba ranh giới trách nhiệm</a:t>
            </a:r>
            <a:endParaRPr/>
          </a:p>
        </p:txBody>
      </p:sp>
      <p:sp>
        <p:nvSpPr>
          <p:cNvPr id="879" name="Google Shape;879;p89">
            <a:extLst>
              <a:ext uri="{FF2B5EF4-FFF2-40B4-BE49-F238E27FC236}">
                <a16:creationId xmlns:a16="http://schemas.microsoft.com/office/drawing/2014/main" id="{3CA5FC07-BBDC-41E9-B696-E8A20C09E40B}"/>
              </a:ext>
            </a:extLst>
          </p:cNvPr>
          <p:cNvSpPr>
            <a:spLocks noGrp="1"/>
          </p:cNvSpPr>
          <p:nvPr>
            <p:ph type="subTitle" idx="1"/>
          </p:nvPr>
        </p:nvSpPr>
        <p:spPr>
          <a:xfrm>
            <a:off x="3509000" y="1889390"/>
            <a:ext cx="2126100" cy="476250"/>
          </a:xfrm>
          <a:prstGeom prst="rect">
            <a:avLst/>
          </a:prstGeom>
        </p:spPr>
        <p:txBody>
          <a:bodyPr spcFirstLastPara="1" wrap="square" lIns="91425" tIns="91425" rIns="91425" bIns="91425" anchor="t">
            <a:normAutofit fontScale="90498" lnSpcReduction="20000"/>
          </a:bodyPr>
          <a:lstStyle/>
          <a:p>
            <a:pPr marL="0" lvl="0" indent="0" algn="ctr">
              <a:spcBef>
                <a:spcPts val="0"/>
              </a:spcBef>
              <a:spcAft>
                <a:spcPts val="0"/>
              </a:spcAft>
              <a:buNone/>
              <a:defRPr sz="2550" b="1">
                <a:solidFill>
                  <a:srgbClr val="111410"/>
                </a:solidFill>
                <a:latin typeface="Montserrat"/>
                <a:ea typeface="Montserrat"/>
                <a:cs typeface="Montserrat"/>
              </a:defRPr>
            </a:pPr>
            <a:r>
              <a:rPr sz="2550" b="1">
                <a:solidFill>
                  <a:srgbClr val="111410"/>
                </a:solidFill>
                <a:latin typeface="Montserrat"/>
                <a:ea typeface="Montserrat"/>
                <a:cs typeface="Montserrat"/>
              </a:rPr>
              <a:t>Recruiter</a:t>
            </a:r>
            <a:endParaRPr/>
          </a:p>
        </p:txBody>
      </p:sp>
      <p:sp>
        <p:nvSpPr>
          <p:cNvPr id="880" name="Google Shape;880;p89">
            <a:extLst>
              <a:ext uri="{FF2B5EF4-FFF2-40B4-BE49-F238E27FC236}">
                <a16:creationId xmlns:a16="http://schemas.microsoft.com/office/drawing/2014/main" id="{EF39F8F5-6F9C-4AD1-A1A7-6AF6553B3133}"/>
              </a:ext>
            </a:extLst>
          </p:cNvPr>
          <p:cNvSpPr>
            <a:spLocks noGrp="1"/>
          </p:cNvSpPr>
          <p:nvPr>
            <p:ph type="subTitle" idx="2"/>
          </p:nvPr>
        </p:nvSpPr>
        <p:spPr>
          <a:xfrm>
            <a:off x="3509025" y="2365640"/>
            <a:ext cx="2126100" cy="876300"/>
          </a:xfrm>
          <a:prstGeom prst="rect">
            <a:avLst/>
          </a:prstGeom>
        </p:spPr>
        <p:txBody>
          <a:bodyPr spcFirstLastPara="1" wrap="square" lIns="91425" tIns="91425" rIns="91425" bIns="91425" anchor="t">
            <a:normAutofit/>
          </a:bodyPr>
          <a:lstStyle/>
          <a:p>
            <a:pPr marL="0" lvl="0" indent="0" algn="ctr">
              <a:spcBef>
                <a:spcPts val="0"/>
              </a:spcBef>
              <a:spcAft>
                <a:spcPts val="0"/>
              </a:spcAft>
              <a:buNone/>
              <a:defRPr sz="1500" b="0">
                <a:solidFill>
                  <a:srgbClr val="526052"/>
                </a:solidFill>
                <a:latin typeface="Montserrat"/>
                <a:ea typeface="Montserrat"/>
                <a:cs typeface="Montserrat"/>
              </a:defRPr>
            </a:pPr>
            <a:r>
              <a:rPr sz="1500" b="0">
                <a:solidFill>
                  <a:srgbClr val="526052"/>
                </a:solidFill>
                <a:latin typeface="Montserrat"/>
                <a:ea typeface="Montserrat"/>
                <a:cs typeface="Montserrat"/>
              </a:rPr>
              <a:t>Quản lý JD, chiến dịch, bằng chứng và đánh giá cuối.</a:t>
            </a:r>
            <a:endParaRPr/>
          </a:p>
        </p:txBody>
      </p:sp>
      <p:sp>
        <p:nvSpPr>
          <p:cNvPr id="881" name="Google Shape;881;p89">
            <a:extLst>
              <a:ext uri="{FF2B5EF4-FFF2-40B4-BE49-F238E27FC236}">
                <a16:creationId xmlns:a16="http://schemas.microsoft.com/office/drawing/2014/main" id="{C88A62D0-4E84-4E92-B593-050E06D733E3}"/>
              </a:ext>
            </a:extLst>
          </p:cNvPr>
          <p:cNvSpPr>
            <a:spLocks noGrp="1"/>
          </p:cNvSpPr>
          <p:nvPr>
            <p:ph type="subTitle" idx="3"/>
          </p:nvPr>
        </p:nvSpPr>
        <p:spPr>
          <a:xfrm>
            <a:off x="953025" y="1889390"/>
            <a:ext cx="2126100" cy="476250"/>
          </a:xfrm>
          <a:prstGeom prst="rect">
            <a:avLst/>
          </a:prstGeom>
        </p:spPr>
        <p:txBody>
          <a:bodyPr spcFirstLastPara="1" wrap="square" lIns="91425" tIns="91425" rIns="91425" bIns="91425" anchor="t">
            <a:normAutofit fontScale="90498" lnSpcReduction="20000"/>
          </a:bodyPr>
          <a:lstStyle/>
          <a:p>
            <a:pPr marL="0" lvl="0" indent="0" algn="ctr">
              <a:spcBef>
                <a:spcPts val="0"/>
              </a:spcBef>
              <a:spcAft>
                <a:spcPts val="0"/>
              </a:spcAft>
              <a:buNone/>
              <a:defRPr sz="2550" b="1">
                <a:solidFill>
                  <a:srgbClr val="111410"/>
                </a:solidFill>
                <a:latin typeface="Montserrat"/>
                <a:ea typeface="Montserrat"/>
                <a:cs typeface="Montserrat"/>
              </a:defRPr>
            </a:pPr>
            <a:r>
              <a:rPr sz="2550" b="1">
                <a:solidFill>
                  <a:srgbClr val="111410"/>
                </a:solidFill>
                <a:latin typeface="Montserrat"/>
                <a:ea typeface="Montserrat"/>
                <a:cs typeface="Montserrat"/>
              </a:rPr>
              <a:t>Ứng viên</a:t>
            </a:r>
            <a:endParaRPr/>
          </a:p>
        </p:txBody>
      </p:sp>
      <p:sp>
        <p:nvSpPr>
          <p:cNvPr id="882" name="Google Shape;882;p89">
            <a:extLst>
              <a:ext uri="{FF2B5EF4-FFF2-40B4-BE49-F238E27FC236}">
                <a16:creationId xmlns:a16="http://schemas.microsoft.com/office/drawing/2014/main" id="{9CC2C9A1-3486-4DDC-8306-0E6DB01EB392}"/>
              </a:ext>
            </a:extLst>
          </p:cNvPr>
          <p:cNvSpPr>
            <a:spLocks noGrp="1"/>
          </p:cNvSpPr>
          <p:nvPr>
            <p:ph type="subTitle" idx="4"/>
          </p:nvPr>
        </p:nvSpPr>
        <p:spPr>
          <a:xfrm>
            <a:off x="953125" y="2365640"/>
            <a:ext cx="2126100" cy="876300"/>
          </a:xfrm>
          <a:prstGeom prst="rect">
            <a:avLst/>
          </a:prstGeom>
        </p:spPr>
        <p:txBody>
          <a:bodyPr spcFirstLastPara="1" wrap="square" lIns="91425" tIns="91425" rIns="91425" bIns="91425" anchor="t">
            <a:normAutofit/>
          </a:bodyPr>
          <a:lstStyle/>
          <a:p>
            <a:pPr marL="0" lvl="0" indent="0" algn="ctr">
              <a:spcBef>
                <a:spcPts val="0"/>
              </a:spcBef>
              <a:spcAft>
                <a:spcPts val="0"/>
              </a:spcAft>
              <a:buNone/>
              <a:defRPr sz="1500" b="0">
                <a:solidFill>
                  <a:srgbClr val="526052"/>
                </a:solidFill>
                <a:latin typeface="Montserrat"/>
                <a:ea typeface="Montserrat"/>
                <a:cs typeface="Montserrat"/>
              </a:defRPr>
            </a:pPr>
            <a:r>
              <a:rPr sz="1500" b="0">
                <a:solidFill>
                  <a:srgbClr val="526052"/>
                </a:solidFill>
                <a:latin typeface="Montserrat"/>
                <a:ea typeface="Montserrat"/>
                <a:cs typeface="Montserrat"/>
              </a:rPr>
              <a:t>Luyện tập hoặc tham gia phiên theo lời mời.</a:t>
            </a:r>
            <a:endParaRPr/>
          </a:p>
        </p:txBody>
      </p:sp>
      <p:sp>
        <p:nvSpPr>
          <p:cNvPr id="883" name="Google Shape;883;p89">
            <a:extLst>
              <a:ext uri="{FF2B5EF4-FFF2-40B4-BE49-F238E27FC236}">
                <a16:creationId xmlns:a16="http://schemas.microsoft.com/office/drawing/2014/main" id="{48848221-E426-48C1-8D92-9FB117774ADA}"/>
              </a:ext>
            </a:extLst>
          </p:cNvPr>
          <p:cNvSpPr>
            <a:spLocks noGrp="1"/>
          </p:cNvSpPr>
          <p:nvPr>
            <p:ph type="subTitle" idx="5"/>
          </p:nvPr>
        </p:nvSpPr>
        <p:spPr>
          <a:xfrm>
            <a:off x="6064875" y="1889390"/>
            <a:ext cx="2126100" cy="476250"/>
          </a:xfrm>
          <a:prstGeom prst="rect">
            <a:avLst/>
          </a:prstGeom>
        </p:spPr>
        <p:txBody>
          <a:bodyPr spcFirstLastPara="1" wrap="square" lIns="91425" tIns="91425" rIns="91425" bIns="91425" anchor="t">
            <a:normAutofit fontScale="90498" lnSpcReduction="20000"/>
          </a:bodyPr>
          <a:lstStyle/>
          <a:p>
            <a:pPr marL="0" lvl="0" indent="0" algn="ctr">
              <a:spcBef>
                <a:spcPts val="0"/>
              </a:spcBef>
              <a:spcAft>
                <a:spcPts val="0"/>
              </a:spcAft>
              <a:buNone/>
              <a:defRPr sz="2550" b="1">
                <a:solidFill>
                  <a:srgbClr val="111410"/>
                </a:solidFill>
                <a:latin typeface="Montserrat"/>
                <a:ea typeface="Montserrat"/>
                <a:cs typeface="Montserrat"/>
              </a:defRPr>
            </a:pPr>
            <a:r>
              <a:rPr sz="2550" b="1">
                <a:solidFill>
                  <a:srgbClr val="111410"/>
                </a:solidFill>
                <a:latin typeface="Montserrat"/>
                <a:ea typeface="Montserrat"/>
                <a:cs typeface="Montserrat"/>
              </a:rPr>
              <a:t>Admin</a:t>
            </a:r>
            <a:endParaRPr/>
          </a:p>
        </p:txBody>
      </p:sp>
      <p:sp>
        <p:nvSpPr>
          <p:cNvPr id="884" name="Google Shape;884;p89">
            <a:extLst>
              <a:ext uri="{FF2B5EF4-FFF2-40B4-BE49-F238E27FC236}">
                <a16:creationId xmlns:a16="http://schemas.microsoft.com/office/drawing/2014/main" id="{C0EDBC46-FF58-48B4-B107-BA09682687A5}"/>
              </a:ext>
            </a:extLst>
          </p:cNvPr>
          <p:cNvSpPr>
            <a:spLocks noGrp="1"/>
          </p:cNvSpPr>
          <p:nvPr>
            <p:ph type="subTitle" idx="6"/>
          </p:nvPr>
        </p:nvSpPr>
        <p:spPr>
          <a:xfrm>
            <a:off x="6064875" y="2365640"/>
            <a:ext cx="2126100" cy="876300"/>
          </a:xfrm>
          <a:prstGeom prst="rect">
            <a:avLst/>
          </a:prstGeom>
        </p:spPr>
        <p:txBody>
          <a:bodyPr spcFirstLastPara="1" wrap="square" lIns="91425" tIns="91425" rIns="91425" bIns="91425" anchor="t">
            <a:normAutofit fontScale="91572"/>
          </a:bodyPr>
          <a:lstStyle/>
          <a:p>
            <a:pPr marL="0" lvl="0" indent="0" algn="ctr">
              <a:spcBef>
                <a:spcPts val="0"/>
              </a:spcBef>
              <a:spcAft>
                <a:spcPts val="0"/>
              </a:spcAft>
              <a:buNone/>
              <a:defRPr sz="1500" b="0">
                <a:solidFill>
                  <a:srgbClr val="526052"/>
                </a:solidFill>
                <a:latin typeface="Montserrat"/>
                <a:ea typeface="Montserrat"/>
                <a:cs typeface="Montserrat"/>
              </a:defRPr>
            </a:pPr>
            <a:r>
              <a:rPr sz="1500" b="0">
                <a:solidFill>
                  <a:srgbClr val="526052"/>
                </a:solidFill>
                <a:latin typeface="Montserrat"/>
                <a:ea typeface="Montserrat"/>
                <a:cs typeface="Montserrat"/>
              </a:rPr>
              <a:t>Vận hành hệ thống; không thay recruiter ra quyết định.</a:t>
            </a:r>
            <a:endParaRPr/>
          </a:p>
        </p:txBody>
      </p:sp>
      <p:sp>
        <p:nvSpPr>
          <p:cNvPr id="886" name="Google Shape;886;p89">
            <a:extLst>
              <a:ext uri="{FF2B5EF4-FFF2-40B4-BE49-F238E27FC236}">
                <a16:creationId xmlns:a16="http://schemas.microsoft.com/office/drawing/2014/main" id="{E3C6DD10-53BB-45CE-839E-D57514AC5269}"/>
              </a:ext>
            </a:extLst>
          </p:cNvPr>
          <p:cNvSpPr>
            <a:spLocks noGrp="1"/>
          </p:cNvSpPr>
          <p:nvPr/>
        </p:nvSpPr>
        <p:spPr>
          <a:xfrm>
            <a:off x="4608858" y="1672502"/>
            <a:ext cx="28773" cy="28773"/>
          </a:xfrm>
          <a:custGeom>
            <a:avLst/>
            <a:gdLst/>
            <a:ahLst/>
            <a:cxnLst/>
            <a:rect l="l" t="t" r="r" b="b"/>
            <a:pathLst>
              <a:path w="788" h="788">
                <a:moveTo>
                  <a:pt x="410" y="0"/>
                </a:moveTo>
                <a:cubicBezTo>
                  <a:pt x="189" y="0"/>
                  <a:pt x="0" y="189"/>
                  <a:pt x="0" y="410"/>
                </a:cubicBezTo>
                <a:cubicBezTo>
                  <a:pt x="0" y="630"/>
                  <a:pt x="189" y="788"/>
                  <a:pt x="410" y="788"/>
                </a:cubicBezTo>
                <a:cubicBezTo>
                  <a:pt x="599" y="788"/>
                  <a:pt x="788" y="630"/>
                  <a:pt x="788" y="410"/>
                </a:cubicBezTo>
                <a:cubicBezTo>
                  <a:pt x="788" y="189"/>
                  <a:pt x="599" y="0"/>
                  <a:pt x="410" y="0"/>
                </a:cubicBezTo>
                <a:close/>
              </a:path>
            </a:pathLst>
          </a:custGeom>
          <a:solidFill>
            <a:schemeClr val="accent1"/>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887" name="Google Shape;887;p89">
            <a:extLst>
              <a:ext uri="{FF2B5EF4-FFF2-40B4-BE49-F238E27FC236}">
                <a16:creationId xmlns:a16="http://schemas.microsoft.com/office/drawing/2014/main" id="{24BC3697-5925-45C7-BC3D-98580AD0D4FB}"/>
              </a:ext>
            </a:extLst>
          </p:cNvPr>
          <p:cNvSpPr>
            <a:spLocks noGrp="1"/>
          </p:cNvSpPr>
          <p:nvPr/>
        </p:nvSpPr>
        <p:spPr>
          <a:xfrm>
            <a:off x="4506559" y="1570108"/>
            <a:ext cx="28773" cy="28773"/>
          </a:xfrm>
          <a:custGeom>
            <a:avLst/>
            <a:gdLst/>
            <a:ahLst/>
            <a:cxnLst/>
            <a:rect l="l" t="t" r="r" b="b"/>
            <a:pathLst>
              <a:path w="788" h="788">
                <a:moveTo>
                  <a:pt x="378" y="0"/>
                </a:moveTo>
                <a:cubicBezTo>
                  <a:pt x="189" y="0"/>
                  <a:pt x="0" y="189"/>
                  <a:pt x="0" y="410"/>
                </a:cubicBezTo>
                <a:cubicBezTo>
                  <a:pt x="0" y="630"/>
                  <a:pt x="189" y="788"/>
                  <a:pt x="378" y="788"/>
                </a:cubicBezTo>
                <a:cubicBezTo>
                  <a:pt x="599" y="788"/>
                  <a:pt x="788" y="630"/>
                  <a:pt x="788" y="410"/>
                </a:cubicBezTo>
                <a:cubicBezTo>
                  <a:pt x="788" y="189"/>
                  <a:pt x="599" y="0"/>
                  <a:pt x="378" y="0"/>
                </a:cubicBezTo>
                <a:close/>
              </a:path>
            </a:pathLst>
          </a:custGeom>
          <a:solidFill>
            <a:schemeClr val="accent1"/>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888" name="Google Shape;888;p89">
            <a:extLst>
              <a:ext uri="{FF2B5EF4-FFF2-40B4-BE49-F238E27FC236}">
                <a16:creationId xmlns:a16="http://schemas.microsoft.com/office/drawing/2014/main" id="{E7A06639-7743-4E01-9D33-A0DD094D5D3D}"/>
              </a:ext>
            </a:extLst>
          </p:cNvPr>
          <p:cNvSpPr>
            <a:spLocks noGrp="1"/>
          </p:cNvSpPr>
          <p:nvPr/>
        </p:nvSpPr>
        <p:spPr>
          <a:xfrm>
            <a:off x="4345507" y="1409359"/>
            <a:ext cx="453177" cy="452952"/>
          </a:xfrm>
          <a:custGeom>
            <a:avLst/>
            <a:gdLst/>
            <a:ahLst/>
            <a:cxnLst/>
            <a:rect l="l" t="t" r="r" b="b"/>
            <a:pathLst>
              <a:path w="12414" h="12406">
                <a:moveTo>
                  <a:pt x="4506" y="3332"/>
                </a:moveTo>
                <a:cubicBezTo>
                  <a:pt x="5167" y="3332"/>
                  <a:pt x="5735" y="3867"/>
                  <a:pt x="5735" y="4561"/>
                </a:cubicBezTo>
                <a:cubicBezTo>
                  <a:pt x="5735" y="5222"/>
                  <a:pt x="5199" y="5821"/>
                  <a:pt x="4506" y="5821"/>
                </a:cubicBezTo>
                <a:cubicBezTo>
                  <a:pt x="3844" y="5821"/>
                  <a:pt x="3277" y="5254"/>
                  <a:pt x="3277" y="4561"/>
                </a:cubicBezTo>
                <a:cubicBezTo>
                  <a:pt x="3277" y="3899"/>
                  <a:pt x="3844" y="3332"/>
                  <a:pt x="4506" y="3332"/>
                </a:cubicBezTo>
                <a:close/>
                <a:moveTo>
                  <a:pt x="7830" y="4159"/>
                </a:moveTo>
                <a:cubicBezTo>
                  <a:pt x="7940" y="4159"/>
                  <a:pt x="8050" y="4198"/>
                  <a:pt x="8129" y="4277"/>
                </a:cubicBezTo>
                <a:cubicBezTo>
                  <a:pt x="8286" y="4435"/>
                  <a:pt x="8286" y="4718"/>
                  <a:pt x="8129" y="4876"/>
                </a:cubicBezTo>
                <a:lnTo>
                  <a:pt x="4821" y="8184"/>
                </a:lnTo>
                <a:cubicBezTo>
                  <a:pt x="4742" y="8262"/>
                  <a:pt x="4632" y="8302"/>
                  <a:pt x="4522" y="8302"/>
                </a:cubicBezTo>
                <a:cubicBezTo>
                  <a:pt x="4411" y="8302"/>
                  <a:pt x="4301" y="8262"/>
                  <a:pt x="4222" y="8184"/>
                </a:cubicBezTo>
                <a:cubicBezTo>
                  <a:pt x="4065" y="8026"/>
                  <a:pt x="4065" y="7743"/>
                  <a:pt x="4222" y="7585"/>
                </a:cubicBezTo>
                <a:lnTo>
                  <a:pt x="7530" y="4277"/>
                </a:lnTo>
                <a:cubicBezTo>
                  <a:pt x="7609" y="4198"/>
                  <a:pt x="7719" y="4159"/>
                  <a:pt x="7830" y="4159"/>
                </a:cubicBezTo>
                <a:close/>
                <a:moveTo>
                  <a:pt x="7845" y="6640"/>
                </a:moveTo>
                <a:cubicBezTo>
                  <a:pt x="8539" y="6640"/>
                  <a:pt x="9074" y="7175"/>
                  <a:pt x="9074" y="7900"/>
                </a:cubicBezTo>
                <a:cubicBezTo>
                  <a:pt x="9074" y="8562"/>
                  <a:pt x="8539" y="9129"/>
                  <a:pt x="7845" y="9129"/>
                </a:cubicBezTo>
                <a:cubicBezTo>
                  <a:pt x="7184" y="9129"/>
                  <a:pt x="6648" y="8562"/>
                  <a:pt x="6648" y="7900"/>
                </a:cubicBezTo>
                <a:cubicBezTo>
                  <a:pt x="6648" y="7239"/>
                  <a:pt x="7184" y="6640"/>
                  <a:pt x="7845" y="6640"/>
                </a:cubicBezTo>
                <a:close/>
                <a:moveTo>
                  <a:pt x="6223" y="0"/>
                </a:moveTo>
                <a:cubicBezTo>
                  <a:pt x="6113" y="0"/>
                  <a:pt x="6002" y="40"/>
                  <a:pt x="5924" y="118"/>
                </a:cubicBezTo>
                <a:lnTo>
                  <a:pt x="4348" y="1694"/>
                </a:lnTo>
                <a:lnTo>
                  <a:pt x="2111" y="1694"/>
                </a:lnTo>
                <a:cubicBezTo>
                  <a:pt x="1859" y="1694"/>
                  <a:pt x="1702" y="1883"/>
                  <a:pt x="1702" y="2072"/>
                </a:cubicBezTo>
                <a:lnTo>
                  <a:pt x="1702" y="4309"/>
                </a:lnTo>
                <a:lnTo>
                  <a:pt x="127" y="5884"/>
                </a:lnTo>
                <a:cubicBezTo>
                  <a:pt x="1" y="6041"/>
                  <a:pt x="1" y="6325"/>
                  <a:pt x="127" y="6482"/>
                </a:cubicBezTo>
                <a:lnTo>
                  <a:pt x="1702" y="8058"/>
                </a:lnTo>
                <a:lnTo>
                  <a:pt x="1702" y="10294"/>
                </a:lnTo>
                <a:cubicBezTo>
                  <a:pt x="1702" y="10547"/>
                  <a:pt x="1922" y="10704"/>
                  <a:pt x="2111" y="10704"/>
                </a:cubicBezTo>
                <a:lnTo>
                  <a:pt x="4348" y="10704"/>
                </a:lnTo>
                <a:lnTo>
                  <a:pt x="5924" y="12279"/>
                </a:lnTo>
                <a:cubicBezTo>
                  <a:pt x="6018" y="12342"/>
                  <a:pt x="6113" y="12405"/>
                  <a:pt x="6207" y="12405"/>
                </a:cubicBezTo>
                <a:cubicBezTo>
                  <a:pt x="6333" y="12405"/>
                  <a:pt x="6396" y="12342"/>
                  <a:pt x="6491" y="12279"/>
                </a:cubicBezTo>
                <a:lnTo>
                  <a:pt x="8066" y="10704"/>
                </a:lnTo>
                <a:lnTo>
                  <a:pt x="10303" y="10704"/>
                </a:lnTo>
                <a:cubicBezTo>
                  <a:pt x="10523" y="10704"/>
                  <a:pt x="10744" y="10515"/>
                  <a:pt x="10744" y="10294"/>
                </a:cubicBezTo>
                <a:lnTo>
                  <a:pt x="10744" y="8058"/>
                </a:lnTo>
                <a:lnTo>
                  <a:pt x="12319" y="6482"/>
                </a:lnTo>
                <a:cubicBezTo>
                  <a:pt x="12382" y="6419"/>
                  <a:pt x="12414" y="6293"/>
                  <a:pt x="12414" y="6199"/>
                </a:cubicBezTo>
                <a:cubicBezTo>
                  <a:pt x="12414" y="6104"/>
                  <a:pt x="12382" y="6010"/>
                  <a:pt x="12319" y="5947"/>
                </a:cubicBezTo>
                <a:lnTo>
                  <a:pt x="10744" y="4372"/>
                </a:lnTo>
                <a:lnTo>
                  <a:pt x="10744" y="2103"/>
                </a:lnTo>
                <a:cubicBezTo>
                  <a:pt x="10744" y="1851"/>
                  <a:pt x="10523" y="1694"/>
                  <a:pt x="10334" y="1694"/>
                </a:cubicBezTo>
                <a:lnTo>
                  <a:pt x="8097" y="1694"/>
                </a:lnTo>
                <a:lnTo>
                  <a:pt x="6522" y="118"/>
                </a:lnTo>
                <a:cubicBezTo>
                  <a:pt x="6443" y="40"/>
                  <a:pt x="6333" y="0"/>
                  <a:pt x="6223" y="0"/>
                </a:cubicBezTo>
                <a:close/>
              </a:path>
            </a:pathLst>
          </a:custGeom>
          <a:solidFill>
            <a:schemeClr val="accent1"/>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890" name="Google Shape;890;p89">
            <a:extLst>
              <a:ext uri="{FF2B5EF4-FFF2-40B4-BE49-F238E27FC236}">
                <a16:creationId xmlns:a16="http://schemas.microsoft.com/office/drawing/2014/main" id="{85BEDD93-6C91-4096-9ADC-C8CE5B50E137}"/>
              </a:ext>
            </a:extLst>
          </p:cNvPr>
          <p:cNvSpPr>
            <a:spLocks noGrp="1"/>
          </p:cNvSpPr>
          <p:nvPr/>
        </p:nvSpPr>
        <p:spPr>
          <a:xfrm>
            <a:off x="1786474" y="1408589"/>
            <a:ext cx="460033" cy="454301"/>
          </a:xfrm>
          <a:custGeom>
            <a:avLst/>
            <a:gdLst/>
            <a:ahLst/>
            <a:cxnLst/>
            <a:rect l="l" t="t" r="r" b="b"/>
            <a:pathLst>
              <a:path w="12603" h="12446">
                <a:moveTo>
                  <a:pt x="11136" y="1"/>
                </a:moveTo>
                <a:cubicBezTo>
                  <a:pt x="11054" y="1"/>
                  <a:pt x="10975" y="1"/>
                  <a:pt x="10902" y="1"/>
                </a:cubicBezTo>
                <a:cubicBezTo>
                  <a:pt x="10429" y="1"/>
                  <a:pt x="10051" y="159"/>
                  <a:pt x="9736" y="474"/>
                </a:cubicBezTo>
                <a:lnTo>
                  <a:pt x="3561" y="6649"/>
                </a:lnTo>
                <a:lnTo>
                  <a:pt x="2301" y="6428"/>
                </a:lnTo>
                <a:cubicBezTo>
                  <a:pt x="2278" y="6423"/>
                  <a:pt x="2253" y="6420"/>
                  <a:pt x="2229" y="6420"/>
                </a:cubicBezTo>
                <a:cubicBezTo>
                  <a:pt x="2119" y="6420"/>
                  <a:pt x="2000" y="6471"/>
                  <a:pt x="1923" y="6523"/>
                </a:cubicBezTo>
                <a:lnTo>
                  <a:pt x="158" y="8319"/>
                </a:lnTo>
                <a:cubicBezTo>
                  <a:pt x="32" y="8382"/>
                  <a:pt x="1" y="8539"/>
                  <a:pt x="32" y="8697"/>
                </a:cubicBezTo>
                <a:cubicBezTo>
                  <a:pt x="95" y="8823"/>
                  <a:pt x="190" y="8949"/>
                  <a:pt x="347" y="8980"/>
                </a:cubicBezTo>
                <a:lnTo>
                  <a:pt x="2994" y="9484"/>
                </a:lnTo>
                <a:lnTo>
                  <a:pt x="3498" y="12131"/>
                </a:lnTo>
                <a:cubicBezTo>
                  <a:pt x="3561" y="12288"/>
                  <a:pt x="3624" y="12414"/>
                  <a:pt x="3782" y="12446"/>
                </a:cubicBezTo>
                <a:lnTo>
                  <a:pt x="3908" y="12446"/>
                </a:lnTo>
                <a:cubicBezTo>
                  <a:pt x="4034" y="12446"/>
                  <a:pt x="4128" y="12414"/>
                  <a:pt x="4254" y="12414"/>
                </a:cubicBezTo>
                <a:lnTo>
                  <a:pt x="6018" y="10619"/>
                </a:lnTo>
                <a:cubicBezTo>
                  <a:pt x="6144" y="10556"/>
                  <a:pt x="6176" y="10398"/>
                  <a:pt x="6144" y="10272"/>
                </a:cubicBezTo>
                <a:lnTo>
                  <a:pt x="5924" y="9012"/>
                </a:lnTo>
                <a:lnTo>
                  <a:pt x="12099" y="2837"/>
                </a:lnTo>
                <a:cubicBezTo>
                  <a:pt x="12414" y="2522"/>
                  <a:pt x="12571" y="2081"/>
                  <a:pt x="12571" y="1671"/>
                </a:cubicBezTo>
                <a:cubicBezTo>
                  <a:pt x="12571" y="1199"/>
                  <a:pt x="12603" y="600"/>
                  <a:pt x="12288" y="285"/>
                </a:cubicBezTo>
                <a:cubicBezTo>
                  <a:pt x="12025" y="22"/>
                  <a:pt x="11544" y="1"/>
                  <a:pt x="11136" y="1"/>
                </a:cubicBezTo>
                <a:close/>
              </a:path>
            </a:pathLst>
          </a:custGeom>
          <a:solidFill>
            <a:schemeClr val="accent1"/>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891" name="Google Shape;891;p89">
            <a:extLst>
              <a:ext uri="{FF2B5EF4-FFF2-40B4-BE49-F238E27FC236}">
                <a16:creationId xmlns:a16="http://schemas.microsoft.com/office/drawing/2014/main" id="{365D6EB8-6A65-4086-96D1-2A6A49F1013C}"/>
              </a:ext>
            </a:extLst>
          </p:cNvPr>
          <p:cNvSpPr>
            <a:spLocks noGrp="1"/>
          </p:cNvSpPr>
          <p:nvPr/>
        </p:nvSpPr>
        <p:spPr>
          <a:xfrm>
            <a:off x="1801132" y="1467204"/>
            <a:ext cx="255361" cy="130378"/>
          </a:xfrm>
          <a:custGeom>
            <a:avLst/>
            <a:gdLst/>
            <a:ahLst/>
            <a:cxnLst/>
            <a:rect l="l" t="t" r="r" b="b"/>
            <a:pathLst>
              <a:path w="6995" h="3570">
                <a:moveTo>
                  <a:pt x="1632" y="1"/>
                </a:moveTo>
                <a:cubicBezTo>
                  <a:pt x="1523" y="1"/>
                  <a:pt x="1407" y="57"/>
                  <a:pt x="1355" y="135"/>
                </a:cubicBezTo>
                <a:lnTo>
                  <a:pt x="158" y="1301"/>
                </a:lnTo>
                <a:cubicBezTo>
                  <a:pt x="95" y="1395"/>
                  <a:pt x="0" y="1553"/>
                  <a:pt x="32" y="1710"/>
                </a:cubicBezTo>
                <a:cubicBezTo>
                  <a:pt x="126" y="1773"/>
                  <a:pt x="189" y="1899"/>
                  <a:pt x="315" y="1931"/>
                </a:cubicBezTo>
                <a:lnTo>
                  <a:pt x="4317" y="3569"/>
                </a:lnTo>
                <a:lnTo>
                  <a:pt x="6995" y="891"/>
                </a:lnTo>
                <a:lnTo>
                  <a:pt x="1702" y="9"/>
                </a:lnTo>
                <a:cubicBezTo>
                  <a:pt x="1679" y="4"/>
                  <a:pt x="1656" y="1"/>
                  <a:pt x="1632" y="1"/>
                </a:cubicBezTo>
                <a:close/>
              </a:path>
            </a:pathLst>
          </a:custGeom>
          <a:solidFill>
            <a:schemeClr val="accent1"/>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892" name="Google Shape;892;p89">
            <a:extLst>
              <a:ext uri="{FF2B5EF4-FFF2-40B4-BE49-F238E27FC236}">
                <a16:creationId xmlns:a16="http://schemas.microsoft.com/office/drawing/2014/main" id="{732BE817-7B71-4205-8905-C60886E85AE9}"/>
              </a:ext>
            </a:extLst>
          </p:cNvPr>
          <p:cNvSpPr>
            <a:spLocks noGrp="1"/>
          </p:cNvSpPr>
          <p:nvPr/>
        </p:nvSpPr>
        <p:spPr>
          <a:xfrm>
            <a:off x="2053396" y="1593574"/>
            <a:ext cx="129929" cy="253114"/>
          </a:xfrm>
          <a:custGeom>
            <a:avLst/>
            <a:gdLst/>
            <a:ahLst/>
            <a:cxnLst/>
            <a:rect l="l" t="t" r="r" b="b"/>
            <a:pathLst>
              <a:path w="3560" h="6932">
                <a:moveTo>
                  <a:pt x="2678" y="0"/>
                </a:moveTo>
                <a:lnTo>
                  <a:pt x="0" y="2678"/>
                </a:lnTo>
                <a:lnTo>
                  <a:pt x="1607" y="6679"/>
                </a:lnTo>
                <a:cubicBezTo>
                  <a:pt x="1638" y="6805"/>
                  <a:pt x="1764" y="6931"/>
                  <a:pt x="1922" y="6931"/>
                </a:cubicBezTo>
                <a:lnTo>
                  <a:pt x="1985" y="6931"/>
                </a:lnTo>
                <a:cubicBezTo>
                  <a:pt x="2111" y="6931"/>
                  <a:pt x="2206" y="6900"/>
                  <a:pt x="2269" y="6805"/>
                </a:cubicBezTo>
                <a:lnTo>
                  <a:pt x="3466" y="5640"/>
                </a:lnTo>
                <a:cubicBezTo>
                  <a:pt x="3529" y="5545"/>
                  <a:pt x="3560" y="5388"/>
                  <a:pt x="3560" y="5262"/>
                </a:cubicBezTo>
                <a:lnTo>
                  <a:pt x="2678" y="0"/>
                </a:lnTo>
                <a:close/>
              </a:path>
            </a:pathLst>
          </a:custGeom>
          <a:solidFill>
            <a:schemeClr val="accent1"/>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894" name="Google Shape;894;p89">
            <a:extLst>
              <a:ext uri="{FF2B5EF4-FFF2-40B4-BE49-F238E27FC236}">
                <a16:creationId xmlns:a16="http://schemas.microsoft.com/office/drawing/2014/main" id="{C2BF4F60-3943-4F53-A970-A45E64E873A2}"/>
              </a:ext>
            </a:extLst>
          </p:cNvPr>
          <p:cNvSpPr>
            <a:spLocks noGrp="1"/>
          </p:cNvSpPr>
          <p:nvPr/>
        </p:nvSpPr>
        <p:spPr>
          <a:xfrm>
            <a:off x="7275523" y="1622377"/>
            <a:ext cx="76878" cy="31583"/>
          </a:xfrm>
          <a:custGeom>
            <a:avLst/>
            <a:gdLst/>
            <a:ahLst/>
            <a:cxnLst/>
            <a:rect l="l" t="t" r="r" b="b"/>
            <a:pathLst>
              <a:path w="1766" h="725">
                <a:moveTo>
                  <a:pt x="347" y="0"/>
                </a:moveTo>
                <a:cubicBezTo>
                  <a:pt x="158" y="0"/>
                  <a:pt x="1" y="158"/>
                  <a:pt x="1" y="378"/>
                </a:cubicBezTo>
                <a:cubicBezTo>
                  <a:pt x="1" y="567"/>
                  <a:pt x="158" y="725"/>
                  <a:pt x="347" y="725"/>
                </a:cubicBezTo>
                <a:lnTo>
                  <a:pt x="1419" y="725"/>
                </a:lnTo>
                <a:cubicBezTo>
                  <a:pt x="1608" y="725"/>
                  <a:pt x="1765" y="567"/>
                  <a:pt x="1765" y="378"/>
                </a:cubicBezTo>
                <a:cubicBezTo>
                  <a:pt x="1734" y="158"/>
                  <a:pt x="1608" y="0"/>
                  <a:pt x="1419" y="0"/>
                </a:cubicBezTo>
                <a:close/>
              </a:path>
            </a:pathLst>
          </a:custGeom>
          <a:solidFill>
            <a:schemeClr val="accent2"/>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895" name="Google Shape;895;p89">
            <a:extLst>
              <a:ext uri="{FF2B5EF4-FFF2-40B4-BE49-F238E27FC236}">
                <a16:creationId xmlns:a16="http://schemas.microsoft.com/office/drawing/2014/main" id="{ABB0144A-C071-4EB8-8039-4E0EAFE19BD2}"/>
              </a:ext>
            </a:extLst>
          </p:cNvPr>
          <p:cNvSpPr>
            <a:spLocks noGrp="1"/>
          </p:cNvSpPr>
          <p:nvPr/>
        </p:nvSpPr>
        <p:spPr>
          <a:xfrm>
            <a:off x="7261321" y="1672672"/>
            <a:ext cx="64515" cy="59007"/>
          </a:xfrm>
          <a:custGeom>
            <a:avLst/>
            <a:gdLst/>
            <a:ahLst/>
            <a:cxnLst/>
            <a:rect l="l" t="t" r="r" b="b"/>
            <a:pathLst>
              <a:path w="1482" h="1355">
                <a:moveTo>
                  <a:pt x="394" y="0"/>
                </a:moveTo>
                <a:cubicBezTo>
                  <a:pt x="308" y="0"/>
                  <a:pt x="221" y="32"/>
                  <a:pt x="158" y="95"/>
                </a:cubicBezTo>
                <a:cubicBezTo>
                  <a:pt x="0" y="221"/>
                  <a:pt x="0" y="410"/>
                  <a:pt x="158" y="567"/>
                </a:cubicBezTo>
                <a:lnTo>
                  <a:pt x="882" y="1260"/>
                </a:lnTo>
                <a:cubicBezTo>
                  <a:pt x="945" y="1323"/>
                  <a:pt x="1032" y="1355"/>
                  <a:pt x="1119" y="1355"/>
                </a:cubicBezTo>
                <a:cubicBezTo>
                  <a:pt x="1205" y="1355"/>
                  <a:pt x="1292" y="1323"/>
                  <a:pt x="1355" y="1260"/>
                </a:cubicBezTo>
                <a:cubicBezTo>
                  <a:pt x="1481" y="1134"/>
                  <a:pt x="1481" y="914"/>
                  <a:pt x="1355" y="788"/>
                </a:cubicBezTo>
                <a:lnTo>
                  <a:pt x="630" y="95"/>
                </a:lnTo>
                <a:cubicBezTo>
                  <a:pt x="567" y="32"/>
                  <a:pt x="481" y="0"/>
                  <a:pt x="394" y="0"/>
                </a:cubicBezTo>
                <a:close/>
              </a:path>
            </a:pathLst>
          </a:custGeom>
          <a:solidFill>
            <a:schemeClr val="accent2"/>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896" name="Google Shape;896;p89">
            <a:extLst>
              <a:ext uri="{FF2B5EF4-FFF2-40B4-BE49-F238E27FC236}">
                <a16:creationId xmlns:a16="http://schemas.microsoft.com/office/drawing/2014/main" id="{DF2157F7-89F4-49EC-A862-CAF7A0FECEBE}"/>
              </a:ext>
            </a:extLst>
          </p:cNvPr>
          <p:cNvSpPr>
            <a:spLocks noGrp="1"/>
          </p:cNvSpPr>
          <p:nvPr/>
        </p:nvSpPr>
        <p:spPr>
          <a:xfrm>
            <a:off x="7263908" y="1543428"/>
            <a:ext cx="61817" cy="60131"/>
          </a:xfrm>
          <a:custGeom>
            <a:avLst/>
            <a:gdLst/>
            <a:ahLst/>
            <a:cxnLst/>
            <a:rect l="l" t="t" r="r" b="b"/>
            <a:pathLst>
              <a:path w="1419" h="1380">
                <a:moveTo>
                  <a:pt x="1056" y="1"/>
                </a:moveTo>
                <a:cubicBezTo>
                  <a:pt x="969" y="1"/>
                  <a:pt x="882" y="32"/>
                  <a:pt x="819" y="96"/>
                </a:cubicBezTo>
                <a:lnTo>
                  <a:pt x="95" y="789"/>
                </a:lnTo>
                <a:cubicBezTo>
                  <a:pt x="0" y="915"/>
                  <a:pt x="0" y="1135"/>
                  <a:pt x="95" y="1261"/>
                </a:cubicBezTo>
                <a:cubicBezTo>
                  <a:pt x="158" y="1340"/>
                  <a:pt x="252" y="1379"/>
                  <a:pt x="343" y="1379"/>
                </a:cubicBezTo>
                <a:cubicBezTo>
                  <a:pt x="434" y="1379"/>
                  <a:pt x="520" y="1340"/>
                  <a:pt x="567" y="1261"/>
                </a:cubicBezTo>
                <a:lnTo>
                  <a:pt x="1292" y="568"/>
                </a:lnTo>
                <a:cubicBezTo>
                  <a:pt x="1418" y="442"/>
                  <a:pt x="1418" y="190"/>
                  <a:pt x="1292" y="96"/>
                </a:cubicBezTo>
                <a:cubicBezTo>
                  <a:pt x="1229" y="32"/>
                  <a:pt x="1142" y="1"/>
                  <a:pt x="1056" y="1"/>
                </a:cubicBezTo>
                <a:close/>
              </a:path>
            </a:pathLst>
          </a:custGeom>
          <a:solidFill>
            <a:schemeClr val="accent2"/>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897" name="Google Shape;897;p89">
            <a:extLst>
              <a:ext uri="{FF2B5EF4-FFF2-40B4-BE49-F238E27FC236}">
                <a16:creationId xmlns:a16="http://schemas.microsoft.com/office/drawing/2014/main" id="{520530B8-9B7B-4383-A1C5-5AA50495C4F4}"/>
              </a:ext>
            </a:extLst>
          </p:cNvPr>
          <p:cNvSpPr>
            <a:spLocks noGrp="1"/>
          </p:cNvSpPr>
          <p:nvPr/>
        </p:nvSpPr>
        <p:spPr>
          <a:xfrm>
            <a:off x="6895315" y="1534092"/>
            <a:ext cx="183878" cy="182529"/>
          </a:xfrm>
          <a:custGeom>
            <a:avLst/>
            <a:gdLst/>
            <a:ahLst/>
            <a:cxnLst/>
            <a:rect l="l" t="t" r="r" b="b"/>
            <a:pathLst>
              <a:path w="4222" h="4192">
                <a:moveTo>
                  <a:pt x="2489" y="1"/>
                </a:moveTo>
                <a:cubicBezTo>
                  <a:pt x="2048" y="1"/>
                  <a:pt x="1639" y="285"/>
                  <a:pt x="1481" y="726"/>
                </a:cubicBezTo>
                <a:lnTo>
                  <a:pt x="1418" y="726"/>
                </a:lnTo>
                <a:cubicBezTo>
                  <a:pt x="662" y="726"/>
                  <a:pt x="0" y="1356"/>
                  <a:pt x="0" y="2080"/>
                </a:cubicBezTo>
                <a:cubicBezTo>
                  <a:pt x="0" y="2836"/>
                  <a:pt x="630" y="3467"/>
                  <a:pt x="1418" y="3467"/>
                </a:cubicBezTo>
                <a:lnTo>
                  <a:pt x="1481" y="3467"/>
                </a:lnTo>
                <a:cubicBezTo>
                  <a:pt x="1639" y="3845"/>
                  <a:pt x="2017" y="4191"/>
                  <a:pt x="2489" y="4191"/>
                </a:cubicBezTo>
                <a:lnTo>
                  <a:pt x="4222" y="4191"/>
                </a:lnTo>
                <a:lnTo>
                  <a:pt x="4222" y="1"/>
                </a:lnTo>
                <a:close/>
              </a:path>
            </a:pathLst>
          </a:custGeom>
          <a:solidFill>
            <a:schemeClr val="accent2"/>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898" name="Google Shape;898;p89">
            <a:extLst>
              <a:ext uri="{FF2B5EF4-FFF2-40B4-BE49-F238E27FC236}">
                <a16:creationId xmlns:a16="http://schemas.microsoft.com/office/drawing/2014/main" id="{C2D2A745-4F25-4478-8C1D-6ACEC9B059AB}"/>
              </a:ext>
            </a:extLst>
          </p:cNvPr>
          <p:cNvSpPr>
            <a:spLocks noGrp="1"/>
          </p:cNvSpPr>
          <p:nvPr/>
        </p:nvSpPr>
        <p:spPr>
          <a:xfrm>
            <a:off x="7184859" y="1443606"/>
            <a:ext cx="61705" cy="363598"/>
          </a:xfrm>
          <a:custGeom>
            <a:avLst/>
            <a:gdLst/>
            <a:ahLst/>
            <a:cxnLst/>
            <a:rect l="l" t="t" r="r" b="b"/>
            <a:pathLst>
              <a:path w="1418" h="8350">
                <a:moveTo>
                  <a:pt x="725" y="1"/>
                </a:moveTo>
                <a:cubicBezTo>
                  <a:pt x="315" y="1"/>
                  <a:pt x="0" y="316"/>
                  <a:pt x="0" y="694"/>
                </a:cubicBezTo>
                <a:lnTo>
                  <a:pt x="0" y="7625"/>
                </a:lnTo>
                <a:cubicBezTo>
                  <a:pt x="0" y="8034"/>
                  <a:pt x="315" y="8349"/>
                  <a:pt x="725" y="8349"/>
                </a:cubicBezTo>
                <a:cubicBezTo>
                  <a:pt x="1134" y="8286"/>
                  <a:pt x="1418" y="8003"/>
                  <a:pt x="1418" y="7625"/>
                </a:cubicBezTo>
                <a:lnTo>
                  <a:pt x="1418" y="694"/>
                </a:lnTo>
                <a:cubicBezTo>
                  <a:pt x="1418" y="316"/>
                  <a:pt x="1103" y="1"/>
                  <a:pt x="725" y="1"/>
                </a:cubicBezTo>
                <a:close/>
              </a:path>
            </a:pathLst>
          </a:custGeom>
          <a:solidFill>
            <a:schemeClr val="accent2"/>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899" name="Google Shape;899;p89">
            <a:extLst>
              <a:ext uri="{FF2B5EF4-FFF2-40B4-BE49-F238E27FC236}">
                <a16:creationId xmlns:a16="http://schemas.microsoft.com/office/drawing/2014/main" id="{2BBD6331-35B2-415E-A497-2D040CD6FA5A}"/>
              </a:ext>
            </a:extLst>
          </p:cNvPr>
          <p:cNvSpPr>
            <a:spLocks noGrp="1"/>
          </p:cNvSpPr>
          <p:nvPr/>
        </p:nvSpPr>
        <p:spPr>
          <a:xfrm>
            <a:off x="6979209" y="1716734"/>
            <a:ext cx="89242" cy="120712"/>
          </a:xfrm>
          <a:custGeom>
            <a:avLst/>
            <a:gdLst/>
            <a:ahLst/>
            <a:cxnLst/>
            <a:rect l="l" t="t" r="r" b="b"/>
            <a:pathLst>
              <a:path w="2049" h="2773">
                <a:moveTo>
                  <a:pt x="1" y="0"/>
                </a:moveTo>
                <a:lnTo>
                  <a:pt x="1" y="1764"/>
                </a:lnTo>
                <a:cubicBezTo>
                  <a:pt x="1" y="2363"/>
                  <a:pt x="473" y="2773"/>
                  <a:pt x="1040" y="2773"/>
                </a:cubicBezTo>
                <a:cubicBezTo>
                  <a:pt x="1607" y="2773"/>
                  <a:pt x="2048" y="2300"/>
                  <a:pt x="2048" y="1764"/>
                </a:cubicBezTo>
                <a:lnTo>
                  <a:pt x="2048" y="32"/>
                </a:lnTo>
                <a:lnTo>
                  <a:pt x="316" y="32"/>
                </a:lnTo>
                <a:cubicBezTo>
                  <a:pt x="253" y="32"/>
                  <a:pt x="127" y="32"/>
                  <a:pt x="1" y="0"/>
                </a:cubicBezTo>
                <a:close/>
              </a:path>
            </a:pathLst>
          </a:custGeom>
          <a:solidFill>
            <a:schemeClr val="accent2"/>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900" name="Google Shape;900;p89">
            <a:extLst>
              <a:ext uri="{FF2B5EF4-FFF2-40B4-BE49-F238E27FC236}">
                <a16:creationId xmlns:a16="http://schemas.microsoft.com/office/drawing/2014/main" id="{F7F04479-C37F-4FFB-8317-F0AC590B10DF}"/>
              </a:ext>
            </a:extLst>
          </p:cNvPr>
          <p:cNvSpPr>
            <a:spLocks noGrp="1"/>
          </p:cNvSpPr>
          <p:nvPr/>
        </p:nvSpPr>
        <p:spPr>
          <a:xfrm>
            <a:off x="7082643" y="1480996"/>
            <a:ext cx="90590" cy="285483"/>
          </a:xfrm>
          <a:custGeom>
            <a:avLst/>
            <a:gdLst/>
            <a:ahLst/>
            <a:cxnLst/>
            <a:rect l="l" t="t" r="r" b="b"/>
            <a:pathLst>
              <a:path w="2080" h="6554">
                <a:moveTo>
                  <a:pt x="2080" y="0"/>
                </a:moveTo>
                <a:lnTo>
                  <a:pt x="1765" y="315"/>
                </a:lnTo>
                <a:cubicBezTo>
                  <a:pt x="1292" y="788"/>
                  <a:pt x="662" y="1071"/>
                  <a:pt x="1" y="1166"/>
                </a:cubicBezTo>
                <a:lnTo>
                  <a:pt x="1" y="5419"/>
                </a:lnTo>
                <a:cubicBezTo>
                  <a:pt x="662" y="5482"/>
                  <a:pt x="1292" y="5766"/>
                  <a:pt x="1765" y="6238"/>
                </a:cubicBezTo>
                <a:lnTo>
                  <a:pt x="2080" y="6553"/>
                </a:lnTo>
                <a:lnTo>
                  <a:pt x="2080" y="0"/>
                </a:lnTo>
                <a:close/>
              </a:path>
            </a:pathLst>
          </a:custGeom>
          <a:solidFill>
            <a:schemeClr val="accent2"/>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901" name="Rectangle: Rounded Corners 900">
            <a:extLst>
              <a:ext uri="{FF2B5EF4-FFF2-40B4-BE49-F238E27FC236}">
                <a16:creationId xmlns:a16="http://schemas.microsoft.com/office/drawing/2014/main" id="{BCC593BC-7B82-4130-9C5C-F5E8062E9360}"/>
              </a:ext>
            </a:extLst>
          </p:cNvPr>
          <p:cNvSpPr>
            <a:spLocks noGrp="1"/>
          </p:cNvSpPr>
          <p:nvPr/>
        </p:nvSpPr>
        <p:spPr>
          <a:xfrm>
            <a:off x="1000125" y="3731940"/>
            <a:ext cx="7143750" cy="457200"/>
          </a:xfrm>
          <a:prstGeom prst="roundRect">
            <a:avLst>
              <a:gd name="adj" fmla="val 50000"/>
            </a:avLst>
          </a:prstGeom>
          <a:solidFill>
            <a:srgbClr val="DFF0D6"/>
          </a:solidFill>
          <a:ln w="13335">
            <a:solidFill>
              <a:srgbClr val="4B8D17"/>
            </a:solidFill>
            <a:prstDash val="solid"/>
          </a:ln>
        </p:spPr>
        <p:txBody>
          <a:bodyPr lIns="152400" tIns="66675" rIns="152400" bIns="66675" anchor="ctr">
            <a:normAutofit fontScale="91380"/>
          </a:bodyPr>
          <a:lstStyle/>
          <a:p>
            <a:pPr algn="ctr">
              <a:buNone/>
              <a:defRPr sz="1035" b="1">
                <a:solidFill>
                  <a:srgbClr val="4B8D17"/>
                </a:solidFill>
                <a:latin typeface="Montserrat"/>
                <a:ea typeface="Montserrat"/>
                <a:cs typeface="Montserrat"/>
              </a:defRPr>
            </a:pPr>
            <a:r>
              <a:rPr sz="1035" b="1">
                <a:solidFill>
                  <a:srgbClr val="4B8D17"/>
                </a:solidFill>
                <a:latin typeface="Montserrat"/>
                <a:ea typeface="Montserrat"/>
                <a:cs typeface="Montserrat"/>
              </a:rPr>
              <a:t>Ownership xuyên suốt: ứng viên sở hữu dữ liệu cá nhân • recruiter sở hữu quyết định • admin chỉ vận hành.</a:t>
            </a:r>
          </a:p>
        </p:txBody>
      </p:sp>
      <p:sp>
        <p:nvSpPr>
          <p:cNvPr id="902" name="TextBox 901"/>
          <p:cNvSpPr txBox="1"/>
          <p:nvPr/>
        </p:nvSpPr>
        <p:spPr>
          <a:xfrm>
            <a:off x="713225" y="200000"/>
            <a:ext cx="1200000" cy="260000"/>
          </a:xfrm>
          <a:prstGeom prst="rect">
            <a:avLst/>
          </a:prstGeom>
          <a:noFill/>
        </p:spPr>
        <p:txBody>
          <a:bodyPr wrap="none" lIns="0" tIns="0">
            <a:spAutoFit/>
          </a:bodyPr>
          <a:lstStyle/>
          <a:p>
            <a:pPr>
              <a:defRPr sz="1100" b="1">
                <a:solidFill>
                  <a:srgbClr val="4B8D17"/>
                </a:solidFill>
                <a:latin typeface="Montserrat"/>
              </a:defRPr>
            </a:pPr>
            <a:r>
              <a:t>#01</a:t>
            </a:r>
          </a:p>
        </p:txBody>
      </p:sp>
    </p:spTree>
    <p:extLst>
      <p:ext uri="{BB962C8B-B14F-4D97-AF65-F5344CB8AC3E}">
        <p14:creationId xmlns:p14="http://schemas.microsoft.com/office/powerpoint/2010/main" val="58144335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E8F3E5"/>
        </a:solidFill>
        <a:effectLst/>
      </p:bgPr>
    </p:bg>
    <p:spTree>
      <p:nvGrpSpPr>
        <p:cNvPr id="1" name=""/>
        <p:cNvGrpSpPr/>
        <p:nvPr/>
      </p:nvGrpSpPr>
      <p:grpSpPr>
        <a:xfrm>
          <a:off x="0" y="0"/>
          <a:ext cx="0" cy="0"/>
          <a:chOff x="0" y="0"/>
          <a:chExt cx="0" cy="0"/>
        </a:xfrm>
      </p:grpSpPr>
      <p:sp>
        <p:nvSpPr>
          <p:cNvPr id="529" name="Google Shape;529;p62">
            <a:extLst>
              <a:ext uri="{FF2B5EF4-FFF2-40B4-BE49-F238E27FC236}">
                <a16:creationId xmlns:a16="http://schemas.microsoft.com/office/drawing/2014/main" id="{D2DEA9EA-4979-40B8-882A-109810B69349}"/>
              </a:ext>
            </a:extLst>
          </p:cNvPr>
          <p:cNvSpPr>
            <a:spLocks noGrp="1"/>
          </p:cNvSpPr>
          <p:nvPr>
            <p:ph type="title" idx="21"/>
          </p:nvPr>
        </p:nvSpPr>
        <p:spPr>
          <a:xfrm>
            <a:off x="2332400" y="445025"/>
            <a:ext cx="4479300" cy="572700"/>
          </a:xfrm>
          <a:prstGeom prst="rect">
            <a:avLst/>
          </a:prstGeom>
        </p:spPr>
        <p:txBody>
          <a:bodyPr spcFirstLastPara="1" wrap="square" lIns="91425" tIns="91425" rIns="91425" bIns="91425" anchor="t">
            <a:noAutofit/>
          </a:bodyPr>
          <a:lstStyle/>
          <a:p>
            <a:pPr marL="0" lvl="0" indent="0" algn="ctr">
              <a:spcBef>
                <a:spcPts val="0"/>
              </a:spcBef>
              <a:spcAft>
                <a:spcPts val="0"/>
              </a:spcAft>
              <a:buNone/>
              <a:defRPr sz="1800" b="1">
                <a:solidFill>
                  <a:srgbClr val="111410"/>
                </a:solidFill>
                <a:latin typeface="Cambria"/>
                <a:ea typeface="Cambria"/>
                <a:cs typeface="Cambria"/>
              </a:defRPr>
            </a:pPr>
            <a:r>
              <a:rPr sz="1800" b="1">
                <a:solidFill>
                  <a:srgbClr val="111410"/>
                </a:solidFill>
                <a:latin typeface="Cambria"/>
                <a:ea typeface="Cambria"/>
                <a:cs typeface="Cambria"/>
              </a:rPr>
              <a:t>Mục tiêu và câu hỏi nghiên cứu</a:t>
            </a:r>
            <a:endParaRPr/>
          </a:p>
        </p:txBody>
      </p:sp>
      <p:sp>
        <p:nvSpPr>
          <p:cNvPr id="530" name="Rectangle: Rounded Corners 529">
            <a:extLst>
              <a:ext uri="{FF2B5EF4-FFF2-40B4-BE49-F238E27FC236}">
                <a16:creationId xmlns:a16="http://schemas.microsoft.com/office/drawing/2014/main" id="{58E150AF-B4CB-4109-A216-0F9DC5E934CE}"/>
              </a:ext>
            </a:extLst>
          </p:cNvPr>
          <p:cNvSpPr>
            <a:spLocks noGrp="1"/>
          </p:cNvSpPr>
          <p:nvPr/>
        </p:nvSpPr>
        <p:spPr>
          <a:xfrm>
            <a:off x="523875" y="1066800"/>
            <a:ext cx="8096250" cy="1581150"/>
          </a:xfrm>
          <a:prstGeom prst="roundRect">
            <a:avLst>
              <a:gd name="adj" fmla="val 4819"/>
            </a:avLst>
          </a:prstGeom>
          <a:solidFill>
            <a:srgbClr val="D7E7F1"/>
          </a:solidFill>
          <a:ln w="10478">
            <a:solidFill>
              <a:srgbClr val="8B9589"/>
            </a:solidFill>
            <a:prstDash val="solid"/>
          </a:ln>
        </p:spPr>
      </p:sp>
      <p:sp>
        <p:nvSpPr>
          <p:cNvPr id="531" name="Rectangle: Rounded Corners 530">
            <a:extLst>
              <a:ext uri="{FF2B5EF4-FFF2-40B4-BE49-F238E27FC236}">
                <a16:creationId xmlns:a16="http://schemas.microsoft.com/office/drawing/2014/main" id="{6E3EA538-6A0D-47AA-93A7-50FE083BDE99}"/>
              </a:ext>
            </a:extLst>
          </p:cNvPr>
          <p:cNvSpPr>
            <a:spLocks noGrp="1"/>
          </p:cNvSpPr>
          <p:nvPr/>
        </p:nvSpPr>
        <p:spPr>
          <a:xfrm>
            <a:off x="523875" y="2724150"/>
            <a:ext cx="8096250" cy="1581150"/>
          </a:xfrm>
          <a:prstGeom prst="roundRect">
            <a:avLst>
              <a:gd name="adj" fmla="val 4819"/>
            </a:avLst>
          </a:prstGeom>
          <a:solidFill>
            <a:srgbClr val="E4D9EE"/>
          </a:solidFill>
          <a:ln w="10478">
            <a:solidFill>
              <a:srgbClr val="8B9589"/>
            </a:solidFill>
            <a:prstDash val="solid"/>
          </a:ln>
        </p:spPr>
      </p:sp>
      <p:sp>
        <p:nvSpPr>
          <p:cNvPr id="532" name="Straight Connector 531">
            <a:extLst>
              <a:ext uri="{FF2B5EF4-FFF2-40B4-BE49-F238E27FC236}">
                <a16:creationId xmlns:a16="http://schemas.microsoft.com/office/drawing/2014/main" id="{E8D7DF51-71E3-44C1-8FE2-47B706C38560}"/>
              </a:ext>
            </a:extLst>
          </p:cNvPr>
          <p:cNvSpPr>
            <a:spLocks noGrp="1"/>
          </p:cNvSpPr>
          <p:nvPr/>
        </p:nvSpPr>
        <p:spPr>
          <a:xfrm>
            <a:off x="3219450" y="1238250"/>
            <a:ext cx="0" cy="1238250"/>
          </a:xfrm>
          <a:prstGeom prst="line">
            <a:avLst/>
          </a:prstGeom>
          <a:ln w="9525">
            <a:solidFill>
              <a:srgbClr val="8B9589"/>
            </a:solidFill>
            <a:prstDash val="solid"/>
          </a:ln>
        </p:spPr>
      </p:sp>
      <p:sp>
        <p:nvSpPr>
          <p:cNvPr id="533" name="Straight Connector 532">
            <a:extLst>
              <a:ext uri="{FF2B5EF4-FFF2-40B4-BE49-F238E27FC236}">
                <a16:creationId xmlns:a16="http://schemas.microsoft.com/office/drawing/2014/main" id="{9473A34D-7E58-41C3-98D6-CFA8FBF488AB}"/>
              </a:ext>
            </a:extLst>
          </p:cNvPr>
          <p:cNvSpPr>
            <a:spLocks noGrp="1"/>
          </p:cNvSpPr>
          <p:nvPr/>
        </p:nvSpPr>
        <p:spPr>
          <a:xfrm>
            <a:off x="3219450" y="2895600"/>
            <a:ext cx="0" cy="1238250"/>
          </a:xfrm>
          <a:prstGeom prst="line">
            <a:avLst/>
          </a:prstGeom>
          <a:ln w="9525">
            <a:solidFill>
              <a:srgbClr val="8B9589"/>
            </a:solidFill>
            <a:prstDash val="solid"/>
          </a:ln>
        </p:spPr>
      </p:sp>
      <p:sp>
        <p:nvSpPr>
          <p:cNvPr id="534" name="Straight Connector 533">
            <a:extLst>
              <a:ext uri="{FF2B5EF4-FFF2-40B4-BE49-F238E27FC236}">
                <a16:creationId xmlns:a16="http://schemas.microsoft.com/office/drawing/2014/main" id="{952D6E5A-047A-48C5-BCEC-6CEF3641CA47}"/>
              </a:ext>
            </a:extLst>
          </p:cNvPr>
          <p:cNvSpPr>
            <a:spLocks noGrp="1"/>
          </p:cNvSpPr>
          <p:nvPr/>
        </p:nvSpPr>
        <p:spPr>
          <a:xfrm>
            <a:off x="5905500" y="1238250"/>
            <a:ext cx="0" cy="1238250"/>
          </a:xfrm>
          <a:prstGeom prst="line">
            <a:avLst/>
          </a:prstGeom>
          <a:ln w="9525">
            <a:solidFill>
              <a:srgbClr val="8B9589"/>
            </a:solidFill>
            <a:prstDash val="solid"/>
          </a:ln>
        </p:spPr>
      </p:sp>
      <p:sp>
        <p:nvSpPr>
          <p:cNvPr id="535" name="Straight Connector 534">
            <a:extLst>
              <a:ext uri="{FF2B5EF4-FFF2-40B4-BE49-F238E27FC236}">
                <a16:creationId xmlns:a16="http://schemas.microsoft.com/office/drawing/2014/main" id="{11D76DBD-1C7E-4394-94CF-986159E09097}"/>
              </a:ext>
            </a:extLst>
          </p:cNvPr>
          <p:cNvSpPr>
            <a:spLocks noGrp="1"/>
          </p:cNvSpPr>
          <p:nvPr/>
        </p:nvSpPr>
        <p:spPr>
          <a:xfrm>
            <a:off x="5905500" y="2895600"/>
            <a:ext cx="0" cy="1238250"/>
          </a:xfrm>
          <a:prstGeom prst="line">
            <a:avLst/>
          </a:prstGeom>
          <a:ln w="9525">
            <a:solidFill>
              <a:srgbClr val="8B9589"/>
            </a:solidFill>
            <a:prstDash val="solid"/>
          </a:ln>
        </p:spPr>
      </p:sp>
      <p:sp>
        <p:nvSpPr>
          <p:cNvPr id="536" name="Rectangle 535">
            <a:extLst>
              <a:ext uri="{FF2B5EF4-FFF2-40B4-BE49-F238E27FC236}">
                <a16:creationId xmlns:a16="http://schemas.microsoft.com/office/drawing/2014/main" id="{A2E3FCB3-2FF4-4C2F-94B0-06EF59F7B580}"/>
              </a:ext>
            </a:extLst>
          </p:cNvPr>
          <p:cNvSpPr>
            <a:spLocks noGrp="1"/>
          </p:cNvSpPr>
          <p:nvPr/>
        </p:nvSpPr>
        <p:spPr>
          <a:xfrm>
            <a:off x="762000" y="1162050"/>
            <a:ext cx="2238375" cy="361950"/>
          </a:xfrm>
          <a:prstGeom prst="rect">
            <a:avLst/>
          </a:prstGeom>
          <a:ln w="0">
            <a:prstDash val="solid"/>
          </a:ln>
        </p:spPr>
        <p:txBody>
          <a:bodyPr lIns="28575" tIns="19050" rIns="28575" bIns="19050" anchor="ctr">
            <a:normAutofit/>
          </a:bodyPr>
          <a:lstStyle/>
          <a:p>
            <a:pPr algn="ctr">
              <a:buNone/>
              <a:defRPr sz="1650" b="1">
                <a:solidFill>
                  <a:srgbClr val="4B8D17"/>
                </a:solidFill>
                <a:latin typeface="Montserrat"/>
                <a:ea typeface="Montserrat"/>
                <a:cs typeface="Montserrat"/>
              </a:defRPr>
            </a:pPr>
            <a:r>
              <a:rPr sz="1650" b="1">
                <a:solidFill>
                  <a:srgbClr val="4B8D17"/>
                </a:solidFill>
                <a:latin typeface="Montserrat"/>
                <a:ea typeface="Montserrat"/>
                <a:cs typeface="Montserrat"/>
              </a:rPr>
              <a:t>01</a:t>
            </a:r>
          </a:p>
        </p:txBody>
      </p:sp>
      <p:sp>
        <p:nvSpPr>
          <p:cNvPr id="537" name="Rectangle 536">
            <a:extLst>
              <a:ext uri="{FF2B5EF4-FFF2-40B4-BE49-F238E27FC236}">
                <a16:creationId xmlns:a16="http://schemas.microsoft.com/office/drawing/2014/main" id="{ECDFD7F9-9DD6-4A47-B2A8-D4D8A4CB8D24}"/>
              </a:ext>
            </a:extLst>
          </p:cNvPr>
          <p:cNvSpPr>
            <a:spLocks noGrp="1"/>
          </p:cNvSpPr>
          <p:nvPr/>
        </p:nvSpPr>
        <p:spPr>
          <a:xfrm>
            <a:off x="762000" y="1685925"/>
            <a:ext cx="2238375" cy="361950"/>
          </a:xfrm>
          <a:prstGeom prst="rect">
            <a:avLst/>
          </a:prstGeom>
          <a:ln w="0">
            <a:prstDash val="solid"/>
          </a:ln>
        </p:spPr>
        <p:txBody>
          <a:bodyPr lIns="28575" tIns="19050" rIns="28575" bIns="19050" anchor="ctr">
            <a:normAutofit/>
          </a:bodyPr>
          <a:lstStyle/>
          <a:p>
            <a:pPr algn="ctr">
              <a:buNone/>
              <a:defRPr sz="1275" b="1">
                <a:solidFill>
                  <a:srgbClr val="111410"/>
                </a:solidFill>
                <a:latin typeface="Montserrat"/>
                <a:ea typeface="Montserrat"/>
                <a:cs typeface="Montserrat"/>
              </a:defRPr>
            </a:pPr>
            <a:r>
              <a:rPr sz="1275" b="1">
                <a:solidFill>
                  <a:srgbClr val="111410"/>
                </a:solidFill>
                <a:latin typeface="Montserrat"/>
                <a:ea typeface="Montserrat"/>
                <a:cs typeface="Montserrat"/>
              </a:rPr>
              <a:t>Hai chế độ</a:t>
            </a:r>
          </a:p>
        </p:txBody>
      </p:sp>
      <p:sp>
        <p:nvSpPr>
          <p:cNvPr id="538" name="Rectangle 537">
            <a:extLst>
              <a:ext uri="{FF2B5EF4-FFF2-40B4-BE49-F238E27FC236}">
                <a16:creationId xmlns:a16="http://schemas.microsoft.com/office/drawing/2014/main" id="{6250D77D-7A69-430F-836C-324C51D2DCA5}"/>
              </a:ext>
            </a:extLst>
          </p:cNvPr>
          <p:cNvSpPr>
            <a:spLocks noGrp="1"/>
          </p:cNvSpPr>
          <p:nvPr/>
        </p:nvSpPr>
        <p:spPr>
          <a:xfrm>
            <a:off x="762000" y="2133600"/>
            <a:ext cx="2238375" cy="438150"/>
          </a:xfrm>
          <a:prstGeom prst="rect">
            <a:avLst/>
          </a:prstGeom>
          <a:ln w="0">
            <a:prstDash val="solid"/>
          </a:ln>
        </p:spPr>
        <p:txBody>
          <a:bodyPr lIns="28575" tIns="19050" rIns="28575" bIns="19050" anchor="ctr">
            <a:normAutofit/>
          </a:bodyPr>
          <a:lstStyle/>
          <a:p>
            <a:pPr algn="ctr">
              <a:buNone/>
              <a:defRPr sz="1013" b="0">
                <a:solidFill>
                  <a:srgbClr val="526052"/>
                </a:solidFill>
                <a:latin typeface="Montserrat"/>
                <a:ea typeface="Montserrat"/>
                <a:cs typeface="Montserrat"/>
              </a:defRPr>
            </a:pPr>
            <a:r>
              <a:rPr sz="1013" b="0">
                <a:solidFill>
                  <a:srgbClr val="526052"/>
                </a:solidFill>
                <a:latin typeface="Montserrat"/>
                <a:ea typeface="Montserrat"/>
                <a:cs typeface="Montserrat"/>
              </a:rPr>
              <a:t>Practice và recruitment tách vòng đời</a:t>
            </a:r>
          </a:p>
        </p:txBody>
      </p:sp>
      <p:sp>
        <p:nvSpPr>
          <p:cNvPr id="539" name="Rectangle 538">
            <a:extLst>
              <a:ext uri="{FF2B5EF4-FFF2-40B4-BE49-F238E27FC236}">
                <a16:creationId xmlns:a16="http://schemas.microsoft.com/office/drawing/2014/main" id="{813886F9-EC56-49DC-B95C-301029C17B2D}"/>
              </a:ext>
            </a:extLst>
          </p:cNvPr>
          <p:cNvSpPr>
            <a:spLocks noGrp="1"/>
          </p:cNvSpPr>
          <p:nvPr/>
        </p:nvSpPr>
        <p:spPr>
          <a:xfrm>
            <a:off x="3457575" y="1162050"/>
            <a:ext cx="2238375" cy="361950"/>
          </a:xfrm>
          <a:prstGeom prst="rect">
            <a:avLst/>
          </a:prstGeom>
          <a:ln w="0">
            <a:prstDash val="solid"/>
          </a:ln>
        </p:spPr>
        <p:txBody>
          <a:bodyPr lIns="28575" tIns="19050" rIns="28575" bIns="19050" anchor="ctr">
            <a:normAutofit/>
          </a:bodyPr>
          <a:lstStyle/>
          <a:p>
            <a:pPr algn="ctr">
              <a:buNone/>
              <a:defRPr sz="1650" b="1">
                <a:solidFill>
                  <a:srgbClr val="4B8D17"/>
                </a:solidFill>
                <a:latin typeface="Montserrat"/>
                <a:ea typeface="Montserrat"/>
                <a:cs typeface="Montserrat"/>
              </a:defRPr>
            </a:pPr>
            <a:r>
              <a:rPr sz="1650" b="1">
                <a:solidFill>
                  <a:srgbClr val="4B8D17"/>
                </a:solidFill>
                <a:latin typeface="Montserrat"/>
                <a:ea typeface="Montserrat"/>
                <a:cs typeface="Montserrat"/>
              </a:rPr>
              <a:t>02</a:t>
            </a:r>
          </a:p>
        </p:txBody>
      </p:sp>
      <p:sp>
        <p:nvSpPr>
          <p:cNvPr id="540" name="Rectangle 539">
            <a:extLst>
              <a:ext uri="{FF2B5EF4-FFF2-40B4-BE49-F238E27FC236}">
                <a16:creationId xmlns:a16="http://schemas.microsoft.com/office/drawing/2014/main" id="{D96BA037-699F-47A1-A0FC-4553F376B589}"/>
              </a:ext>
            </a:extLst>
          </p:cNvPr>
          <p:cNvSpPr>
            <a:spLocks noGrp="1"/>
          </p:cNvSpPr>
          <p:nvPr/>
        </p:nvSpPr>
        <p:spPr>
          <a:xfrm>
            <a:off x="3457575" y="1685925"/>
            <a:ext cx="2238375" cy="361950"/>
          </a:xfrm>
          <a:prstGeom prst="rect">
            <a:avLst/>
          </a:prstGeom>
          <a:ln w="0">
            <a:prstDash val="solid"/>
          </a:ln>
        </p:spPr>
        <p:txBody>
          <a:bodyPr lIns="28575" tIns="19050" rIns="28575" bIns="19050" anchor="ctr">
            <a:normAutofit/>
          </a:bodyPr>
          <a:lstStyle/>
          <a:p>
            <a:pPr algn="ctr">
              <a:buNone/>
              <a:defRPr sz="1275" b="1">
                <a:solidFill>
                  <a:srgbClr val="111410"/>
                </a:solidFill>
                <a:latin typeface="Montserrat"/>
                <a:ea typeface="Montserrat"/>
                <a:cs typeface="Montserrat"/>
              </a:defRPr>
            </a:pPr>
            <a:r>
              <a:rPr sz="1275" b="1">
                <a:solidFill>
                  <a:srgbClr val="111410"/>
                </a:solidFill>
                <a:latin typeface="Montserrat"/>
                <a:ea typeface="Montserrat"/>
                <a:cs typeface="Montserrat"/>
              </a:rPr>
              <a:t>Grounded LLM</a:t>
            </a:r>
          </a:p>
        </p:txBody>
      </p:sp>
      <p:sp>
        <p:nvSpPr>
          <p:cNvPr id="541" name="Rectangle 540">
            <a:extLst>
              <a:ext uri="{FF2B5EF4-FFF2-40B4-BE49-F238E27FC236}">
                <a16:creationId xmlns:a16="http://schemas.microsoft.com/office/drawing/2014/main" id="{C9EDC16A-F777-4649-AEDC-E4D5551557AF}"/>
              </a:ext>
            </a:extLst>
          </p:cNvPr>
          <p:cNvSpPr>
            <a:spLocks noGrp="1"/>
          </p:cNvSpPr>
          <p:nvPr/>
        </p:nvSpPr>
        <p:spPr>
          <a:xfrm>
            <a:off x="3457575" y="2133600"/>
            <a:ext cx="2238375" cy="438150"/>
          </a:xfrm>
          <a:prstGeom prst="rect">
            <a:avLst/>
          </a:prstGeom>
          <a:ln w="0">
            <a:prstDash val="solid"/>
          </a:ln>
        </p:spPr>
        <p:txBody>
          <a:bodyPr lIns="28575" tIns="19050" rIns="28575" bIns="19050" anchor="ctr">
            <a:normAutofit/>
          </a:bodyPr>
          <a:lstStyle/>
          <a:p>
            <a:pPr algn="ctr">
              <a:buNone/>
              <a:defRPr sz="1013" b="0">
                <a:solidFill>
                  <a:srgbClr val="526052"/>
                </a:solidFill>
                <a:latin typeface="Montserrat"/>
                <a:ea typeface="Montserrat"/>
                <a:cs typeface="Montserrat"/>
              </a:defRPr>
            </a:pPr>
            <a:r>
              <a:rPr sz="1013" b="0">
                <a:solidFill>
                  <a:srgbClr val="526052"/>
                </a:solidFill>
                <a:latin typeface="Montserrat"/>
                <a:ea typeface="Montserrat"/>
                <a:cs typeface="Montserrat"/>
              </a:rPr>
              <a:t>JD/rule giới hạn output</a:t>
            </a:r>
          </a:p>
        </p:txBody>
      </p:sp>
      <p:sp>
        <p:nvSpPr>
          <p:cNvPr id="542" name="Rectangle 541">
            <a:extLst>
              <a:ext uri="{FF2B5EF4-FFF2-40B4-BE49-F238E27FC236}">
                <a16:creationId xmlns:a16="http://schemas.microsoft.com/office/drawing/2014/main" id="{F56296D1-400F-44BB-909C-63CC196D6BAE}"/>
              </a:ext>
            </a:extLst>
          </p:cNvPr>
          <p:cNvSpPr>
            <a:spLocks noGrp="1"/>
          </p:cNvSpPr>
          <p:nvPr/>
        </p:nvSpPr>
        <p:spPr>
          <a:xfrm>
            <a:off x="6153150" y="1162050"/>
            <a:ext cx="2238375" cy="361950"/>
          </a:xfrm>
          <a:prstGeom prst="rect">
            <a:avLst/>
          </a:prstGeom>
          <a:ln w="0">
            <a:prstDash val="solid"/>
          </a:ln>
        </p:spPr>
        <p:txBody>
          <a:bodyPr lIns="28575" tIns="19050" rIns="28575" bIns="19050" anchor="ctr">
            <a:normAutofit/>
          </a:bodyPr>
          <a:lstStyle/>
          <a:p>
            <a:pPr algn="ctr">
              <a:buNone/>
              <a:defRPr sz="1650" b="1">
                <a:solidFill>
                  <a:srgbClr val="4B8D17"/>
                </a:solidFill>
                <a:latin typeface="Montserrat"/>
                <a:ea typeface="Montserrat"/>
                <a:cs typeface="Montserrat"/>
              </a:defRPr>
            </a:pPr>
          </a:p>
        </p:txBody>
      </p:sp>
      <p:sp>
        <p:nvSpPr>
          <p:cNvPr id="543" name="Rectangle 542">
            <a:extLst>
              <a:ext uri="{FF2B5EF4-FFF2-40B4-BE49-F238E27FC236}">
                <a16:creationId xmlns:a16="http://schemas.microsoft.com/office/drawing/2014/main" id="{F2927BC7-7AC0-4F51-AD06-52317A88844C}"/>
              </a:ext>
            </a:extLst>
          </p:cNvPr>
          <p:cNvSpPr>
            <a:spLocks noGrp="1"/>
          </p:cNvSpPr>
          <p:nvPr/>
        </p:nvSpPr>
        <p:spPr>
          <a:xfrm>
            <a:off x="6153150" y="1685925"/>
            <a:ext cx="2238375" cy="361950"/>
          </a:xfrm>
          <a:prstGeom prst="rect">
            <a:avLst/>
          </a:prstGeom>
          <a:ln w="0">
            <a:prstDash val="solid"/>
          </a:ln>
        </p:spPr>
        <p:txBody>
          <a:bodyPr lIns="28575" tIns="19050" rIns="28575" bIns="19050" anchor="ctr">
            <a:normAutofit/>
          </a:bodyPr>
          <a:lstStyle/>
          <a:p>
            <a:pPr algn="ctr">
              <a:buNone/>
              <a:defRPr sz="1275" b="1">
                <a:solidFill>
                  <a:srgbClr val="111410"/>
                </a:solidFill>
                <a:latin typeface="Montserrat"/>
                <a:ea typeface="Montserrat"/>
                <a:cs typeface="Montserrat"/>
              </a:defRPr>
            </a:pPr>
            <a:r>
              <a:rPr sz="1275" b="1">
                <a:solidFill>
                  <a:srgbClr val="111410"/>
                </a:solidFill>
                <a:latin typeface="Montserrat"/>
                <a:ea typeface="Montserrat"/>
                <a:cs typeface="Montserrat"/>
              </a:rPr>
              <a:t>Speech an toàn</a:t>
            </a:r>
          </a:p>
        </p:txBody>
      </p:sp>
      <p:sp>
        <p:nvSpPr>
          <p:cNvPr id="544" name="Rectangle 543">
            <a:extLst>
              <a:ext uri="{FF2B5EF4-FFF2-40B4-BE49-F238E27FC236}">
                <a16:creationId xmlns:a16="http://schemas.microsoft.com/office/drawing/2014/main" id="{13858425-E988-4D18-A3D8-E27E15BB3296}"/>
              </a:ext>
            </a:extLst>
          </p:cNvPr>
          <p:cNvSpPr>
            <a:spLocks noGrp="1"/>
          </p:cNvSpPr>
          <p:nvPr/>
        </p:nvSpPr>
        <p:spPr>
          <a:xfrm>
            <a:off x="6153150" y="2133600"/>
            <a:ext cx="2238375" cy="438150"/>
          </a:xfrm>
          <a:prstGeom prst="rect">
            <a:avLst/>
          </a:prstGeom>
          <a:ln w="0">
            <a:prstDash val="solid"/>
          </a:ln>
        </p:spPr>
        <p:txBody>
          <a:bodyPr lIns="28575" tIns="19050" rIns="28575" bIns="19050" anchor="ctr">
            <a:normAutofit/>
          </a:bodyPr>
          <a:lstStyle/>
          <a:p>
            <a:pPr algn="ctr">
              <a:buNone/>
              <a:defRPr sz="1013" b="0">
                <a:solidFill>
                  <a:srgbClr val="526052"/>
                </a:solidFill>
                <a:latin typeface="Montserrat"/>
                <a:ea typeface="Montserrat"/>
                <a:cs typeface="Montserrat"/>
              </a:defRPr>
            </a:pPr>
            <a:r>
              <a:rPr sz="1013" b="0">
                <a:solidFill>
                  <a:srgbClr val="526052"/>
                </a:solidFill>
                <a:latin typeface="Montserrat"/>
                <a:ea typeface="Montserrat"/>
                <a:cs typeface="Montserrat"/>
              </a:rPr>
              <a:t>Coaching, không chẩn đoán</a:t>
            </a:r>
          </a:p>
        </p:txBody>
      </p:sp>
      <p:sp>
        <p:nvSpPr>
          <p:cNvPr id="545" name="Rectangle 544">
            <a:extLst>
              <a:ext uri="{FF2B5EF4-FFF2-40B4-BE49-F238E27FC236}">
                <a16:creationId xmlns:a16="http://schemas.microsoft.com/office/drawing/2014/main" id="{2DD70DB4-82C5-4B3B-85D9-8E6F5F806A97}"/>
              </a:ext>
            </a:extLst>
          </p:cNvPr>
          <p:cNvSpPr>
            <a:spLocks noGrp="1"/>
          </p:cNvSpPr>
          <p:nvPr/>
        </p:nvSpPr>
        <p:spPr>
          <a:xfrm>
            <a:off x="762000" y="2819400"/>
            <a:ext cx="2238375" cy="361950"/>
          </a:xfrm>
          <a:prstGeom prst="rect">
            <a:avLst/>
          </a:prstGeom>
          <a:ln w="0">
            <a:prstDash val="solid"/>
          </a:ln>
        </p:spPr>
        <p:txBody>
          <a:bodyPr lIns="28575" tIns="19050" rIns="28575" bIns="19050" anchor="ctr">
            <a:normAutofit/>
          </a:bodyPr>
          <a:lstStyle/>
          <a:p>
            <a:pPr algn="ctr">
              <a:buNone/>
              <a:defRPr sz="1650" b="1">
                <a:solidFill>
                  <a:srgbClr val="4B8D17"/>
                </a:solidFill>
                <a:latin typeface="Montserrat"/>
                <a:ea typeface="Montserrat"/>
                <a:cs typeface="Montserrat"/>
              </a:defRPr>
            </a:pPr>
            <a:r>
              <a:rPr sz="1650" b="1">
                <a:solidFill>
                  <a:srgbClr val="4B8D17"/>
                </a:solidFill>
                <a:latin typeface="Montserrat"/>
                <a:ea typeface="Montserrat"/>
                <a:cs typeface="Montserrat"/>
              </a:rPr>
              <a:t>04</a:t>
            </a:r>
          </a:p>
        </p:txBody>
      </p:sp>
      <p:sp>
        <p:nvSpPr>
          <p:cNvPr id="546" name="Rectangle 545">
            <a:extLst>
              <a:ext uri="{FF2B5EF4-FFF2-40B4-BE49-F238E27FC236}">
                <a16:creationId xmlns:a16="http://schemas.microsoft.com/office/drawing/2014/main" id="{EB3B2081-04CB-4FB1-93CC-A8E019A2BC39}"/>
              </a:ext>
            </a:extLst>
          </p:cNvPr>
          <p:cNvSpPr>
            <a:spLocks noGrp="1"/>
          </p:cNvSpPr>
          <p:nvPr/>
        </p:nvSpPr>
        <p:spPr>
          <a:xfrm>
            <a:off x="762000" y="3343275"/>
            <a:ext cx="2238375" cy="361950"/>
          </a:xfrm>
          <a:prstGeom prst="rect">
            <a:avLst/>
          </a:prstGeom>
          <a:ln w="0">
            <a:prstDash val="solid"/>
          </a:ln>
        </p:spPr>
        <p:txBody>
          <a:bodyPr lIns="28575" tIns="19050" rIns="28575" bIns="19050" anchor="ctr">
            <a:normAutofit/>
          </a:bodyPr>
          <a:lstStyle/>
          <a:p>
            <a:pPr algn="ctr">
              <a:buNone/>
              <a:defRPr sz="1275" b="1">
                <a:solidFill>
                  <a:srgbClr val="111410"/>
                </a:solidFill>
                <a:latin typeface="Montserrat"/>
                <a:ea typeface="Montserrat"/>
                <a:cs typeface="Montserrat"/>
              </a:defRPr>
            </a:pPr>
            <a:r>
              <a:rPr sz="1275" b="1">
                <a:solidFill>
                  <a:srgbClr val="111410"/>
                </a:solidFill>
                <a:latin typeface="Montserrat"/>
                <a:ea typeface="Montserrat"/>
                <a:cs typeface="Montserrat"/>
              </a:rPr>
              <a:t>Provenance</a:t>
            </a:r>
          </a:p>
        </p:txBody>
      </p:sp>
      <p:sp>
        <p:nvSpPr>
          <p:cNvPr id="547" name="Rectangle 546">
            <a:extLst>
              <a:ext uri="{FF2B5EF4-FFF2-40B4-BE49-F238E27FC236}">
                <a16:creationId xmlns:a16="http://schemas.microsoft.com/office/drawing/2014/main" id="{E49AADFD-4208-4363-AA04-6CB5FDB3FC1A}"/>
              </a:ext>
            </a:extLst>
          </p:cNvPr>
          <p:cNvSpPr>
            <a:spLocks noGrp="1"/>
          </p:cNvSpPr>
          <p:nvPr/>
        </p:nvSpPr>
        <p:spPr>
          <a:xfrm>
            <a:off x="762000" y="3790950"/>
            <a:ext cx="2238375" cy="438150"/>
          </a:xfrm>
          <a:prstGeom prst="rect">
            <a:avLst/>
          </a:prstGeom>
          <a:ln w="0">
            <a:prstDash val="solid"/>
          </a:ln>
        </p:spPr>
        <p:txBody>
          <a:bodyPr lIns="28575" tIns="19050" rIns="28575" bIns="19050" anchor="ctr">
            <a:normAutofit/>
          </a:bodyPr>
          <a:lstStyle/>
          <a:p>
            <a:pPr algn="ctr">
              <a:buNone/>
              <a:defRPr sz="1013" b="0">
                <a:solidFill>
                  <a:srgbClr val="526052"/>
                </a:solidFill>
                <a:latin typeface="Montserrat"/>
                <a:ea typeface="Montserrat"/>
                <a:cs typeface="Montserrat"/>
              </a:defRPr>
            </a:pPr>
            <a:r>
              <a:rPr sz="1013" b="0">
                <a:solidFill>
                  <a:srgbClr val="526052"/>
                </a:solidFill>
                <a:latin typeface="Montserrat"/>
                <a:ea typeface="Montserrat"/>
                <a:cs typeface="Montserrat"/>
              </a:rPr>
              <a:t>Evidence khác blueprint</a:t>
            </a:r>
          </a:p>
        </p:txBody>
      </p:sp>
      <p:sp>
        <p:nvSpPr>
          <p:cNvPr id="548" name="Rectangle 547">
            <a:extLst>
              <a:ext uri="{FF2B5EF4-FFF2-40B4-BE49-F238E27FC236}">
                <a16:creationId xmlns:a16="http://schemas.microsoft.com/office/drawing/2014/main" id="{011BFC26-1CB1-4058-96C2-19C45FBD38FF}"/>
              </a:ext>
            </a:extLst>
          </p:cNvPr>
          <p:cNvSpPr>
            <a:spLocks noGrp="1"/>
          </p:cNvSpPr>
          <p:nvPr/>
        </p:nvSpPr>
        <p:spPr>
          <a:xfrm>
            <a:off x="3457575" y="2819400"/>
            <a:ext cx="2238375" cy="361950"/>
          </a:xfrm>
          <a:prstGeom prst="rect">
            <a:avLst/>
          </a:prstGeom>
          <a:ln w="0">
            <a:prstDash val="solid"/>
          </a:ln>
        </p:spPr>
        <p:txBody>
          <a:bodyPr lIns="28575" tIns="19050" rIns="28575" bIns="19050" anchor="ctr">
            <a:normAutofit/>
          </a:bodyPr>
          <a:lstStyle/>
          <a:p>
            <a:pPr algn="ctr">
              <a:buNone/>
              <a:defRPr sz="1650" b="1">
                <a:solidFill>
                  <a:srgbClr val="4B8D17"/>
                </a:solidFill>
                <a:latin typeface="Montserrat"/>
                <a:ea typeface="Montserrat"/>
                <a:cs typeface="Montserrat"/>
              </a:defRPr>
            </a:pPr>
            <a:r>
              <a:rPr sz="1650" b="1">
                <a:solidFill>
                  <a:srgbClr val="4B8D17"/>
                </a:solidFill>
                <a:latin typeface="Montserrat"/>
                <a:ea typeface="Montserrat"/>
                <a:cs typeface="Montserrat"/>
              </a:rPr>
              <a:t>05</a:t>
            </a:r>
          </a:p>
        </p:txBody>
      </p:sp>
      <p:sp>
        <p:nvSpPr>
          <p:cNvPr id="549" name="Rectangle 548">
            <a:extLst>
              <a:ext uri="{FF2B5EF4-FFF2-40B4-BE49-F238E27FC236}">
                <a16:creationId xmlns:a16="http://schemas.microsoft.com/office/drawing/2014/main" id="{43A0E2DE-8862-4BB4-806D-04A174BE1DC2}"/>
              </a:ext>
            </a:extLst>
          </p:cNvPr>
          <p:cNvSpPr>
            <a:spLocks noGrp="1"/>
          </p:cNvSpPr>
          <p:nvPr/>
        </p:nvSpPr>
        <p:spPr>
          <a:xfrm>
            <a:off x="3457575" y="3343275"/>
            <a:ext cx="2238375" cy="361950"/>
          </a:xfrm>
          <a:prstGeom prst="rect">
            <a:avLst/>
          </a:prstGeom>
          <a:ln w="0">
            <a:prstDash val="solid"/>
          </a:ln>
        </p:spPr>
        <p:txBody>
          <a:bodyPr lIns="28575" tIns="19050" rIns="28575" bIns="19050" anchor="ctr">
            <a:normAutofit/>
          </a:bodyPr>
          <a:lstStyle/>
          <a:p>
            <a:pPr algn="ctr">
              <a:buNone/>
              <a:defRPr sz="1275" b="1">
                <a:solidFill>
                  <a:srgbClr val="111410"/>
                </a:solidFill>
                <a:latin typeface="Montserrat"/>
                <a:ea typeface="Montserrat"/>
                <a:cs typeface="Montserrat"/>
              </a:defRPr>
            </a:pPr>
            <a:r>
              <a:rPr sz="1275" b="1">
                <a:solidFill>
                  <a:srgbClr val="111410"/>
                </a:solidFill>
                <a:latin typeface="Montserrat"/>
                <a:ea typeface="Montserrat"/>
                <a:cs typeface="Montserrat"/>
              </a:rPr>
              <a:t>Xác minh</a:t>
            </a:r>
          </a:p>
        </p:txBody>
      </p:sp>
      <p:sp>
        <p:nvSpPr>
          <p:cNvPr id="550" name="Rectangle 549">
            <a:extLst>
              <a:ext uri="{FF2B5EF4-FFF2-40B4-BE49-F238E27FC236}">
                <a16:creationId xmlns:a16="http://schemas.microsoft.com/office/drawing/2014/main" id="{112E9DBB-1A4F-46BA-AE13-B989BFC9FF7F}"/>
              </a:ext>
            </a:extLst>
          </p:cNvPr>
          <p:cNvSpPr>
            <a:spLocks noGrp="1"/>
          </p:cNvSpPr>
          <p:nvPr/>
        </p:nvSpPr>
        <p:spPr>
          <a:xfrm>
            <a:off x="3457575" y="3790950"/>
            <a:ext cx="2238375" cy="438150"/>
          </a:xfrm>
          <a:prstGeom prst="rect">
            <a:avLst/>
          </a:prstGeom>
          <a:ln w="0">
            <a:prstDash val="solid"/>
          </a:ln>
        </p:spPr>
        <p:txBody>
          <a:bodyPr lIns="28575" tIns="19050" rIns="28575" bIns="19050" anchor="ctr">
            <a:normAutofit/>
          </a:bodyPr>
          <a:lstStyle/>
          <a:p>
            <a:pPr algn="ctr">
              <a:buNone/>
              <a:defRPr sz="1013" b="0">
                <a:solidFill>
                  <a:srgbClr val="526052"/>
                </a:solidFill>
                <a:latin typeface="Montserrat"/>
                <a:ea typeface="Montserrat"/>
                <a:cs typeface="Montserrat"/>
              </a:defRPr>
            </a:pPr>
            <a:r>
              <a:rPr sz="1013" b="0">
                <a:solidFill>
                  <a:srgbClr val="526052"/>
                </a:solidFill>
                <a:latin typeface="Montserrat"/>
                <a:ea typeface="Montserrat"/>
                <a:cs typeface="Montserrat"/>
              </a:rPr>
              <a:t>Test, type check, corpus audit</a:t>
            </a:r>
          </a:p>
        </p:txBody>
      </p:sp>
      <p:sp>
        <p:nvSpPr>
          <p:cNvPr id="551" name="Rectangle 550">
            <a:extLst>
              <a:ext uri="{FF2B5EF4-FFF2-40B4-BE49-F238E27FC236}">
                <a16:creationId xmlns:a16="http://schemas.microsoft.com/office/drawing/2014/main" id="{37CE0F55-0D19-4446-9541-5DEB62363D4A}"/>
              </a:ext>
            </a:extLst>
          </p:cNvPr>
          <p:cNvSpPr>
            <a:spLocks noGrp="1"/>
          </p:cNvSpPr>
          <p:nvPr/>
        </p:nvSpPr>
        <p:spPr>
          <a:xfrm>
            <a:off x="6153150" y="2819400"/>
            <a:ext cx="2238375" cy="361950"/>
          </a:xfrm>
          <a:prstGeom prst="rect">
            <a:avLst/>
          </a:prstGeom>
          <a:ln w="0">
            <a:prstDash val="solid"/>
          </a:ln>
        </p:spPr>
        <p:txBody>
          <a:bodyPr lIns="28575" tIns="19050" rIns="28575" bIns="19050" anchor="ctr">
            <a:normAutofit/>
          </a:bodyPr>
          <a:lstStyle/>
          <a:p>
            <a:pPr algn="ctr">
              <a:buNone/>
              <a:defRPr sz="1650" b="1">
                <a:solidFill>
                  <a:srgbClr val="4B8D17"/>
                </a:solidFill>
                <a:latin typeface="Montserrat"/>
                <a:ea typeface="Montserrat"/>
                <a:cs typeface="Montserrat"/>
              </a:defRPr>
            </a:pPr>
            <a:r>
              <a:rPr sz="1650" b="1">
                <a:solidFill>
                  <a:srgbClr val="4B8D17"/>
                </a:solidFill>
                <a:latin typeface="Montserrat"/>
                <a:ea typeface="Montserrat"/>
                <a:cs typeface="Montserrat"/>
              </a:rPr>
              <a:t>06</a:t>
            </a:r>
          </a:p>
        </p:txBody>
      </p:sp>
      <p:sp>
        <p:nvSpPr>
          <p:cNvPr id="552" name="Rectangle 551">
            <a:extLst>
              <a:ext uri="{FF2B5EF4-FFF2-40B4-BE49-F238E27FC236}">
                <a16:creationId xmlns:a16="http://schemas.microsoft.com/office/drawing/2014/main" id="{C4A2B91F-8A64-44F1-98E3-D4403A8F3C23}"/>
              </a:ext>
            </a:extLst>
          </p:cNvPr>
          <p:cNvSpPr>
            <a:spLocks noGrp="1"/>
          </p:cNvSpPr>
          <p:nvPr/>
        </p:nvSpPr>
        <p:spPr>
          <a:xfrm>
            <a:off x="6153150" y="3343275"/>
            <a:ext cx="2238375" cy="361950"/>
          </a:xfrm>
          <a:prstGeom prst="rect">
            <a:avLst/>
          </a:prstGeom>
          <a:ln w="0">
            <a:prstDash val="solid"/>
          </a:ln>
        </p:spPr>
        <p:txBody>
          <a:bodyPr lIns="28575" tIns="19050" rIns="28575" bIns="19050" anchor="ctr">
            <a:normAutofit/>
          </a:bodyPr>
          <a:lstStyle/>
          <a:p>
            <a:pPr algn="ctr">
              <a:buNone/>
              <a:defRPr sz="1275" b="1">
                <a:solidFill>
                  <a:srgbClr val="111410"/>
                </a:solidFill>
                <a:latin typeface="Montserrat"/>
                <a:ea typeface="Montserrat"/>
                <a:cs typeface="Montserrat"/>
              </a:defRPr>
            </a:pPr>
            <a:r>
              <a:rPr sz="1275" b="1">
                <a:solidFill>
                  <a:srgbClr val="111410"/>
                </a:solidFill>
                <a:latin typeface="Montserrat"/>
                <a:ea typeface="Montserrat"/>
                <a:cs typeface="Montserrat"/>
              </a:rPr>
              <a:t>Ranh giới</a:t>
            </a:r>
          </a:p>
        </p:txBody>
      </p:sp>
      <p:sp>
        <p:nvSpPr>
          <p:cNvPr id="553" name="Rectangle 552">
            <a:extLst>
              <a:ext uri="{FF2B5EF4-FFF2-40B4-BE49-F238E27FC236}">
                <a16:creationId xmlns:a16="http://schemas.microsoft.com/office/drawing/2014/main" id="{4E6F8C12-CDCE-49A1-B2EB-8B7B0294E13F}"/>
              </a:ext>
            </a:extLst>
          </p:cNvPr>
          <p:cNvSpPr>
            <a:spLocks noGrp="1"/>
          </p:cNvSpPr>
          <p:nvPr/>
        </p:nvSpPr>
        <p:spPr>
          <a:xfrm>
            <a:off x="6153150" y="3790950"/>
            <a:ext cx="2238375" cy="438150"/>
          </a:xfrm>
          <a:prstGeom prst="rect">
            <a:avLst/>
          </a:prstGeom>
          <a:ln w="0">
            <a:prstDash val="solid"/>
          </a:ln>
        </p:spPr>
        <p:txBody>
          <a:bodyPr lIns="28575" tIns="19050" rIns="28575" bIns="19050" anchor="ctr">
            <a:normAutofit/>
          </a:bodyPr>
          <a:lstStyle/>
          <a:p>
            <a:pPr algn="ctr">
              <a:buNone/>
              <a:defRPr sz="1013" b="0">
                <a:solidFill>
                  <a:srgbClr val="526052"/>
                </a:solidFill>
                <a:latin typeface="Montserrat"/>
                <a:ea typeface="Montserrat"/>
                <a:cs typeface="Montserrat"/>
              </a:defRPr>
            </a:pPr>
            <a:r>
              <a:rPr sz="1013" b="0">
                <a:solidFill>
                  <a:srgbClr val="526052"/>
                </a:solidFill>
                <a:latin typeface="Montserrat"/>
                <a:ea typeface="Montserrat"/>
                <a:cs typeface="Montserrat"/>
              </a:rPr>
              <a:t>Không auto-hire/auto-reject</a:t>
            </a:r>
          </a:p>
        </p:txBody>
      </p:sp>
      <p:sp>
        <p:nvSpPr>
          <p:cNvPr id="554" name="TextBox 553"/>
          <p:cNvSpPr txBox="1"/>
          <p:nvPr/>
        </p:nvSpPr>
        <p:spPr>
          <a:xfrm>
            <a:off x="713225" y="200000"/>
            <a:ext cx="1200000" cy="260000"/>
          </a:xfrm>
          <a:prstGeom prst="rect">
            <a:avLst/>
          </a:prstGeom>
          <a:noFill/>
        </p:spPr>
        <p:txBody>
          <a:bodyPr wrap="none" lIns="0" tIns="0">
            <a:spAutoFit/>
          </a:bodyPr>
          <a:lstStyle/>
          <a:p>
            <a:pPr>
              <a:defRPr sz="1100" b="1">
                <a:solidFill>
                  <a:srgbClr val="4B8D17"/>
                </a:solidFill>
                <a:latin typeface="Montserrat"/>
              </a:defRPr>
            </a:pPr>
            <a:r>
              <a:t>#01</a:t>
            </a:r>
          </a:p>
        </p:txBody>
      </p:sp>
    </p:spTree>
    <p:extLst>
      <p:ext uri="{BB962C8B-B14F-4D97-AF65-F5344CB8AC3E}">
        <p14:creationId xmlns:p14="http://schemas.microsoft.com/office/powerpoint/2010/main" val="104887259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E8F3E5"/>
        </a:solidFill>
        <a:effectLst/>
      </p:bgPr>
    </p:bg>
    <p:spTree>
      <p:nvGrpSpPr>
        <p:cNvPr id="1" name=""/>
        <p:cNvGrpSpPr/>
        <p:nvPr/>
      </p:nvGrpSpPr>
      <p:grpSpPr>
        <a:xfrm>
          <a:off x="0" y="0"/>
          <a:ext cx="0" cy="0"/>
          <a:chOff x="0" y="0"/>
          <a:chExt cx="0" cy="0"/>
        </a:xfrm>
      </p:grpSpPr>
      <p:sp>
        <p:nvSpPr>
          <p:cNvPr id="1400" name="Google Shape;1400;p109">
            <a:extLst>
              <a:ext uri="{FF2B5EF4-FFF2-40B4-BE49-F238E27FC236}">
                <a16:creationId xmlns:a16="http://schemas.microsoft.com/office/drawing/2014/main" id="{81C3B06F-B2DB-4E73-BBD9-BBC1B0354D9D}"/>
              </a:ext>
            </a:extLst>
          </p:cNvPr>
          <p:cNvSpPr>
            <a:spLocks noGrp="1"/>
          </p:cNvSpPr>
          <p:nvPr>
            <p:ph type="title"/>
          </p:nvPr>
        </p:nvSpPr>
        <p:spPr>
          <a:xfrm>
            <a:off x="714375" y="444818"/>
            <a:ext cx="7715250" cy="573405"/>
          </a:xfrm>
          <a:prstGeom prst="rect">
            <a:avLst/>
          </a:prstGeom>
        </p:spPr>
        <p:txBody>
          <a:bodyPr spcFirstLastPara="1" wrap="square" lIns="91425" tIns="91425" rIns="91425" bIns="91425" anchor="t">
            <a:normAutofit fontScale="90000"/>
          </a:bodyPr>
          <a:lstStyle/>
          <a:p>
            <a:pPr marL="0" lvl="0" indent="0" algn="l">
              <a:spcBef>
                <a:spcPts val="0"/>
              </a:spcBef>
              <a:spcAft>
                <a:spcPts val="0"/>
              </a:spcAft>
              <a:buNone/>
              <a:defRPr sz="3000" b="1">
                <a:solidFill>
                  <a:srgbClr val="111410"/>
                </a:solidFill>
                <a:latin typeface="Cambria"/>
                <a:ea typeface="Cambria"/>
                <a:cs typeface="Cambria"/>
              </a:defRPr>
            </a:pPr>
            <a:r>
              <a:rPr sz="3000" b="1">
                <a:solidFill>
                  <a:srgbClr val="111410"/>
                </a:solidFill>
                <a:latin typeface="Cambria"/>
                <a:ea typeface="Cambria"/>
                <a:cs typeface="Cambria"/>
              </a:rPr>
              <a:t>Phạm vi đề tài được khóa bằng bốn nguyên tắc</a:t>
            </a:r>
            <a:endParaRPr/>
          </a:p>
        </p:txBody>
      </p:sp>
      <p:sp>
        <p:nvSpPr>
          <p:cNvPr id="1430" name="Rectangle: Rounded Corners 1429">
            <a:extLst>
              <a:ext uri="{FF2B5EF4-FFF2-40B4-BE49-F238E27FC236}">
                <a16:creationId xmlns:a16="http://schemas.microsoft.com/office/drawing/2014/main" id="{C9FB1F3B-BF0A-46EC-8C0A-D72212826F6A}"/>
              </a:ext>
            </a:extLst>
          </p:cNvPr>
          <p:cNvSpPr>
            <a:spLocks noGrp="1"/>
          </p:cNvSpPr>
          <p:nvPr/>
        </p:nvSpPr>
        <p:spPr>
          <a:xfrm>
            <a:off x="1000125" y="4171950"/>
            <a:ext cx="7143750" cy="457200"/>
          </a:xfrm>
          <a:prstGeom prst="roundRect">
            <a:avLst>
              <a:gd name="adj" fmla="val 50000"/>
            </a:avLst>
          </a:prstGeom>
          <a:solidFill>
            <a:srgbClr val="DFF0D6"/>
          </a:solidFill>
          <a:ln w="13335">
            <a:solidFill>
              <a:srgbClr val="4B8D17"/>
            </a:solidFill>
            <a:prstDash val="solid"/>
          </a:ln>
        </p:spPr>
        <p:txBody>
          <a:bodyPr lIns="152400" tIns="66675" rIns="152400" bIns="66675" anchor="ctr">
            <a:normAutofit/>
          </a:bodyPr>
          <a:lstStyle/>
          <a:p>
            <a:pPr algn="ctr">
              <a:buNone/>
              <a:defRPr sz="1088" b="1">
                <a:solidFill>
                  <a:srgbClr val="4B8D17"/>
                </a:solidFill>
                <a:latin typeface="Montserrat"/>
                <a:ea typeface="Montserrat"/>
                <a:cs typeface="Montserrat"/>
              </a:defRPr>
            </a:pPr>
            <a:r>
              <a:rPr sz="1088" b="1">
                <a:solidFill>
                  <a:srgbClr val="4B8D17"/>
                </a:solidFill>
                <a:latin typeface="Montserrat"/>
                <a:ea typeface="Montserrat"/>
                <a:cs typeface="Montserrat"/>
              </a:rPr>
              <a:t>Ngoài phạm vi: chẩn đoán tâm lý • auto-hire/auto-reject • tuyên bố validity/fairness.</a:t>
            </a:r>
          </a:p>
        </p:txBody>
      </p:sp>
      <p:sp>
        <p:nvSpPr>
          <p:cNvPr id="1431" name="Rectangle: Rounded Corners 1430">
            <a:extLst>
              <a:ext uri="{FF2B5EF4-FFF2-40B4-BE49-F238E27FC236}">
                <a16:creationId xmlns:a16="http://schemas.microsoft.com/office/drawing/2014/main" id="{18B41C06-F960-4316-BC69-607E75D8CC0D}"/>
              </a:ext>
            </a:extLst>
          </p:cNvPr>
          <p:cNvSpPr>
            <a:spLocks noGrp="1"/>
          </p:cNvSpPr>
          <p:nvPr/>
        </p:nvSpPr>
        <p:spPr>
          <a:xfrm>
            <a:off x="1333500" y="1181750"/>
            <a:ext cx="3143250" cy="1333500"/>
          </a:xfrm>
          <a:prstGeom prst="roundRect">
            <a:avLst>
              <a:gd name="adj" fmla="val 5714"/>
            </a:avLst>
          </a:prstGeom>
          <a:solidFill>
            <a:srgbClr val="D7E7F1"/>
          </a:solidFill>
          <a:ln w="10478">
            <a:solidFill>
              <a:srgbClr val="8B9589"/>
            </a:solidFill>
            <a:prstDash val="solid"/>
          </a:ln>
        </p:spPr>
      </p:sp>
      <p:sp>
        <p:nvSpPr>
          <p:cNvPr id="1432" name="Rectangle: Rounded Corners 1431">
            <a:extLst>
              <a:ext uri="{FF2B5EF4-FFF2-40B4-BE49-F238E27FC236}">
                <a16:creationId xmlns:a16="http://schemas.microsoft.com/office/drawing/2014/main" id="{8823EA72-F300-4B73-9CCB-2AB97F7DDE8E}"/>
              </a:ext>
            </a:extLst>
          </p:cNvPr>
          <p:cNvSpPr>
            <a:spLocks noGrp="1"/>
          </p:cNvSpPr>
          <p:nvPr/>
        </p:nvSpPr>
        <p:spPr>
          <a:xfrm>
            <a:off x="4667250" y="1181750"/>
            <a:ext cx="3143250" cy="1333500"/>
          </a:xfrm>
          <a:prstGeom prst="roundRect">
            <a:avLst>
              <a:gd name="adj" fmla="val 5714"/>
            </a:avLst>
          </a:prstGeom>
          <a:solidFill>
            <a:srgbClr val="F7EDC8"/>
          </a:solidFill>
          <a:ln w="10478">
            <a:solidFill>
              <a:srgbClr val="8B9589"/>
            </a:solidFill>
            <a:prstDash val="solid"/>
          </a:ln>
        </p:spPr>
      </p:sp>
      <p:sp>
        <p:nvSpPr>
          <p:cNvPr id="1433" name="Rectangle: Rounded Corners 1432">
            <a:extLst>
              <a:ext uri="{FF2B5EF4-FFF2-40B4-BE49-F238E27FC236}">
                <a16:creationId xmlns:a16="http://schemas.microsoft.com/office/drawing/2014/main" id="{ECD13966-D509-4115-824C-53B4C7A16ADB}"/>
              </a:ext>
            </a:extLst>
          </p:cNvPr>
          <p:cNvSpPr>
            <a:spLocks noGrp="1"/>
          </p:cNvSpPr>
          <p:nvPr/>
        </p:nvSpPr>
        <p:spPr>
          <a:xfrm>
            <a:off x="1333500" y="2600975"/>
            <a:ext cx="3143250" cy="1333500"/>
          </a:xfrm>
          <a:prstGeom prst="roundRect">
            <a:avLst>
              <a:gd name="adj" fmla="val 5714"/>
            </a:avLst>
          </a:prstGeom>
          <a:solidFill>
            <a:srgbClr val="E4D9EE"/>
          </a:solidFill>
          <a:ln w="10478">
            <a:solidFill>
              <a:srgbClr val="8B9589"/>
            </a:solidFill>
            <a:prstDash val="solid"/>
          </a:ln>
        </p:spPr>
      </p:sp>
      <p:sp>
        <p:nvSpPr>
          <p:cNvPr id="1434" name="Rectangle: Rounded Corners 1433">
            <a:extLst>
              <a:ext uri="{FF2B5EF4-FFF2-40B4-BE49-F238E27FC236}">
                <a16:creationId xmlns:a16="http://schemas.microsoft.com/office/drawing/2014/main" id="{211E0FC5-6EE0-4F1B-8170-4EED0404D89C}"/>
              </a:ext>
            </a:extLst>
          </p:cNvPr>
          <p:cNvSpPr>
            <a:spLocks noGrp="1"/>
          </p:cNvSpPr>
          <p:nvPr/>
        </p:nvSpPr>
        <p:spPr>
          <a:xfrm>
            <a:off x="4667250" y="2600975"/>
            <a:ext cx="3143250" cy="1333500"/>
          </a:xfrm>
          <a:prstGeom prst="roundRect">
            <a:avLst>
              <a:gd name="adj" fmla="val 5714"/>
            </a:avLst>
          </a:prstGeom>
          <a:solidFill>
            <a:srgbClr val="DFF0D6"/>
          </a:solidFill>
          <a:ln w="10478">
            <a:solidFill>
              <a:srgbClr val="8B9589"/>
            </a:solidFill>
            <a:prstDash val="solid"/>
          </a:ln>
        </p:spPr>
      </p:sp>
      <p:sp>
        <p:nvSpPr>
          <p:cNvPr id="1435" name="Rectangle 1434">
            <a:extLst>
              <a:ext uri="{FF2B5EF4-FFF2-40B4-BE49-F238E27FC236}">
                <a16:creationId xmlns:a16="http://schemas.microsoft.com/office/drawing/2014/main" id="{7A16259D-ACAC-4DB0-A387-E2AC6C9B9E0E}"/>
              </a:ext>
            </a:extLst>
          </p:cNvPr>
          <p:cNvSpPr>
            <a:spLocks noGrp="1"/>
          </p:cNvSpPr>
          <p:nvPr/>
        </p:nvSpPr>
        <p:spPr>
          <a:xfrm>
            <a:off x="1543050" y="1353200"/>
            <a:ext cx="457200" cy="342900"/>
          </a:xfrm>
          <a:prstGeom prst="rect">
            <a:avLst/>
          </a:prstGeom>
          <a:ln w="0">
            <a:prstDash val="solid"/>
          </a:ln>
        </p:spPr>
        <p:txBody>
          <a:bodyPr lIns="28575" tIns="19050" rIns="28575" bIns="19050" anchor="ctr">
            <a:normAutofit/>
          </a:bodyPr>
          <a:lstStyle/>
          <a:p>
            <a:pPr algn="ctr">
              <a:buNone/>
              <a:defRPr sz="1500" b="1">
                <a:solidFill>
                  <a:srgbClr val="4B8D17"/>
                </a:solidFill>
                <a:latin typeface="Montserrat"/>
                <a:ea typeface="Montserrat"/>
                <a:cs typeface="Montserrat"/>
              </a:defRPr>
            </a:pPr>
            <a:r>
              <a:rPr sz="1500" b="1">
                <a:solidFill>
                  <a:srgbClr val="4B8D17"/>
                </a:solidFill>
                <a:latin typeface="Montserrat"/>
                <a:ea typeface="Montserrat"/>
                <a:cs typeface="Montserrat"/>
              </a:rPr>
              <a:t>01</a:t>
            </a:r>
          </a:p>
        </p:txBody>
      </p:sp>
      <p:sp>
        <p:nvSpPr>
          <p:cNvPr id="1436" name="Rectangle 1435">
            <a:extLst>
              <a:ext uri="{FF2B5EF4-FFF2-40B4-BE49-F238E27FC236}">
                <a16:creationId xmlns:a16="http://schemas.microsoft.com/office/drawing/2014/main" id="{C950603F-FA8A-4BAA-AAE2-1FF3C2D1E589}"/>
              </a:ext>
            </a:extLst>
          </p:cNvPr>
          <p:cNvSpPr>
            <a:spLocks noGrp="1"/>
          </p:cNvSpPr>
          <p:nvPr/>
        </p:nvSpPr>
        <p:spPr>
          <a:xfrm>
            <a:off x="2114550" y="1372250"/>
            <a:ext cx="2095500" cy="361950"/>
          </a:xfrm>
          <a:prstGeom prst="rect">
            <a:avLst/>
          </a:prstGeom>
          <a:ln w="0">
            <a:prstDash val="solid"/>
          </a:ln>
        </p:spPr>
        <p:txBody>
          <a:bodyPr lIns="28575" tIns="19050" rIns="28575" bIns="19050" anchor="ctr">
            <a:normAutofit/>
          </a:bodyPr>
          <a:lstStyle/>
          <a:p>
            <a:pPr algn="l">
              <a:buNone/>
              <a:defRPr sz="1238" b="1">
                <a:solidFill>
                  <a:srgbClr val="111410"/>
                </a:solidFill>
                <a:latin typeface="Montserrat"/>
                <a:ea typeface="Montserrat"/>
                <a:cs typeface="Montserrat"/>
              </a:defRPr>
            </a:pPr>
            <a:r>
              <a:rPr sz="1238" b="1">
                <a:solidFill>
                  <a:srgbClr val="111410"/>
                </a:solidFill>
                <a:latin typeface="Montserrat"/>
                <a:ea typeface="Montserrat"/>
                <a:cs typeface="Montserrat"/>
              </a:rPr>
              <a:t>Evidence-first</a:t>
            </a:r>
          </a:p>
        </p:txBody>
      </p:sp>
      <p:sp>
        <p:nvSpPr>
          <p:cNvPr id="1437" name="Rectangle 1436">
            <a:extLst>
              <a:ext uri="{FF2B5EF4-FFF2-40B4-BE49-F238E27FC236}">
                <a16:creationId xmlns:a16="http://schemas.microsoft.com/office/drawing/2014/main" id="{E4BEB2E5-B7B8-43C0-A4A7-72BE5CF7E85A}"/>
              </a:ext>
            </a:extLst>
          </p:cNvPr>
          <p:cNvSpPr>
            <a:spLocks noGrp="1"/>
          </p:cNvSpPr>
          <p:nvPr/>
        </p:nvSpPr>
        <p:spPr>
          <a:xfrm>
            <a:off x="2114550" y="1800875"/>
            <a:ext cx="2095500" cy="552450"/>
          </a:xfrm>
          <a:prstGeom prst="rect">
            <a:avLst/>
          </a:prstGeom>
          <a:ln w="0">
            <a:prstDash val="solid"/>
          </a:ln>
        </p:spPr>
        <p:txBody>
          <a:bodyPr lIns="28575" tIns="19050" rIns="28575" bIns="19050" anchor="ctr">
            <a:normAutofit/>
          </a:bodyPr>
          <a:lstStyle/>
          <a:p>
            <a:pPr algn="l">
              <a:buNone/>
              <a:defRPr sz="1013" b="0">
                <a:solidFill>
                  <a:srgbClr val="526052"/>
                </a:solidFill>
                <a:latin typeface="Montserrat"/>
                <a:ea typeface="Montserrat"/>
                <a:cs typeface="Montserrat"/>
              </a:defRPr>
            </a:pPr>
            <a:r>
              <a:rPr sz="1013" b="0">
                <a:solidFill>
                  <a:srgbClr val="526052"/>
                </a:solidFill>
                <a:latin typeface="Montserrat"/>
                <a:ea typeface="Montserrat"/>
                <a:cs typeface="Montserrat"/>
              </a:rPr>
              <a:t>Output quan trọng nối về JD/rule có ID.</a:t>
            </a:r>
          </a:p>
        </p:txBody>
      </p:sp>
      <p:sp>
        <p:nvSpPr>
          <p:cNvPr id="1438" name="Rectangle 1437">
            <a:extLst>
              <a:ext uri="{FF2B5EF4-FFF2-40B4-BE49-F238E27FC236}">
                <a16:creationId xmlns:a16="http://schemas.microsoft.com/office/drawing/2014/main" id="{A3BFC16E-DAC6-4C45-97D1-8A4146D04865}"/>
              </a:ext>
            </a:extLst>
          </p:cNvPr>
          <p:cNvSpPr>
            <a:spLocks noGrp="1"/>
          </p:cNvSpPr>
          <p:nvPr/>
        </p:nvSpPr>
        <p:spPr>
          <a:xfrm>
            <a:off x="4876800" y="1353200"/>
            <a:ext cx="457200" cy="342900"/>
          </a:xfrm>
          <a:prstGeom prst="rect">
            <a:avLst/>
          </a:prstGeom>
          <a:ln w="0">
            <a:prstDash val="solid"/>
          </a:ln>
        </p:spPr>
        <p:txBody>
          <a:bodyPr lIns="28575" tIns="19050" rIns="28575" bIns="19050" anchor="ctr">
            <a:normAutofit/>
          </a:bodyPr>
          <a:lstStyle/>
          <a:p>
            <a:pPr algn="ctr">
              <a:buNone/>
              <a:defRPr sz="1500" b="1">
                <a:solidFill>
                  <a:srgbClr val="4B8D17"/>
                </a:solidFill>
                <a:latin typeface="Montserrat"/>
                <a:ea typeface="Montserrat"/>
                <a:cs typeface="Montserrat"/>
              </a:defRPr>
            </a:pPr>
            <a:r>
              <a:rPr sz="1500" b="1">
                <a:solidFill>
                  <a:srgbClr val="4B8D17"/>
                </a:solidFill>
                <a:latin typeface="Montserrat"/>
                <a:ea typeface="Montserrat"/>
                <a:cs typeface="Montserrat"/>
              </a:rPr>
              <a:t>02</a:t>
            </a:r>
          </a:p>
        </p:txBody>
      </p:sp>
      <p:sp>
        <p:nvSpPr>
          <p:cNvPr id="1439" name="Rectangle 1438">
            <a:extLst>
              <a:ext uri="{FF2B5EF4-FFF2-40B4-BE49-F238E27FC236}">
                <a16:creationId xmlns:a16="http://schemas.microsoft.com/office/drawing/2014/main" id="{A49DB4B7-2C69-4A88-B281-532EFEEA3DBC}"/>
              </a:ext>
            </a:extLst>
          </p:cNvPr>
          <p:cNvSpPr>
            <a:spLocks noGrp="1"/>
          </p:cNvSpPr>
          <p:nvPr/>
        </p:nvSpPr>
        <p:spPr>
          <a:xfrm>
            <a:off x="5448300" y="1372250"/>
            <a:ext cx="2095500" cy="361950"/>
          </a:xfrm>
          <a:prstGeom prst="rect">
            <a:avLst/>
          </a:prstGeom>
          <a:ln w="0">
            <a:prstDash val="solid"/>
          </a:ln>
        </p:spPr>
        <p:txBody>
          <a:bodyPr lIns="28575" tIns="19050" rIns="28575" bIns="19050" anchor="ctr">
            <a:normAutofit/>
          </a:bodyPr>
          <a:lstStyle/>
          <a:p>
            <a:pPr algn="l">
              <a:buNone/>
              <a:defRPr sz="1238" b="1">
                <a:solidFill>
                  <a:srgbClr val="111410"/>
                </a:solidFill>
                <a:latin typeface="Montserrat"/>
                <a:ea typeface="Montserrat"/>
                <a:cs typeface="Montserrat"/>
              </a:defRPr>
            </a:pPr>
            <a:r>
              <a:rPr sz="1238" b="1">
                <a:solidFill>
                  <a:srgbClr val="111410"/>
                </a:solidFill>
                <a:latin typeface="Montserrat"/>
                <a:ea typeface="Montserrat"/>
                <a:cs typeface="Montserrat"/>
              </a:rPr>
              <a:t>Human-in-the-loop</a:t>
            </a:r>
          </a:p>
        </p:txBody>
      </p:sp>
      <p:sp>
        <p:nvSpPr>
          <p:cNvPr id="1440" name="Rectangle 1439">
            <a:extLst>
              <a:ext uri="{FF2B5EF4-FFF2-40B4-BE49-F238E27FC236}">
                <a16:creationId xmlns:a16="http://schemas.microsoft.com/office/drawing/2014/main" id="{CED41F0D-2B13-4415-8337-C178723F1218}"/>
              </a:ext>
            </a:extLst>
          </p:cNvPr>
          <p:cNvSpPr>
            <a:spLocks noGrp="1"/>
          </p:cNvSpPr>
          <p:nvPr/>
        </p:nvSpPr>
        <p:spPr>
          <a:xfrm>
            <a:off x="5448300" y="1800875"/>
            <a:ext cx="2095500" cy="552450"/>
          </a:xfrm>
          <a:prstGeom prst="rect">
            <a:avLst/>
          </a:prstGeom>
          <a:ln w="0">
            <a:prstDash val="solid"/>
          </a:ln>
        </p:spPr>
        <p:txBody>
          <a:bodyPr lIns="28575" tIns="19050" rIns="28575" bIns="19050" anchor="ctr">
            <a:normAutofit/>
          </a:bodyPr>
          <a:lstStyle/>
          <a:p>
            <a:pPr algn="l">
              <a:buNone/>
              <a:defRPr sz="1013" b="0">
                <a:solidFill>
                  <a:srgbClr val="526052"/>
                </a:solidFill>
                <a:latin typeface="Montserrat"/>
                <a:ea typeface="Montserrat"/>
                <a:cs typeface="Montserrat"/>
              </a:defRPr>
            </a:pPr>
            <a:r>
              <a:rPr sz="1013" b="0">
                <a:solidFill>
                  <a:srgbClr val="526052"/>
                </a:solidFill>
                <a:latin typeface="Montserrat"/>
                <a:ea typeface="Montserrat"/>
                <a:cs typeface="Montserrat"/>
              </a:rPr>
              <a:t>Recruiter giữ quyết định cuối.</a:t>
            </a:r>
          </a:p>
        </p:txBody>
      </p:sp>
      <p:sp>
        <p:nvSpPr>
          <p:cNvPr id="1441" name="Rectangle 1440">
            <a:extLst>
              <a:ext uri="{FF2B5EF4-FFF2-40B4-BE49-F238E27FC236}">
                <a16:creationId xmlns:a16="http://schemas.microsoft.com/office/drawing/2014/main" id="{DF9ADE30-23A7-4EB6-85FF-AF2D45F389AA}"/>
              </a:ext>
            </a:extLst>
          </p:cNvPr>
          <p:cNvSpPr>
            <a:spLocks noGrp="1"/>
          </p:cNvSpPr>
          <p:nvPr/>
        </p:nvSpPr>
        <p:spPr>
          <a:xfrm>
            <a:off x="1543050" y="2772425"/>
            <a:ext cx="457200" cy="342900"/>
          </a:xfrm>
          <a:prstGeom prst="rect">
            <a:avLst/>
          </a:prstGeom>
          <a:ln w="0">
            <a:prstDash val="solid"/>
          </a:ln>
        </p:spPr>
        <p:txBody>
          <a:bodyPr lIns="28575" tIns="19050" rIns="28575" bIns="19050" anchor="ctr">
            <a:normAutofit/>
          </a:bodyPr>
          <a:lstStyle/>
          <a:p>
            <a:pPr algn="ctr">
              <a:buNone/>
              <a:defRPr sz="1500" b="1">
                <a:solidFill>
                  <a:srgbClr val="4B8D17"/>
                </a:solidFill>
                <a:latin typeface="Montserrat"/>
                <a:ea typeface="Montserrat"/>
                <a:cs typeface="Montserrat"/>
              </a:defRPr>
            </a:pPr>
            <a:r>
              <a:rPr sz="1500" b="1">
                <a:solidFill>
                  <a:srgbClr val="4B8D17"/>
                </a:solidFill>
                <a:latin typeface="Montserrat"/>
                <a:ea typeface="Montserrat"/>
                <a:cs typeface="Montserrat"/>
              </a:rPr>
              <a:t>03</a:t>
            </a:r>
          </a:p>
        </p:txBody>
      </p:sp>
      <p:sp>
        <p:nvSpPr>
          <p:cNvPr id="1442" name="Rectangle 1441">
            <a:extLst>
              <a:ext uri="{FF2B5EF4-FFF2-40B4-BE49-F238E27FC236}">
                <a16:creationId xmlns:a16="http://schemas.microsoft.com/office/drawing/2014/main" id="{FC779CB5-3CF1-4B66-998C-7E6DAE611119}"/>
              </a:ext>
            </a:extLst>
          </p:cNvPr>
          <p:cNvSpPr>
            <a:spLocks noGrp="1"/>
          </p:cNvSpPr>
          <p:nvPr/>
        </p:nvSpPr>
        <p:spPr>
          <a:xfrm>
            <a:off x="2114550" y="2791475"/>
            <a:ext cx="2095500" cy="361950"/>
          </a:xfrm>
          <a:prstGeom prst="rect">
            <a:avLst/>
          </a:prstGeom>
          <a:ln w="0">
            <a:prstDash val="solid"/>
          </a:ln>
        </p:spPr>
        <p:txBody>
          <a:bodyPr lIns="28575" tIns="19050" rIns="28575" bIns="19050" anchor="ctr">
            <a:normAutofit/>
          </a:bodyPr>
          <a:lstStyle/>
          <a:p>
            <a:pPr algn="l">
              <a:buNone/>
              <a:defRPr sz="1238" b="1">
                <a:solidFill>
                  <a:srgbClr val="111410"/>
                </a:solidFill>
                <a:latin typeface="Montserrat"/>
                <a:ea typeface="Montserrat"/>
                <a:cs typeface="Montserrat"/>
              </a:defRPr>
            </a:pPr>
            <a:r>
              <a:rPr sz="1238" b="1" dirty="0">
                <a:solidFill>
                  <a:srgbClr val="111410"/>
                </a:solidFill>
                <a:latin typeface="Montserrat"/>
                <a:ea typeface="Montserrat"/>
                <a:cs typeface="Montserrat"/>
              </a:rPr>
              <a:t>Observation only</a:t>
            </a:r>
          </a:p>
        </p:txBody>
      </p:sp>
      <p:sp>
        <p:nvSpPr>
          <p:cNvPr id="1443" name="Rectangle 1442">
            <a:extLst>
              <a:ext uri="{FF2B5EF4-FFF2-40B4-BE49-F238E27FC236}">
                <a16:creationId xmlns:a16="http://schemas.microsoft.com/office/drawing/2014/main" id="{1D661C5E-DE1A-4977-A2EE-5B9168860C31}"/>
              </a:ext>
            </a:extLst>
          </p:cNvPr>
          <p:cNvSpPr>
            <a:spLocks noGrp="1"/>
          </p:cNvSpPr>
          <p:nvPr/>
        </p:nvSpPr>
        <p:spPr>
          <a:xfrm>
            <a:off x="2114550" y="3220100"/>
            <a:ext cx="2095500" cy="552450"/>
          </a:xfrm>
          <a:prstGeom prst="rect">
            <a:avLst/>
          </a:prstGeom>
          <a:ln w="0">
            <a:prstDash val="solid"/>
          </a:ln>
        </p:spPr>
        <p:txBody>
          <a:bodyPr lIns="28575" tIns="19050" rIns="28575" bIns="19050" anchor="ctr">
            <a:normAutofit/>
          </a:bodyPr>
          <a:lstStyle/>
          <a:p>
            <a:pPr algn="l">
              <a:buNone/>
              <a:defRPr sz="1013" b="0">
                <a:solidFill>
                  <a:srgbClr val="526052"/>
                </a:solidFill>
                <a:latin typeface="Montserrat"/>
                <a:ea typeface="Montserrat"/>
                <a:cs typeface="Montserrat"/>
              </a:defRPr>
            </a:pPr>
            <a:r>
              <a:rPr sz="1013" b="0">
                <a:solidFill>
                  <a:srgbClr val="526052"/>
                </a:solidFill>
                <a:latin typeface="Montserrat"/>
                <a:ea typeface="Montserrat"/>
                <a:cs typeface="Montserrat"/>
              </a:rPr>
              <a:t>Emotion chỉ mô tả tín hiệu.</a:t>
            </a:r>
          </a:p>
        </p:txBody>
      </p:sp>
      <p:sp>
        <p:nvSpPr>
          <p:cNvPr id="1444" name="Rectangle 1443">
            <a:extLst>
              <a:ext uri="{FF2B5EF4-FFF2-40B4-BE49-F238E27FC236}">
                <a16:creationId xmlns:a16="http://schemas.microsoft.com/office/drawing/2014/main" id="{4922484F-F0D5-4222-ACAD-2EEE6118A791}"/>
              </a:ext>
            </a:extLst>
          </p:cNvPr>
          <p:cNvSpPr>
            <a:spLocks noGrp="1"/>
          </p:cNvSpPr>
          <p:nvPr/>
        </p:nvSpPr>
        <p:spPr>
          <a:xfrm>
            <a:off x="4876800" y="2772425"/>
            <a:ext cx="457200" cy="342900"/>
          </a:xfrm>
          <a:prstGeom prst="rect">
            <a:avLst/>
          </a:prstGeom>
          <a:ln w="0">
            <a:prstDash val="solid"/>
          </a:ln>
        </p:spPr>
        <p:txBody>
          <a:bodyPr lIns="28575" tIns="19050" rIns="28575" bIns="19050" anchor="ctr">
            <a:normAutofit/>
          </a:bodyPr>
          <a:lstStyle/>
          <a:p>
            <a:pPr algn="ctr">
              <a:buNone/>
              <a:defRPr sz="1500" b="1">
                <a:solidFill>
                  <a:srgbClr val="4B8D17"/>
                </a:solidFill>
                <a:latin typeface="Montserrat"/>
                <a:ea typeface="Montserrat"/>
                <a:cs typeface="Montserrat"/>
              </a:defRPr>
            </a:pPr>
            <a:r>
              <a:rPr sz="1500" b="1">
                <a:solidFill>
                  <a:srgbClr val="4B8D17"/>
                </a:solidFill>
                <a:latin typeface="Montserrat"/>
                <a:ea typeface="Montserrat"/>
                <a:cs typeface="Montserrat"/>
              </a:rPr>
              <a:t>04</a:t>
            </a:r>
          </a:p>
        </p:txBody>
      </p:sp>
      <p:sp>
        <p:nvSpPr>
          <p:cNvPr id="1445" name="Rectangle 1444">
            <a:extLst>
              <a:ext uri="{FF2B5EF4-FFF2-40B4-BE49-F238E27FC236}">
                <a16:creationId xmlns:a16="http://schemas.microsoft.com/office/drawing/2014/main" id="{C99CE58D-0A35-439E-BFCC-54B51AB0018A}"/>
              </a:ext>
            </a:extLst>
          </p:cNvPr>
          <p:cNvSpPr>
            <a:spLocks noGrp="1"/>
          </p:cNvSpPr>
          <p:nvPr/>
        </p:nvSpPr>
        <p:spPr>
          <a:xfrm>
            <a:off x="5448300" y="2791475"/>
            <a:ext cx="2095500" cy="361950"/>
          </a:xfrm>
          <a:prstGeom prst="rect">
            <a:avLst/>
          </a:prstGeom>
          <a:ln w="0">
            <a:prstDash val="solid"/>
          </a:ln>
        </p:spPr>
        <p:txBody>
          <a:bodyPr lIns="28575" tIns="19050" rIns="28575" bIns="19050" anchor="ctr">
            <a:normAutofit/>
          </a:bodyPr>
          <a:lstStyle/>
          <a:p>
            <a:pPr algn="l">
              <a:buNone/>
              <a:defRPr sz="1238" b="1">
                <a:solidFill>
                  <a:srgbClr val="111410"/>
                </a:solidFill>
                <a:latin typeface="Montserrat"/>
                <a:ea typeface="Montserrat"/>
                <a:cs typeface="Montserrat"/>
              </a:defRPr>
            </a:pPr>
            <a:r>
              <a:rPr sz="1238" b="1">
                <a:solidFill>
                  <a:srgbClr val="111410"/>
                </a:solidFill>
                <a:latin typeface="Montserrat"/>
                <a:ea typeface="Montserrat"/>
                <a:cs typeface="Montserrat"/>
              </a:rPr>
              <a:t>Đúng mức bằng chứng</a:t>
            </a:r>
          </a:p>
        </p:txBody>
      </p:sp>
      <p:sp>
        <p:nvSpPr>
          <p:cNvPr id="1446" name="Rectangle 1445">
            <a:extLst>
              <a:ext uri="{FF2B5EF4-FFF2-40B4-BE49-F238E27FC236}">
                <a16:creationId xmlns:a16="http://schemas.microsoft.com/office/drawing/2014/main" id="{A1B2481C-6117-4A9E-9C2F-D65F945F3C80}"/>
              </a:ext>
            </a:extLst>
          </p:cNvPr>
          <p:cNvSpPr>
            <a:spLocks noGrp="1"/>
          </p:cNvSpPr>
          <p:nvPr/>
        </p:nvSpPr>
        <p:spPr>
          <a:xfrm>
            <a:off x="5448300" y="3220100"/>
            <a:ext cx="2095500" cy="552450"/>
          </a:xfrm>
          <a:prstGeom prst="rect">
            <a:avLst/>
          </a:prstGeom>
          <a:ln w="0">
            <a:prstDash val="solid"/>
          </a:ln>
        </p:spPr>
        <p:txBody>
          <a:bodyPr lIns="28575" tIns="19050" rIns="28575" bIns="19050" anchor="ctr">
            <a:normAutofit/>
          </a:bodyPr>
          <a:lstStyle/>
          <a:p>
            <a:pPr algn="l">
              <a:buNone/>
              <a:defRPr sz="1013" b="0">
                <a:solidFill>
                  <a:srgbClr val="526052"/>
                </a:solidFill>
                <a:latin typeface="Montserrat"/>
                <a:ea typeface="Montserrat"/>
                <a:cs typeface="Montserrat"/>
              </a:defRPr>
            </a:pPr>
            <a:r>
              <a:rPr sz="1013" b="0">
                <a:solidFill>
                  <a:srgbClr val="526052"/>
                </a:solidFill>
                <a:latin typeface="Montserrat"/>
                <a:ea typeface="Montserrat"/>
                <a:cs typeface="Montserrat"/>
              </a:rPr>
              <a:t>Kỹ thuật không đồng nghĩa validity/fairness.</a:t>
            </a:r>
          </a:p>
        </p:txBody>
      </p:sp>
      <p:sp>
        <p:nvSpPr>
          <p:cNvPr id="1447" name="TextBox 1446"/>
          <p:cNvSpPr txBox="1"/>
          <p:nvPr/>
        </p:nvSpPr>
        <p:spPr>
          <a:xfrm>
            <a:off x="713225" y="200000"/>
            <a:ext cx="1200000" cy="260000"/>
          </a:xfrm>
          <a:prstGeom prst="rect">
            <a:avLst/>
          </a:prstGeom>
          <a:noFill/>
        </p:spPr>
        <p:txBody>
          <a:bodyPr wrap="none" lIns="0" tIns="0">
            <a:spAutoFit/>
          </a:bodyPr>
          <a:lstStyle/>
          <a:p>
            <a:pPr>
              <a:defRPr sz="1100" b="1">
                <a:solidFill>
                  <a:srgbClr val="4B8D17"/>
                </a:solidFill>
                <a:latin typeface="Montserrat"/>
              </a:defRPr>
            </a:pPr>
            <a:r>
              <a:t>#01</a:t>
            </a:r>
          </a:p>
        </p:txBody>
      </p:sp>
    </p:spTree>
    <p:extLst>
      <p:ext uri="{BB962C8B-B14F-4D97-AF65-F5344CB8AC3E}">
        <p14:creationId xmlns:p14="http://schemas.microsoft.com/office/powerpoint/2010/main" val="57462649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E8F3E5"/>
        </a:solidFill>
        <a:effectLst/>
      </p:bgPr>
    </p:bg>
    <p:spTree>
      <p:nvGrpSpPr>
        <p:cNvPr id="1" name=""/>
        <p:cNvGrpSpPr/>
        <p:nvPr/>
      </p:nvGrpSpPr>
      <p:grpSpPr>
        <a:xfrm>
          <a:off x="0" y="0"/>
          <a:ext cx="0" cy="0"/>
          <a:chOff x="0" y="0"/>
          <a:chExt cx="0" cy="0"/>
        </a:xfrm>
      </p:grpSpPr>
      <p:sp>
        <p:nvSpPr>
          <p:cNvPr id="1293" name="Google Shape;1293;p105">
            <a:extLst>
              <a:ext uri="{FF2B5EF4-FFF2-40B4-BE49-F238E27FC236}">
                <a16:creationId xmlns:a16="http://schemas.microsoft.com/office/drawing/2014/main" id="{EC3029BD-D45B-40CB-B296-C633F6AF88EC}"/>
              </a:ext>
            </a:extLst>
          </p:cNvPr>
          <p:cNvSpPr>
            <a:spLocks noGrp="1"/>
          </p:cNvSpPr>
          <p:nvPr>
            <p:ph type="title"/>
          </p:nvPr>
        </p:nvSpPr>
        <p:spPr>
          <a:xfrm>
            <a:off x="713225" y="445025"/>
            <a:ext cx="7717500" cy="572700"/>
          </a:xfrm>
          <a:prstGeom prst="rect">
            <a:avLst/>
          </a:prstGeom>
        </p:spPr>
        <p:txBody>
          <a:bodyPr spcFirstLastPara="1" wrap="square" lIns="91425" tIns="91425" rIns="91425" bIns="91425" anchor="t">
            <a:noAutofit/>
          </a:bodyPr>
          <a:lstStyle/>
          <a:p>
            <a:pPr marL="0" lvl="0" indent="0" algn="l">
              <a:spcBef>
                <a:spcPts val="0"/>
              </a:spcBef>
              <a:spcAft>
                <a:spcPts val="0"/>
              </a:spcAft>
              <a:buNone/>
              <a:defRPr sz="1875" b="1">
                <a:solidFill>
                  <a:srgbClr val="111410"/>
                </a:solidFill>
                <a:latin typeface="Cambria"/>
                <a:ea typeface="Cambria"/>
                <a:cs typeface="Cambria"/>
              </a:defRPr>
            </a:pPr>
            <a:r>
              <a:rPr sz="1875" b="1" dirty="0" err="1">
                <a:solidFill>
                  <a:srgbClr val="111410"/>
                </a:solidFill>
                <a:latin typeface="Cambria"/>
                <a:ea typeface="Cambria"/>
                <a:cs typeface="Cambria"/>
              </a:rPr>
              <a:t>Phương</a:t>
            </a:r>
            <a:r>
              <a:rPr sz="1875" b="1" dirty="0">
                <a:solidFill>
                  <a:srgbClr val="111410"/>
                </a:solidFill>
                <a:latin typeface="Cambria"/>
                <a:ea typeface="Cambria"/>
                <a:cs typeface="Cambria"/>
              </a:rPr>
              <a:t> </a:t>
            </a:r>
            <a:r>
              <a:rPr sz="1875" b="1" dirty="0" err="1">
                <a:solidFill>
                  <a:srgbClr val="111410"/>
                </a:solidFill>
                <a:latin typeface="Cambria"/>
                <a:ea typeface="Cambria"/>
                <a:cs typeface="Cambria"/>
              </a:rPr>
              <a:t>pháp</a:t>
            </a:r>
            <a:r>
              <a:rPr sz="1875" b="1" dirty="0">
                <a:solidFill>
                  <a:srgbClr val="111410"/>
                </a:solidFill>
                <a:latin typeface="Cambria"/>
                <a:ea typeface="Cambria"/>
                <a:cs typeface="Cambria"/>
              </a:rPr>
              <a:t> </a:t>
            </a:r>
            <a:r>
              <a:rPr sz="1875" b="1" dirty="0" err="1">
                <a:solidFill>
                  <a:srgbClr val="111410"/>
                </a:solidFill>
                <a:latin typeface="Cambria"/>
                <a:ea typeface="Cambria"/>
                <a:cs typeface="Cambria"/>
              </a:rPr>
              <a:t>tách</a:t>
            </a:r>
            <a:r>
              <a:rPr sz="1875" b="1" dirty="0">
                <a:solidFill>
                  <a:srgbClr val="111410"/>
                </a:solidFill>
                <a:latin typeface="Cambria"/>
                <a:ea typeface="Cambria"/>
                <a:cs typeface="Cambria"/>
              </a:rPr>
              <a:t> </a:t>
            </a:r>
            <a:r>
              <a:rPr sz="1875" b="1" dirty="0" err="1">
                <a:solidFill>
                  <a:srgbClr val="111410"/>
                </a:solidFill>
                <a:latin typeface="Cambria"/>
                <a:ea typeface="Cambria"/>
                <a:cs typeface="Cambria"/>
              </a:rPr>
              <a:t>rõ</a:t>
            </a:r>
            <a:r>
              <a:rPr sz="1875" b="1" dirty="0">
                <a:solidFill>
                  <a:srgbClr val="111410"/>
                </a:solidFill>
                <a:latin typeface="Cambria"/>
                <a:ea typeface="Cambria"/>
                <a:cs typeface="Cambria"/>
              </a:rPr>
              <a:t> “</a:t>
            </a:r>
            <a:r>
              <a:rPr sz="1875" b="1" dirty="0" err="1">
                <a:solidFill>
                  <a:srgbClr val="111410"/>
                </a:solidFill>
                <a:latin typeface="Cambria"/>
                <a:ea typeface="Cambria"/>
                <a:cs typeface="Cambria"/>
              </a:rPr>
              <a:t>chạy</a:t>
            </a:r>
            <a:r>
              <a:rPr sz="1875" b="1" dirty="0">
                <a:solidFill>
                  <a:srgbClr val="111410"/>
                </a:solidFill>
                <a:latin typeface="Cambria"/>
                <a:ea typeface="Cambria"/>
                <a:cs typeface="Cambria"/>
              </a:rPr>
              <a:t> </a:t>
            </a:r>
            <a:r>
              <a:rPr sz="1875" b="1" dirty="0" err="1">
                <a:solidFill>
                  <a:srgbClr val="111410"/>
                </a:solidFill>
                <a:latin typeface="Cambria"/>
                <a:ea typeface="Cambria"/>
                <a:cs typeface="Cambria"/>
              </a:rPr>
              <a:t>đúng</a:t>
            </a:r>
            <a:r>
              <a:rPr sz="1875" b="1" dirty="0">
                <a:solidFill>
                  <a:srgbClr val="111410"/>
                </a:solidFill>
                <a:latin typeface="Cambria"/>
                <a:ea typeface="Cambria"/>
                <a:cs typeface="Cambria"/>
              </a:rPr>
              <a:t>” </a:t>
            </a:r>
            <a:r>
              <a:rPr sz="1875" b="1" dirty="0" err="1">
                <a:solidFill>
                  <a:srgbClr val="111410"/>
                </a:solidFill>
                <a:latin typeface="Cambria"/>
                <a:ea typeface="Cambria"/>
                <a:cs typeface="Cambria"/>
              </a:rPr>
              <a:t>và</a:t>
            </a:r>
            <a:r>
              <a:rPr sz="1875" b="1" dirty="0">
                <a:solidFill>
                  <a:srgbClr val="111410"/>
                </a:solidFill>
                <a:latin typeface="Cambria"/>
                <a:ea typeface="Cambria"/>
                <a:cs typeface="Cambria"/>
              </a:rPr>
              <a:t> “</a:t>
            </a:r>
            <a:r>
              <a:rPr sz="1875" b="1" dirty="0" err="1">
                <a:solidFill>
                  <a:srgbClr val="111410"/>
                </a:solidFill>
                <a:latin typeface="Cambria"/>
                <a:ea typeface="Cambria"/>
                <a:cs typeface="Cambria"/>
              </a:rPr>
              <a:t>đo</a:t>
            </a:r>
            <a:r>
              <a:rPr sz="1875" b="1" dirty="0">
                <a:solidFill>
                  <a:srgbClr val="111410"/>
                </a:solidFill>
                <a:latin typeface="Cambria"/>
                <a:ea typeface="Cambria"/>
                <a:cs typeface="Cambria"/>
              </a:rPr>
              <a:t> </a:t>
            </a:r>
            <a:r>
              <a:rPr sz="1875" b="1" dirty="0" err="1">
                <a:solidFill>
                  <a:srgbClr val="111410"/>
                </a:solidFill>
                <a:latin typeface="Cambria"/>
                <a:ea typeface="Cambria"/>
                <a:cs typeface="Cambria"/>
              </a:rPr>
              <a:t>lường</a:t>
            </a:r>
            <a:r>
              <a:rPr sz="1875" b="1" dirty="0">
                <a:solidFill>
                  <a:srgbClr val="111410"/>
                </a:solidFill>
                <a:latin typeface="Cambria"/>
                <a:ea typeface="Cambria"/>
                <a:cs typeface="Cambria"/>
              </a:rPr>
              <a:t> </a:t>
            </a:r>
            <a:r>
              <a:rPr sz="1875" b="1" dirty="0" err="1">
                <a:solidFill>
                  <a:srgbClr val="111410"/>
                </a:solidFill>
                <a:latin typeface="Cambria"/>
                <a:ea typeface="Cambria"/>
                <a:cs typeface="Cambria"/>
              </a:rPr>
              <a:t>có</a:t>
            </a:r>
            <a:r>
              <a:rPr sz="1875" b="1" dirty="0">
                <a:solidFill>
                  <a:srgbClr val="111410"/>
                </a:solidFill>
                <a:latin typeface="Cambria"/>
                <a:ea typeface="Cambria"/>
                <a:cs typeface="Cambria"/>
              </a:rPr>
              <a:t> </a:t>
            </a:r>
            <a:r>
              <a:rPr sz="1875" b="1" dirty="0" err="1">
                <a:solidFill>
                  <a:srgbClr val="111410"/>
                </a:solidFill>
                <a:latin typeface="Cambria"/>
                <a:ea typeface="Cambria"/>
                <a:cs typeface="Cambria"/>
              </a:rPr>
              <a:t>hiệu</a:t>
            </a:r>
            <a:r>
              <a:rPr sz="1875" b="1" dirty="0">
                <a:solidFill>
                  <a:srgbClr val="111410"/>
                </a:solidFill>
                <a:latin typeface="Cambria"/>
                <a:ea typeface="Cambria"/>
                <a:cs typeface="Cambria"/>
              </a:rPr>
              <a:t> </a:t>
            </a:r>
            <a:r>
              <a:rPr sz="1875" b="1" dirty="0" err="1">
                <a:solidFill>
                  <a:srgbClr val="111410"/>
                </a:solidFill>
                <a:latin typeface="Cambria"/>
                <a:ea typeface="Cambria"/>
                <a:cs typeface="Cambria"/>
              </a:rPr>
              <a:t>lực</a:t>
            </a:r>
            <a:r>
              <a:rPr sz="1875" b="1" dirty="0">
                <a:solidFill>
                  <a:srgbClr val="111410"/>
                </a:solidFill>
                <a:latin typeface="Cambria"/>
                <a:ea typeface="Cambria"/>
                <a:cs typeface="Cambria"/>
              </a:rPr>
              <a:t>”</a:t>
            </a:r>
            <a:endParaRPr dirty="0"/>
          </a:p>
        </p:txBody>
      </p:sp>
      <p:sp>
        <p:nvSpPr>
          <p:cNvPr id="1294" name="Google Shape;1294;p105">
            <a:extLst>
              <a:ext uri="{FF2B5EF4-FFF2-40B4-BE49-F238E27FC236}">
                <a16:creationId xmlns:a16="http://schemas.microsoft.com/office/drawing/2014/main" id="{A9006E6A-A2C3-48DA-AF38-5578B9925EE9}"/>
              </a:ext>
            </a:extLst>
          </p:cNvPr>
          <p:cNvSpPr>
            <a:spLocks noGrp="1"/>
          </p:cNvSpPr>
          <p:nvPr/>
        </p:nvSpPr>
        <p:spPr>
          <a:xfrm>
            <a:off x="1091616" y="3120395"/>
            <a:ext cx="1828200" cy="357000"/>
          </a:xfrm>
          <a:prstGeom prst="rect">
            <a:avLst/>
          </a:prstGeom>
          <a:noFill/>
          <a:ln>
            <a:noFill/>
          </a:ln>
        </p:spPr>
        <p:txBody>
          <a:bodyPr spcFirstLastPara="1" wrap="square" lIns="91425" tIns="91425" rIns="91425" bIns="91425" anchor="ctr">
            <a:noAutofit/>
          </a:bodyPr>
          <a:lstStyle/>
          <a:p>
            <a:pPr marL="0" lvl="0" indent="0" algn="l">
              <a:spcBef>
                <a:spcPts val="0"/>
              </a:spcBef>
              <a:spcAft>
                <a:spcPts val="0"/>
              </a:spcAft>
              <a:buNone/>
              <a:defRPr sz="1050" b="1">
                <a:solidFill>
                  <a:srgbClr val="111410"/>
                </a:solidFill>
                <a:latin typeface="Montserrat"/>
                <a:ea typeface="Montserrat"/>
                <a:cs typeface="Montserrat"/>
              </a:defRPr>
            </a:pPr>
            <a:r>
              <a:rPr sz="1050" b="1">
                <a:solidFill>
                  <a:srgbClr val="111410"/>
                </a:solidFill>
                <a:latin typeface="Montserrat"/>
                <a:ea typeface="Montserrat"/>
                <a:cs typeface="Montserrat"/>
              </a:rPr>
              <a:t>Thiết kế hệ thống</a:t>
            </a:r>
            <a:endParaRPr sz="2400">
              <a:solidFill>
                <a:schemeClr val="accent1"/>
              </a:solidFill>
              <a:latin typeface="Cambria"/>
              <a:ea typeface="Cambria"/>
              <a:cs typeface="Cambria"/>
            </a:endParaRPr>
          </a:p>
        </p:txBody>
      </p:sp>
      <p:sp>
        <p:nvSpPr>
          <p:cNvPr id="1295" name="Google Shape;1295;p105">
            <a:extLst>
              <a:ext uri="{FF2B5EF4-FFF2-40B4-BE49-F238E27FC236}">
                <a16:creationId xmlns:a16="http://schemas.microsoft.com/office/drawing/2014/main" id="{51896301-E24A-4B6A-A0EA-8EE9F6E82100}"/>
              </a:ext>
            </a:extLst>
          </p:cNvPr>
          <p:cNvSpPr>
            <a:spLocks noGrp="1"/>
          </p:cNvSpPr>
          <p:nvPr/>
        </p:nvSpPr>
        <p:spPr>
          <a:xfrm>
            <a:off x="1091638" y="3460395"/>
            <a:ext cx="1666200" cy="711600"/>
          </a:xfrm>
          <a:prstGeom prst="rect">
            <a:avLst/>
          </a:prstGeom>
          <a:noFill/>
          <a:ln>
            <a:noFill/>
          </a:ln>
        </p:spPr>
        <p:txBody>
          <a:bodyPr spcFirstLastPara="1" wrap="square" lIns="91425" tIns="91425" rIns="91425" bIns="91425" anchor="t">
            <a:noAutofit/>
          </a:bodyPr>
          <a:lstStyle/>
          <a:p>
            <a:pPr marL="0" lvl="0" indent="0" algn="l">
              <a:spcBef>
                <a:spcPts val="0"/>
              </a:spcBef>
              <a:spcAft>
                <a:spcPts val="0"/>
              </a:spcAft>
              <a:buNone/>
              <a:defRPr sz="825" b="0">
                <a:solidFill>
                  <a:srgbClr val="526052"/>
                </a:solidFill>
                <a:latin typeface="Montserrat"/>
                <a:ea typeface="Montserrat"/>
                <a:cs typeface="Montserrat"/>
              </a:defRPr>
            </a:pPr>
            <a:r>
              <a:rPr sz="825" b="0">
                <a:solidFill>
                  <a:srgbClr val="526052"/>
                </a:solidFill>
                <a:latin typeface="Montserrat"/>
                <a:ea typeface="Montserrat"/>
                <a:cs typeface="Montserrat"/>
              </a:rPr>
              <a:t>Kiến trúc, pipeline, state và sequence</a:t>
            </a:r>
            <a:endParaRPr>
              <a:solidFill>
                <a:schemeClr val="dk2"/>
              </a:solidFill>
              <a:latin typeface="Montserrat"/>
              <a:ea typeface="Montserrat"/>
              <a:cs typeface="Montserrat"/>
            </a:endParaRPr>
          </a:p>
        </p:txBody>
      </p:sp>
      <p:sp>
        <p:nvSpPr>
          <p:cNvPr id="1296" name="Google Shape;1296;p105">
            <a:extLst>
              <a:ext uri="{FF2B5EF4-FFF2-40B4-BE49-F238E27FC236}">
                <a16:creationId xmlns:a16="http://schemas.microsoft.com/office/drawing/2014/main" id="{E80558BA-CF2E-4D63-AD64-FAC066F173E1}"/>
              </a:ext>
            </a:extLst>
          </p:cNvPr>
          <p:cNvSpPr>
            <a:spLocks noGrp="1"/>
          </p:cNvSpPr>
          <p:nvPr/>
        </p:nvSpPr>
        <p:spPr>
          <a:xfrm>
            <a:off x="1091538" y="1553545"/>
            <a:ext cx="1828200" cy="357000"/>
          </a:xfrm>
          <a:prstGeom prst="rect">
            <a:avLst/>
          </a:prstGeom>
          <a:noFill/>
          <a:ln>
            <a:noFill/>
          </a:ln>
        </p:spPr>
        <p:txBody>
          <a:bodyPr spcFirstLastPara="1" wrap="square" lIns="91425" tIns="91425" rIns="91425" bIns="91425" anchor="ctr">
            <a:noAutofit/>
          </a:bodyPr>
          <a:lstStyle/>
          <a:p>
            <a:pPr marL="0" lvl="0" indent="0" algn="l">
              <a:spcBef>
                <a:spcPts val="0"/>
              </a:spcBef>
              <a:spcAft>
                <a:spcPts val="0"/>
              </a:spcAft>
              <a:buNone/>
              <a:defRPr sz="1050" b="1">
                <a:solidFill>
                  <a:srgbClr val="111410"/>
                </a:solidFill>
                <a:latin typeface="Montserrat"/>
                <a:ea typeface="Montserrat"/>
                <a:cs typeface="Montserrat"/>
              </a:defRPr>
            </a:pPr>
            <a:r>
              <a:rPr sz="1050" b="1" dirty="0" err="1">
                <a:solidFill>
                  <a:srgbClr val="111410"/>
                </a:solidFill>
                <a:latin typeface="Montserrat"/>
                <a:ea typeface="Montserrat"/>
                <a:cs typeface="Montserrat"/>
              </a:rPr>
              <a:t>Tổng</a:t>
            </a:r>
            <a:r>
              <a:rPr sz="1050" b="1" dirty="0">
                <a:solidFill>
                  <a:srgbClr val="111410"/>
                </a:solidFill>
                <a:latin typeface="Montserrat"/>
                <a:ea typeface="Montserrat"/>
                <a:cs typeface="Montserrat"/>
              </a:rPr>
              <a:t> </a:t>
            </a:r>
            <a:r>
              <a:rPr sz="1050" b="1" dirty="0" err="1">
                <a:solidFill>
                  <a:srgbClr val="111410"/>
                </a:solidFill>
                <a:latin typeface="Montserrat"/>
                <a:ea typeface="Montserrat"/>
                <a:cs typeface="Montserrat"/>
              </a:rPr>
              <a:t>quan</a:t>
            </a:r>
            <a:r>
              <a:rPr sz="1050" b="1" dirty="0">
                <a:solidFill>
                  <a:srgbClr val="111410"/>
                </a:solidFill>
                <a:latin typeface="Montserrat"/>
                <a:ea typeface="Montserrat"/>
                <a:cs typeface="Montserrat"/>
              </a:rPr>
              <a:t> </a:t>
            </a:r>
            <a:r>
              <a:rPr sz="1050" b="1" dirty="0" err="1">
                <a:solidFill>
                  <a:srgbClr val="111410"/>
                </a:solidFill>
                <a:latin typeface="Montserrat"/>
                <a:ea typeface="Montserrat"/>
                <a:cs typeface="Montserrat"/>
              </a:rPr>
              <a:t>tài</a:t>
            </a:r>
            <a:r>
              <a:rPr sz="1050" b="1" dirty="0">
                <a:solidFill>
                  <a:srgbClr val="111410"/>
                </a:solidFill>
                <a:latin typeface="Montserrat"/>
                <a:ea typeface="Montserrat"/>
                <a:cs typeface="Montserrat"/>
              </a:rPr>
              <a:t> </a:t>
            </a:r>
            <a:r>
              <a:rPr sz="1050" b="1" dirty="0" err="1">
                <a:solidFill>
                  <a:srgbClr val="111410"/>
                </a:solidFill>
                <a:latin typeface="Montserrat"/>
                <a:ea typeface="Montserrat"/>
                <a:cs typeface="Montserrat"/>
              </a:rPr>
              <a:t>liệu</a:t>
            </a:r>
            <a:endParaRPr sz="2400" dirty="0">
              <a:solidFill>
                <a:schemeClr val="accent1"/>
              </a:solidFill>
              <a:latin typeface="Cambria"/>
              <a:ea typeface="Cambria"/>
              <a:cs typeface="Cambria"/>
            </a:endParaRPr>
          </a:p>
        </p:txBody>
      </p:sp>
      <p:sp>
        <p:nvSpPr>
          <p:cNvPr id="1297" name="Google Shape;1297;p105">
            <a:extLst>
              <a:ext uri="{FF2B5EF4-FFF2-40B4-BE49-F238E27FC236}">
                <a16:creationId xmlns:a16="http://schemas.microsoft.com/office/drawing/2014/main" id="{86BC7F8C-6B29-42D7-B9B0-1D4F7C192B2C}"/>
              </a:ext>
            </a:extLst>
          </p:cNvPr>
          <p:cNvSpPr>
            <a:spLocks noGrp="1"/>
          </p:cNvSpPr>
          <p:nvPr/>
        </p:nvSpPr>
        <p:spPr>
          <a:xfrm>
            <a:off x="1091638" y="1893545"/>
            <a:ext cx="1666200" cy="711600"/>
          </a:xfrm>
          <a:prstGeom prst="rect">
            <a:avLst/>
          </a:prstGeom>
          <a:noFill/>
          <a:ln>
            <a:noFill/>
          </a:ln>
        </p:spPr>
        <p:txBody>
          <a:bodyPr spcFirstLastPara="1" wrap="square" lIns="91425" tIns="91425" rIns="91425" bIns="91425" anchor="t">
            <a:noAutofit/>
          </a:bodyPr>
          <a:lstStyle/>
          <a:p>
            <a:pPr marL="0" lvl="0" indent="0" algn="l">
              <a:spcBef>
                <a:spcPts val="0"/>
              </a:spcBef>
              <a:spcAft>
                <a:spcPts val="0"/>
              </a:spcAft>
              <a:buNone/>
              <a:defRPr sz="825" b="0">
                <a:solidFill>
                  <a:srgbClr val="526052"/>
                </a:solidFill>
                <a:latin typeface="Montserrat"/>
                <a:ea typeface="Montserrat"/>
                <a:cs typeface="Montserrat"/>
              </a:defRPr>
            </a:pPr>
            <a:r>
              <a:rPr sz="825" b="0" dirty="0">
                <a:solidFill>
                  <a:srgbClr val="526052"/>
                </a:solidFill>
                <a:latin typeface="Montserrat"/>
                <a:ea typeface="Montserrat"/>
                <a:cs typeface="Montserrat"/>
              </a:rPr>
              <a:t>Structured interview, STAR, BARS, AI governance</a:t>
            </a:r>
            <a:endParaRPr dirty="0">
              <a:solidFill>
                <a:schemeClr val="dk2"/>
              </a:solidFill>
              <a:latin typeface="Montserrat"/>
              <a:ea typeface="Montserrat"/>
              <a:cs typeface="Montserrat"/>
            </a:endParaRPr>
          </a:p>
        </p:txBody>
      </p:sp>
      <p:sp>
        <p:nvSpPr>
          <p:cNvPr id="1298" name="Google Shape;1298;p105">
            <a:extLst>
              <a:ext uri="{FF2B5EF4-FFF2-40B4-BE49-F238E27FC236}">
                <a16:creationId xmlns:a16="http://schemas.microsoft.com/office/drawing/2014/main" id="{798B4E45-EAB6-45E9-81F8-39BC4F828ED3}"/>
              </a:ext>
            </a:extLst>
          </p:cNvPr>
          <p:cNvSpPr>
            <a:spLocks noGrp="1"/>
          </p:cNvSpPr>
          <p:nvPr/>
        </p:nvSpPr>
        <p:spPr>
          <a:xfrm>
            <a:off x="6386313" y="3120395"/>
            <a:ext cx="1828200" cy="357000"/>
          </a:xfrm>
          <a:prstGeom prst="rect">
            <a:avLst/>
          </a:prstGeom>
          <a:noFill/>
          <a:ln>
            <a:noFill/>
          </a:ln>
        </p:spPr>
        <p:txBody>
          <a:bodyPr spcFirstLastPara="1" wrap="square" lIns="91425" tIns="91425" rIns="91425" bIns="91425" anchor="ctr">
            <a:noAutofit/>
          </a:bodyPr>
          <a:lstStyle/>
          <a:p>
            <a:pPr marL="0" lvl="0" indent="0" algn="r">
              <a:spcBef>
                <a:spcPts val="0"/>
              </a:spcBef>
              <a:spcAft>
                <a:spcPts val="0"/>
              </a:spcAft>
              <a:buNone/>
              <a:defRPr sz="1050" b="1">
                <a:solidFill>
                  <a:srgbClr val="111410"/>
                </a:solidFill>
                <a:latin typeface="Montserrat"/>
                <a:ea typeface="Montserrat"/>
                <a:cs typeface="Montserrat"/>
              </a:defRPr>
            </a:pPr>
            <a:r>
              <a:rPr sz="1050" b="1">
                <a:solidFill>
                  <a:srgbClr val="111410"/>
                </a:solidFill>
                <a:latin typeface="Montserrat"/>
                <a:ea typeface="Montserrat"/>
                <a:cs typeface="Montserrat"/>
              </a:rPr>
              <a:t>Xác minh kỹ thuật</a:t>
            </a:r>
            <a:endParaRPr sz="2400">
              <a:solidFill>
                <a:schemeClr val="accent1"/>
              </a:solidFill>
              <a:latin typeface="Cambria"/>
              <a:ea typeface="Cambria"/>
              <a:cs typeface="Cambria"/>
            </a:endParaRPr>
          </a:p>
        </p:txBody>
      </p:sp>
      <p:sp>
        <p:nvSpPr>
          <p:cNvPr id="1299" name="Google Shape;1299;p105">
            <a:extLst>
              <a:ext uri="{FF2B5EF4-FFF2-40B4-BE49-F238E27FC236}">
                <a16:creationId xmlns:a16="http://schemas.microsoft.com/office/drawing/2014/main" id="{39BB978A-6D0F-4156-A8CD-33B8977EE45B}"/>
              </a:ext>
            </a:extLst>
          </p:cNvPr>
          <p:cNvSpPr>
            <a:spLocks noGrp="1"/>
          </p:cNvSpPr>
          <p:nvPr/>
        </p:nvSpPr>
        <p:spPr>
          <a:xfrm>
            <a:off x="6548288" y="3460395"/>
            <a:ext cx="1666200" cy="711600"/>
          </a:xfrm>
          <a:prstGeom prst="rect">
            <a:avLst/>
          </a:prstGeom>
          <a:noFill/>
          <a:ln>
            <a:noFill/>
          </a:ln>
        </p:spPr>
        <p:txBody>
          <a:bodyPr spcFirstLastPara="1" wrap="square" lIns="91425" tIns="91425" rIns="91425" bIns="91425" anchor="t">
            <a:noAutofit/>
          </a:bodyPr>
          <a:lstStyle/>
          <a:p>
            <a:pPr marL="0" lvl="0" indent="0" algn="r">
              <a:spcBef>
                <a:spcPts val="0"/>
              </a:spcBef>
              <a:spcAft>
                <a:spcPts val="0"/>
              </a:spcAft>
              <a:buNone/>
              <a:defRPr sz="825" b="0">
                <a:solidFill>
                  <a:srgbClr val="526052"/>
                </a:solidFill>
                <a:latin typeface="Montserrat"/>
                <a:ea typeface="Montserrat"/>
                <a:cs typeface="Montserrat"/>
              </a:defRPr>
            </a:pPr>
            <a:r>
              <a:rPr sz="825" b="0">
                <a:solidFill>
                  <a:srgbClr val="526052"/>
                </a:solidFill>
                <a:latin typeface="Montserrat"/>
                <a:ea typeface="Montserrat"/>
                <a:cs typeface="Montserrat"/>
              </a:rPr>
              <a:t>Unit/contract test, type check, corpus audit</a:t>
            </a:r>
            <a:endParaRPr>
              <a:solidFill>
                <a:schemeClr val="dk2"/>
              </a:solidFill>
              <a:latin typeface="Montserrat"/>
              <a:ea typeface="Montserrat"/>
              <a:cs typeface="Montserrat"/>
            </a:endParaRPr>
          </a:p>
        </p:txBody>
      </p:sp>
      <p:sp>
        <p:nvSpPr>
          <p:cNvPr id="1300" name="Google Shape;1300;p105">
            <a:extLst>
              <a:ext uri="{FF2B5EF4-FFF2-40B4-BE49-F238E27FC236}">
                <a16:creationId xmlns:a16="http://schemas.microsoft.com/office/drawing/2014/main" id="{CAD910C1-019F-40CA-BEBC-EA4BAEDFAD95}"/>
              </a:ext>
            </a:extLst>
          </p:cNvPr>
          <p:cNvSpPr>
            <a:spLocks noGrp="1"/>
          </p:cNvSpPr>
          <p:nvPr/>
        </p:nvSpPr>
        <p:spPr>
          <a:xfrm>
            <a:off x="6386313" y="1553545"/>
            <a:ext cx="1828200" cy="357000"/>
          </a:xfrm>
          <a:prstGeom prst="rect">
            <a:avLst/>
          </a:prstGeom>
          <a:noFill/>
          <a:ln>
            <a:noFill/>
          </a:ln>
        </p:spPr>
        <p:txBody>
          <a:bodyPr spcFirstLastPara="1" wrap="square" lIns="91425" tIns="91425" rIns="91425" bIns="91425" anchor="ctr">
            <a:noAutofit/>
          </a:bodyPr>
          <a:lstStyle/>
          <a:p>
            <a:pPr marL="0" lvl="0" indent="0" algn="r">
              <a:spcBef>
                <a:spcPts val="0"/>
              </a:spcBef>
              <a:spcAft>
                <a:spcPts val="0"/>
              </a:spcAft>
              <a:buNone/>
              <a:defRPr sz="1050" b="1">
                <a:solidFill>
                  <a:srgbClr val="111410"/>
                </a:solidFill>
                <a:latin typeface="Montserrat"/>
                <a:ea typeface="Montserrat"/>
                <a:cs typeface="Montserrat"/>
              </a:defRPr>
            </a:pPr>
            <a:r>
              <a:rPr sz="1050" b="1">
                <a:solidFill>
                  <a:srgbClr val="111410"/>
                </a:solidFill>
                <a:latin typeface="Montserrat"/>
                <a:ea typeface="Montserrat"/>
                <a:cs typeface="Montserrat"/>
              </a:rPr>
              <a:t>Audit hiện vật</a:t>
            </a:r>
            <a:endParaRPr sz="2400">
              <a:solidFill>
                <a:schemeClr val="accent1"/>
              </a:solidFill>
              <a:latin typeface="Cambria"/>
              <a:ea typeface="Cambria"/>
              <a:cs typeface="Cambria"/>
            </a:endParaRPr>
          </a:p>
        </p:txBody>
      </p:sp>
      <p:sp>
        <p:nvSpPr>
          <p:cNvPr id="1301" name="Google Shape;1301;p105">
            <a:extLst>
              <a:ext uri="{FF2B5EF4-FFF2-40B4-BE49-F238E27FC236}">
                <a16:creationId xmlns:a16="http://schemas.microsoft.com/office/drawing/2014/main" id="{BA619B4B-CC4D-4634-8D7D-C601A02935D5}"/>
              </a:ext>
            </a:extLst>
          </p:cNvPr>
          <p:cNvSpPr>
            <a:spLocks noGrp="1"/>
          </p:cNvSpPr>
          <p:nvPr/>
        </p:nvSpPr>
        <p:spPr>
          <a:xfrm>
            <a:off x="6548263" y="1893545"/>
            <a:ext cx="1666200" cy="711600"/>
          </a:xfrm>
          <a:prstGeom prst="rect">
            <a:avLst/>
          </a:prstGeom>
          <a:noFill/>
          <a:ln>
            <a:noFill/>
          </a:ln>
        </p:spPr>
        <p:txBody>
          <a:bodyPr spcFirstLastPara="1" wrap="square" lIns="91425" tIns="91425" rIns="91425" bIns="91425" anchor="t">
            <a:noAutofit/>
          </a:bodyPr>
          <a:lstStyle/>
          <a:p>
            <a:pPr marL="0" lvl="0" indent="0" algn="r">
              <a:spcBef>
                <a:spcPts val="0"/>
              </a:spcBef>
              <a:spcAft>
                <a:spcPts val="0"/>
              </a:spcAft>
              <a:buNone/>
              <a:defRPr sz="825" b="0">
                <a:solidFill>
                  <a:srgbClr val="526052"/>
                </a:solidFill>
                <a:latin typeface="Montserrat"/>
                <a:ea typeface="Montserrat"/>
                <a:cs typeface="Montserrat"/>
              </a:defRPr>
            </a:pPr>
            <a:r>
              <a:rPr sz="825" b="0">
                <a:solidFill>
                  <a:srgbClr val="526052"/>
                </a:solidFill>
                <a:latin typeface="Montserrat"/>
                <a:ea typeface="Montserrat"/>
                <a:cs typeface="Montserrat"/>
              </a:rPr>
              <a:t>Route, model, proto, service, rule và test</a:t>
            </a:r>
            <a:endParaRPr>
              <a:solidFill>
                <a:schemeClr val="dk2"/>
              </a:solidFill>
              <a:latin typeface="Montserrat"/>
              <a:ea typeface="Montserrat"/>
              <a:cs typeface="Montserrat"/>
            </a:endParaRPr>
          </a:p>
        </p:txBody>
      </p:sp>
      <p:sp>
        <p:nvSpPr>
          <p:cNvPr id="1304" name="Google Shape;1304;p105">
            <a:extLst>
              <a:ext uri="{FF2B5EF4-FFF2-40B4-BE49-F238E27FC236}">
                <a16:creationId xmlns:a16="http://schemas.microsoft.com/office/drawing/2014/main" id="{CB87D105-33F6-4AB0-BB92-600B6771906D}"/>
              </a:ext>
            </a:extLst>
          </p:cNvPr>
          <p:cNvSpPr>
            <a:spLocks noGrp="1"/>
          </p:cNvSpPr>
          <p:nvPr/>
        </p:nvSpPr>
        <p:spPr>
          <a:xfrm>
            <a:off x="3730408" y="1788269"/>
            <a:ext cx="2007300" cy="2007300"/>
          </a:xfrm>
          <a:prstGeom prst="rect">
            <a:avLst/>
          </a:prstGeom>
          <a:solidFill>
            <a:schemeClr val="accent2"/>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1306" name="Google Shape;1306;p105">
            <a:extLst>
              <a:ext uri="{FF2B5EF4-FFF2-40B4-BE49-F238E27FC236}">
                <a16:creationId xmlns:a16="http://schemas.microsoft.com/office/drawing/2014/main" id="{CF3CB00F-26AC-4360-B0C1-067F5A0BFD1C}"/>
              </a:ext>
            </a:extLst>
          </p:cNvPr>
          <p:cNvSpPr>
            <a:spLocks noGrp="1"/>
          </p:cNvSpPr>
          <p:nvPr/>
        </p:nvSpPr>
        <p:spPr>
          <a:xfrm>
            <a:off x="4629246" y="2442561"/>
            <a:ext cx="204398" cy="204398"/>
          </a:xfrm>
          <a:custGeom>
            <a:avLst/>
            <a:gdLst/>
            <a:ahLst/>
            <a:cxnLst/>
            <a:rect l="l" t="t" r="r" b="b"/>
            <a:pathLst>
              <a:path w="3466" h="3466">
                <a:moveTo>
                  <a:pt x="1733" y="0"/>
                </a:moveTo>
                <a:cubicBezTo>
                  <a:pt x="788" y="0"/>
                  <a:pt x="0" y="788"/>
                  <a:pt x="0" y="1733"/>
                </a:cubicBezTo>
                <a:cubicBezTo>
                  <a:pt x="0" y="2678"/>
                  <a:pt x="788" y="3466"/>
                  <a:pt x="1733" y="3466"/>
                </a:cubicBezTo>
                <a:cubicBezTo>
                  <a:pt x="2678" y="3466"/>
                  <a:pt x="3466" y="2678"/>
                  <a:pt x="3466" y="1733"/>
                </a:cubicBezTo>
                <a:cubicBezTo>
                  <a:pt x="3466" y="788"/>
                  <a:pt x="2678" y="0"/>
                  <a:pt x="1733" y="0"/>
                </a:cubicBezTo>
                <a:close/>
              </a:path>
            </a:pathLst>
          </a:custGeom>
          <a:solidFill>
            <a:schemeClr val="lt1"/>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1307" name="Google Shape;1307;p105">
            <a:extLst>
              <a:ext uri="{FF2B5EF4-FFF2-40B4-BE49-F238E27FC236}">
                <a16:creationId xmlns:a16="http://schemas.microsoft.com/office/drawing/2014/main" id="{B03AF90B-BC4E-4722-8645-2E702FEE727B}"/>
              </a:ext>
            </a:extLst>
          </p:cNvPr>
          <p:cNvSpPr>
            <a:spLocks noGrp="1"/>
          </p:cNvSpPr>
          <p:nvPr/>
        </p:nvSpPr>
        <p:spPr>
          <a:xfrm>
            <a:off x="4383980" y="2851299"/>
            <a:ext cx="700534" cy="289908"/>
          </a:xfrm>
          <a:custGeom>
            <a:avLst/>
            <a:gdLst/>
            <a:ahLst/>
            <a:cxnLst/>
            <a:rect l="l" t="t" r="r" b="b"/>
            <a:pathLst>
              <a:path w="11879" h="4916">
                <a:moveTo>
                  <a:pt x="694" y="0"/>
                </a:moveTo>
                <a:cubicBezTo>
                  <a:pt x="316" y="0"/>
                  <a:pt x="1" y="315"/>
                  <a:pt x="1" y="693"/>
                </a:cubicBezTo>
                <a:cubicBezTo>
                  <a:pt x="1" y="1103"/>
                  <a:pt x="316" y="1418"/>
                  <a:pt x="694" y="1418"/>
                </a:cubicBezTo>
                <a:lnTo>
                  <a:pt x="694" y="4569"/>
                </a:lnTo>
                <a:cubicBezTo>
                  <a:pt x="694" y="4758"/>
                  <a:pt x="851" y="4915"/>
                  <a:pt x="1040" y="4915"/>
                </a:cubicBezTo>
                <a:lnTo>
                  <a:pt x="10807" y="4915"/>
                </a:lnTo>
                <a:cubicBezTo>
                  <a:pt x="11028" y="4915"/>
                  <a:pt x="11185" y="4758"/>
                  <a:pt x="11185" y="4569"/>
                </a:cubicBezTo>
                <a:lnTo>
                  <a:pt x="11185" y="1418"/>
                </a:lnTo>
                <a:cubicBezTo>
                  <a:pt x="11563" y="1418"/>
                  <a:pt x="11878" y="1103"/>
                  <a:pt x="11878" y="693"/>
                </a:cubicBezTo>
                <a:cubicBezTo>
                  <a:pt x="11815" y="315"/>
                  <a:pt x="11500" y="0"/>
                  <a:pt x="11122" y="0"/>
                </a:cubicBezTo>
                <a:close/>
              </a:path>
            </a:pathLst>
          </a:custGeom>
          <a:solidFill>
            <a:schemeClr val="lt1"/>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1308" name="Google Shape;1308;p105">
            <a:extLst>
              <a:ext uri="{FF2B5EF4-FFF2-40B4-BE49-F238E27FC236}">
                <a16:creationId xmlns:a16="http://schemas.microsoft.com/office/drawing/2014/main" id="{E0FE45A0-FE08-4ECF-9CB9-F6C8A99840B8}"/>
              </a:ext>
            </a:extLst>
          </p:cNvPr>
          <p:cNvSpPr>
            <a:spLocks noGrp="1"/>
          </p:cNvSpPr>
          <p:nvPr/>
        </p:nvSpPr>
        <p:spPr>
          <a:xfrm>
            <a:off x="4861480" y="2526184"/>
            <a:ext cx="176563" cy="286134"/>
          </a:xfrm>
          <a:custGeom>
            <a:avLst/>
            <a:gdLst/>
            <a:ahLst/>
            <a:cxnLst/>
            <a:rect l="l" t="t" r="r" b="b"/>
            <a:pathLst>
              <a:path w="2994" h="4852">
                <a:moveTo>
                  <a:pt x="190" y="0"/>
                </a:moveTo>
                <a:cubicBezTo>
                  <a:pt x="190" y="126"/>
                  <a:pt x="253" y="221"/>
                  <a:pt x="253" y="347"/>
                </a:cubicBezTo>
                <a:cubicBezTo>
                  <a:pt x="253" y="693"/>
                  <a:pt x="158" y="1071"/>
                  <a:pt x="1" y="1386"/>
                </a:cubicBezTo>
                <a:cubicBezTo>
                  <a:pt x="977" y="2079"/>
                  <a:pt x="1607" y="3182"/>
                  <a:pt x="1607" y="4474"/>
                </a:cubicBezTo>
                <a:lnTo>
                  <a:pt x="1607" y="4852"/>
                </a:lnTo>
                <a:lnTo>
                  <a:pt x="2994" y="4852"/>
                </a:lnTo>
                <a:lnTo>
                  <a:pt x="2489" y="756"/>
                </a:lnTo>
                <a:cubicBezTo>
                  <a:pt x="2363" y="315"/>
                  <a:pt x="1922" y="0"/>
                  <a:pt x="1450" y="0"/>
                </a:cubicBezTo>
                <a:close/>
              </a:path>
            </a:pathLst>
          </a:custGeom>
          <a:solidFill>
            <a:schemeClr val="lt1"/>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1309" name="Google Shape;1309;p105">
            <a:extLst>
              <a:ext uri="{FF2B5EF4-FFF2-40B4-BE49-F238E27FC236}">
                <a16:creationId xmlns:a16="http://schemas.microsoft.com/office/drawing/2014/main" id="{88CCB582-E7B4-4768-83C1-D4C4C3CB1513}"/>
              </a:ext>
            </a:extLst>
          </p:cNvPr>
          <p:cNvSpPr>
            <a:spLocks noGrp="1"/>
          </p:cNvSpPr>
          <p:nvPr/>
        </p:nvSpPr>
        <p:spPr>
          <a:xfrm>
            <a:off x="4424848" y="2526184"/>
            <a:ext cx="176563" cy="286134"/>
          </a:xfrm>
          <a:custGeom>
            <a:avLst/>
            <a:gdLst/>
            <a:ahLst/>
            <a:cxnLst/>
            <a:rect l="l" t="t" r="r" b="b"/>
            <a:pathLst>
              <a:path w="2994" h="4852">
                <a:moveTo>
                  <a:pt x="1545" y="0"/>
                </a:moveTo>
                <a:cubicBezTo>
                  <a:pt x="1072" y="0"/>
                  <a:pt x="663" y="315"/>
                  <a:pt x="505" y="788"/>
                </a:cubicBezTo>
                <a:lnTo>
                  <a:pt x="1" y="4852"/>
                </a:lnTo>
                <a:lnTo>
                  <a:pt x="1356" y="4852"/>
                </a:lnTo>
                <a:lnTo>
                  <a:pt x="1356" y="4474"/>
                </a:lnTo>
                <a:lnTo>
                  <a:pt x="1387" y="4474"/>
                </a:lnTo>
                <a:cubicBezTo>
                  <a:pt x="1387" y="3182"/>
                  <a:pt x="2017" y="2048"/>
                  <a:pt x="2994" y="1386"/>
                </a:cubicBezTo>
                <a:cubicBezTo>
                  <a:pt x="2836" y="1071"/>
                  <a:pt x="2773" y="693"/>
                  <a:pt x="2773" y="347"/>
                </a:cubicBezTo>
                <a:cubicBezTo>
                  <a:pt x="2773" y="221"/>
                  <a:pt x="2773" y="95"/>
                  <a:pt x="2805" y="0"/>
                </a:cubicBezTo>
                <a:close/>
              </a:path>
            </a:pathLst>
          </a:custGeom>
          <a:solidFill>
            <a:schemeClr val="lt1"/>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1310" name="Google Shape;1310;p105">
            <a:extLst>
              <a:ext uri="{FF2B5EF4-FFF2-40B4-BE49-F238E27FC236}">
                <a16:creationId xmlns:a16="http://schemas.microsoft.com/office/drawing/2014/main" id="{0CEE7A8B-85BE-4BEA-B014-D48D69CF388E}"/>
              </a:ext>
            </a:extLst>
          </p:cNvPr>
          <p:cNvSpPr>
            <a:spLocks noGrp="1"/>
          </p:cNvSpPr>
          <p:nvPr/>
        </p:nvSpPr>
        <p:spPr>
          <a:xfrm>
            <a:off x="4748135" y="2639470"/>
            <a:ext cx="167304" cy="167304"/>
          </a:xfrm>
          <a:custGeom>
            <a:avLst/>
            <a:gdLst/>
            <a:ahLst/>
            <a:cxnLst/>
            <a:rect l="l" t="t" r="r" b="b"/>
            <a:pathLst>
              <a:path w="2837" h="2837">
                <a:moveTo>
                  <a:pt x="1482" y="1"/>
                </a:moveTo>
                <a:cubicBezTo>
                  <a:pt x="1450" y="32"/>
                  <a:pt x="1418" y="64"/>
                  <a:pt x="1324" y="127"/>
                </a:cubicBezTo>
                <a:cubicBezTo>
                  <a:pt x="1324" y="190"/>
                  <a:pt x="1292" y="253"/>
                  <a:pt x="1261" y="284"/>
                </a:cubicBezTo>
                <a:lnTo>
                  <a:pt x="1" y="1923"/>
                </a:lnTo>
                <a:lnTo>
                  <a:pt x="1" y="2836"/>
                </a:lnTo>
                <a:lnTo>
                  <a:pt x="2742" y="2836"/>
                </a:lnTo>
                <a:lnTo>
                  <a:pt x="2742" y="2553"/>
                </a:lnTo>
                <a:lnTo>
                  <a:pt x="2836" y="2553"/>
                </a:lnTo>
                <a:cubicBezTo>
                  <a:pt x="2836" y="1513"/>
                  <a:pt x="2332" y="599"/>
                  <a:pt x="1482" y="1"/>
                </a:cubicBezTo>
                <a:close/>
              </a:path>
            </a:pathLst>
          </a:custGeom>
          <a:solidFill>
            <a:schemeClr val="lt1"/>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1311" name="Google Shape;1311;p105">
            <a:extLst>
              <a:ext uri="{FF2B5EF4-FFF2-40B4-BE49-F238E27FC236}">
                <a16:creationId xmlns:a16="http://schemas.microsoft.com/office/drawing/2014/main" id="{50F0A281-4FC4-4746-8FF5-0FCF85A3C4D5}"/>
              </a:ext>
            </a:extLst>
          </p:cNvPr>
          <p:cNvSpPr>
            <a:spLocks noGrp="1"/>
          </p:cNvSpPr>
          <p:nvPr/>
        </p:nvSpPr>
        <p:spPr>
          <a:xfrm>
            <a:off x="4543795" y="2641357"/>
            <a:ext cx="167245" cy="172848"/>
          </a:xfrm>
          <a:custGeom>
            <a:avLst/>
            <a:gdLst/>
            <a:ahLst/>
            <a:cxnLst/>
            <a:rect l="l" t="t" r="r" b="b"/>
            <a:pathLst>
              <a:path w="2836" h="2931">
                <a:moveTo>
                  <a:pt x="1323" y="0"/>
                </a:moveTo>
                <a:cubicBezTo>
                  <a:pt x="536" y="567"/>
                  <a:pt x="0" y="1513"/>
                  <a:pt x="0" y="2584"/>
                </a:cubicBezTo>
                <a:lnTo>
                  <a:pt x="0" y="2930"/>
                </a:lnTo>
                <a:lnTo>
                  <a:pt x="2741" y="2930"/>
                </a:lnTo>
                <a:lnTo>
                  <a:pt x="2741" y="1922"/>
                </a:lnTo>
                <a:lnTo>
                  <a:pt x="2836" y="1922"/>
                </a:lnTo>
                <a:lnTo>
                  <a:pt x="1575" y="284"/>
                </a:lnTo>
                <a:cubicBezTo>
                  <a:pt x="1512" y="252"/>
                  <a:pt x="1512" y="158"/>
                  <a:pt x="1481" y="126"/>
                </a:cubicBezTo>
                <a:cubicBezTo>
                  <a:pt x="1449" y="95"/>
                  <a:pt x="1355" y="63"/>
                  <a:pt x="1323" y="0"/>
                </a:cubicBezTo>
                <a:close/>
              </a:path>
            </a:pathLst>
          </a:custGeom>
          <a:solidFill>
            <a:schemeClr val="lt1"/>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1313" name="Google Shape;1313;p105">
            <a:extLst>
              <a:ext uri="{FF2B5EF4-FFF2-40B4-BE49-F238E27FC236}">
                <a16:creationId xmlns:a16="http://schemas.microsoft.com/office/drawing/2014/main" id="{C2980E4A-ABDA-484F-A7BB-27773B346D0B}"/>
              </a:ext>
            </a:extLst>
          </p:cNvPr>
          <p:cNvSpPr>
            <a:spLocks noGrp="1"/>
          </p:cNvSpPr>
          <p:nvPr/>
        </p:nvSpPr>
        <p:spPr>
          <a:xfrm>
            <a:off x="3295412" y="1553545"/>
            <a:ext cx="930000" cy="930000"/>
          </a:xfrm>
          <a:prstGeom prst="rect">
            <a:avLst/>
          </a:prstGeom>
          <a:solidFill>
            <a:schemeClr val="lt1"/>
          </a:solidFill>
          <a:ln w="28575" cmpd="sng">
            <a:solidFill>
              <a:schemeClr val="accent2"/>
            </a:solidFill>
            <a:prstDash val="solid"/>
            <a:headEnd type="none" w="sm" len="sm"/>
            <a:tailEnd type="none" w="sm" len="sm"/>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1314" name="Google Shape;1314;p105">
            <a:extLst>
              <a:ext uri="{FF2B5EF4-FFF2-40B4-BE49-F238E27FC236}">
                <a16:creationId xmlns:a16="http://schemas.microsoft.com/office/drawing/2014/main" id="{69DCB9DD-9491-4375-B3AD-2B5AD94B3A6F}"/>
              </a:ext>
            </a:extLst>
          </p:cNvPr>
          <p:cNvSpPr>
            <a:spLocks noGrp="1"/>
          </p:cNvSpPr>
          <p:nvPr/>
        </p:nvSpPr>
        <p:spPr>
          <a:xfrm>
            <a:off x="3254913" y="1684795"/>
            <a:ext cx="1011000" cy="667500"/>
          </a:xfrm>
          <a:prstGeom prst="rect">
            <a:avLst/>
          </a:prstGeom>
          <a:noFill/>
          <a:ln>
            <a:noFill/>
          </a:ln>
        </p:spPr>
        <p:txBody>
          <a:bodyPr spcFirstLastPara="1" wrap="square" lIns="91425" tIns="91425" rIns="91425" bIns="91425" anchor="ctr">
            <a:noAutofit/>
          </a:bodyPr>
          <a:lstStyle/>
          <a:p>
            <a:pPr marL="0" lvl="0" indent="0" algn="ctr">
              <a:spcBef>
                <a:spcPts val="0"/>
              </a:spcBef>
              <a:spcAft>
                <a:spcPts val="0"/>
              </a:spcAft>
              <a:buNone/>
              <a:defRPr sz="1500" b="1">
                <a:solidFill>
                  <a:srgbClr val="4B8D17"/>
                </a:solidFill>
                <a:latin typeface="Montserrat"/>
                <a:ea typeface="Montserrat"/>
                <a:cs typeface="Montserrat"/>
              </a:defRPr>
            </a:pPr>
            <a:r>
              <a:rPr sz="1500" b="1">
                <a:solidFill>
                  <a:srgbClr val="4B8D17"/>
                </a:solidFill>
                <a:latin typeface="Montserrat"/>
                <a:ea typeface="Montserrat"/>
                <a:cs typeface="Montserrat"/>
              </a:rPr>
              <a:t>01</a:t>
            </a:r>
            <a:endParaRPr sz="3500">
              <a:solidFill>
                <a:schemeClr val="accent1"/>
              </a:solidFill>
              <a:latin typeface="Cambria"/>
              <a:ea typeface="Cambria"/>
              <a:cs typeface="Cambria"/>
            </a:endParaRPr>
          </a:p>
        </p:txBody>
      </p:sp>
      <p:sp>
        <p:nvSpPr>
          <p:cNvPr id="1316" name="Google Shape;1316;p105">
            <a:extLst>
              <a:ext uri="{FF2B5EF4-FFF2-40B4-BE49-F238E27FC236}">
                <a16:creationId xmlns:a16="http://schemas.microsoft.com/office/drawing/2014/main" id="{E4769C69-1EF9-43C3-A918-14C639EBEE7A}"/>
              </a:ext>
            </a:extLst>
          </p:cNvPr>
          <p:cNvSpPr>
            <a:spLocks noGrp="1"/>
          </p:cNvSpPr>
          <p:nvPr/>
        </p:nvSpPr>
        <p:spPr>
          <a:xfrm>
            <a:off x="5242681" y="1553545"/>
            <a:ext cx="930000" cy="930000"/>
          </a:xfrm>
          <a:prstGeom prst="rect">
            <a:avLst/>
          </a:prstGeom>
          <a:solidFill>
            <a:schemeClr val="lt1"/>
          </a:solidFill>
          <a:ln w="28575" cmpd="sng">
            <a:solidFill>
              <a:schemeClr val="accent2"/>
            </a:solidFill>
            <a:prstDash val="solid"/>
            <a:headEnd type="none" w="sm" len="sm"/>
            <a:tailEnd type="none" w="sm" len="sm"/>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1317" name="Google Shape;1317;p105">
            <a:extLst>
              <a:ext uri="{FF2B5EF4-FFF2-40B4-BE49-F238E27FC236}">
                <a16:creationId xmlns:a16="http://schemas.microsoft.com/office/drawing/2014/main" id="{74378778-5911-447A-8AF1-44E1AAF5F3CF}"/>
              </a:ext>
            </a:extLst>
          </p:cNvPr>
          <p:cNvSpPr>
            <a:spLocks noGrp="1"/>
          </p:cNvSpPr>
          <p:nvPr/>
        </p:nvSpPr>
        <p:spPr>
          <a:xfrm>
            <a:off x="5202188" y="1684795"/>
            <a:ext cx="1011000" cy="667500"/>
          </a:xfrm>
          <a:prstGeom prst="rect">
            <a:avLst/>
          </a:prstGeom>
          <a:noFill/>
          <a:ln>
            <a:noFill/>
          </a:ln>
        </p:spPr>
        <p:txBody>
          <a:bodyPr spcFirstLastPara="1" wrap="square" lIns="91425" tIns="91425" rIns="91425" bIns="91425" anchor="ctr">
            <a:noAutofit/>
          </a:bodyPr>
          <a:lstStyle/>
          <a:p>
            <a:pPr marL="0" lvl="0" indent="0" algn="ctr">
              <a:spcBef>
                <a:spcPts val="0"/>
              </a:spcBef>
              <a:spcAft>
                <a:spcPts val="0"/>
              </a:spcAft>
              <a:buNone/>
              <a:defRPr sz="1500" b="1">
                <a:solidFill>
                  <a:srgbClr val="4B8D17"/>
                </a:solidFill>
                <a:latin typeface="Montserrat"/>
                <a:ea typeface="Montserrat"/>
                <a:cs typeface="Montserrat"/>
              </a:defRPr>
            </a:pPr>
            <a:r>
              <a:rPr sz="1500" b="1">
                <a:solidFill>
                  <a:srgbClr val="4B8D17"/>
                </a:solidFill>
                <a:latin typeface="Montserrat"/>
                <a:ea typeface="Montserrat"/>
                <a:cs typeface="Montserrat"/>
              </a:rPr>
              <a:t>02</a:t>
            </a:r>
            <a:endParaRPr sz="3500">
              <a:solidFill>
                <a:schemeClr val="accent1"/>
              </a:solidFill>
              <a:latin typeface="Cambria"/>
              <a:ea typeface="Cambria"/>
              <a:cs typeface="Cambria"/>
            </a:endParaRPr>
          </a:p>
        </p:txBody>
      </p:sp>
      <p:sp>
        <p:nvSpPr>
          <p:cNvPr id="1319" name="Google Shape;1319;p105">
            <a:extLst>
              <a:ext uri="{FF2B5EF4-FFF2-40B4-BE49-F238E27FC236}">
                <a16:creationId xmlns:a16="http://schemas.microsoft.com/office/drawing/2014/main" id="{E87163F4-4C3E-400C-A034-B59BCF72CEE1}"/>
              </a:ext>
            </a:extLst>
          </p:cNvPr>
          <p:cNvSpPr>
            <a:spLocks noGrp="1"/>
          </p:cNvSpPr>
          <p:nvPr/>
        </p:nvSpPr>
        <p:spPr>
          <a:xfrm>
            <a:off x="3295412" y="3120390"/>
            <a:ext cx="930000" cy="930000"/>
          </a:xfrm>
          <a:prstGeom prst="rect">
            <a:avLst/>
          </a:prstGeom>
          <a:solidFill>
            <a:schemeClr val="lt1"/>
          </a:solidFill>
          <a:ln w="28575" cmpd="sng">
            <a:solidFill>
              <a:schemeClr val="accent2"/>
            </a:solidFill>
            <a:prstDash val="solid"/>
            <a:headEnd type="none" w="sm" len="sm"/>
            <a:tailEnd type="none" w="sm" len="sm"/>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1320" name="Google Shape;1320;p105">
            <a:extLst>
              <a:ext uri="{FF2B5EF4-FFF2-40B4-BE49-F238E27FC236}">
                <a16:creationId xmlns:a16="http://schemas.microsoft.com/office/drawing/2014/main" id="{4E604A6E-F50A-487A-BBDA-D15213D1B42E}"/>
              </a:ext>
            </a:extLst>
          </p:cNvPr>
          <p:cNvSpPr>
            <a:spLocks noGrp="1"/>
          </p:cNvSpPr>
          <p:nvPr/>
        </p:nvSpPr>
        <p:spPr>
          <a:xfrm>
            <a:off x="3254913" y="3251645"/>
            <a:ext cx="1011000" cy="667500"/>
          </a:xfrm>
          <a:prstGeom prst="rect">
            <a:avLst/>
          </a:prstGeom>
          <a:noFill/>
          <a:ln>
            <a:noFill/>
          </a:ln>
        </p:spPr>
        <p:txBody>
          <a:bodyPr spcFirstLastPara="1" wrap="square" lIns="91425" tIns="91425" rIns="91425" bIns="91425" anchor="ctr">
            <a:noAutofit/>
          </a:bodyPr>
          <a:lstStyle/>
          <a:p>
            <a:pPr marL="0" lvl="0" indent="0" algn="ctr">
              <a:spcBef>
                <a:spcPts val="0"/>
              </a:spcBef>
              <a:spcAft>
                <a:spcPts val="0"/>
              </a:spcAft>
              <a:buNone/>
              <a:defRPr sz="1500" b="1">
                <a:solidFill>
                  <a:srgbClr val="4B8D17"/>
                </a:solidFill>
                <a:latin typeface="Montserrat"/>
                <a:ea typeface="Montserrat"/>
                <a:cs typeface="Montserrat"/>
              </a:defRPr>
            </a:pPr>
            <a:r>
              <a:rPr sz="1500" b="1">
                <a:solidFill>
                  <a:srgbClr val="4B8D17"/>
                </a:solidFill>
                <a:latin typeface="Montserrat"/>
                <a:ea typeface="Montserrat"/>
                <a:cs typeface="Montserrat"/>
              </a:rPr>
              <a:t>03</a:t>
            </a:r>
            <a:endParaRPr sz="3500">
              <a:solidFill>
                <a:schemeClr val="accent1"/>
              </a:solidFill>
              <a:latin typeface="Cambria"/>
              <a:ea typeface="Cambria"/>
              <a:cs typeface="Cambria"/>
            </a:endParaRPr>
          </a:p>
        </p:txBody>
      </p:sp>
      <p:sp>
        <p:nvSpPr>
          <p:cNvPr id="1322" name="Google Shape;1322;p105">
            <a:extLst>
              <a:ext uri="{FF2B5EF4-FFF2-40B4-BE49-F238E27FC236}">
                <a16:creationId xmlns:a16="http://schemas.microsoft.com/office/drawing/2014/main" id="{63575376-C4B5-4877-8150-90CE72461F66}"/>
              </a:ext>
            </a:extLst>
          </p:cNvPr>
          <p:cNvSpPr>
            <a:spLocks noGrp="1"/>
          </p:cNvSpPr>
          <p:nvPr/>
        </p:nvSpPr>
        <p:spPr>
          <a:xfrm>
            <a:off x="5242681" y="3120390"/>
            <a:ext cx="930000" cy="930000"/>
          </a:xfrm>
          <a:prstGeom prst="rect">
            <a:avLst/>
          </a:prstGeom>
          <a:solidFill>
            <a:schemeClr val="lt1"/>
          </a:solidFill>
          <a:ln w="28575" cmpd="sng">
            <a:solidFill>
              <a:schemeClr val="accent2"/>
            </a:solidFill>
            <a:prstDash val="solid"/>
            <a:headEnd type="none" w="sm" len="sm"/>
            <a:tailEnd type="none" w="sm" len="sm"/>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1323" name="Google Shape;1323;p105">
            <a:extLst>
              <a:ext uri="{FF2B5EF4-FFF2-40B4-BE49-F238E27FC236}">
                <a16:creationId xmlns:a16="http://schemas.microsoft.com/office/drawing/2014/main" id="{40548EB7-BC4A-4787-BD94-75B74D367547}"/>
              </a:ext>
            </a:extLst>
          </p:cNvPr>
          <p:cNvSpPr>
            <a:spLocks noGrp="1"/>
          </p:cNvSpPr>
          <p:nvPr/>
        </p:nvSpPr>
        <p:spPr>
          <a:xfrm>
            <a:off x="5202188" y="3251645"/>
            <a:ext cx="1011000" cy="667500"/>
          </a:xfrm>
          <a:prstGeom prst="rect">
            <a:avLst/>
          </a:prstGeom>
          <a:noFill/>
          <a:ln>
            <a:noFill/>
          </a:ln>
        </p:spPr>
        <p:txBody>
          <a:bodyPr spcFirstLastPara="1" wrap="square" lIns="91425" tIns="91425" rIns="91425" bIns="91425" anchor="ctr">
            <a:noAutofit/>
          </a:bodyPr>
          <a:lstStyle/>
          <a:p>
            <a:pPr marL="0" lvl="0" indent="0" algn="ctr">
              <a:spcBef>
                <a:spcPts val="0"/>
              </a:spcBef>
              <a:spcAft>
                <a:spcPts val="0"/>
              </a:spcAft>
              <a:buNone/>
              <a:defRPr sz="1500" b="1">
                <a:solidFill>
                  <a:srgbClr val="4B8D17"/>
                </a:solidFill>
                <a:latin typeface="Montserrat"/>
                <a:ea typeface="Montserrat"/>
                <a:cs typeface="Montserrat"/>
              </a:defRPr>
            </a:pPr>
            <a:r>
              <a:rPr sz="1500" b="1">
                <a:solidFill>
                  <a:srgbClr val="4B8D17"/>
                </a:solidFill>
                <a:latin typeface="Montserrat"/>
                <a:ea typeface="Montserrat"/>
                <a:cs typeface="Montserrat"/>
              </a:rPr>
              <a:t>04</a:t>
            </a:r>
            <a:endParaRPr sz="3500">
              <a:solidFill>
                <a:schemeClr val="accent1"/>
              </a:solidFill>
              <a:latin typeface="Cambria"/>
              <a:ea typeface="Cambria"/>
              <a:cs typeface="Cambria"/>
            </a:endParaRPr>
          </a:p>
        </p:txBody>
      </p:sp>
      <p:sp>
        <p:nvSpPr>
          <p:cNvPr id="1324" name="TextBox 1323"/>
          <p:cNvSpPr txBox="1"/>
          <p:nvPr/>
        </p:nvSpPr>
        <p:spPr>
          <a:xfrm>
            <a:off x="713225" y="200000"/>
            <a:ext cx="1200000" cy="260000"/>
          </a:xfrm>
          <a:prstGeom prst="rect">
            <a:avLst/>
          </a:prstGeom>
          <a:noFill/>
        </p:spPr>
        <p:txBody>
          <a:bodyPr wrap="none" lIns="0" tIns="0">
            <a:spAutoFit/>
          </a:bodyPr>
          <a:lstStyle/>
          <a:p>
            <a:pPr>
              <a:defRPr sz="1100" b="1">
                <a:solidFill>
                  <a:srgbClr val="4B8D17"/>
                </a:solidFill>
                <a:latin typeface="Montserrat"/>
              </a:defRPr>
            </a:pPr>
            <a:r>
              <a:t>#02</a:t>
            </a:r>
          </a:p>
        </p:txBody>
      </p:sp>
    </p:spTree>
    <p:extLst>
      <p:ext uri="{BB962C8B-B14F-4D97-AF65-F5344CB8AC3E}">
        <p14:creationId xmlns:p14="http://schemas.microsoft.com/office/powerpoint/2010/main" val="143862985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E8F3E5"/>
        </a:solidFill>
        <a:effectLst/>
      </p:bgPr>
    </p:bg>
    <p:spTree>
      <p:nvGrpSpPr>
        <p:cNvPr id="1" name=""/>
        <p:cNvGrpSpPr/>
        <p:nvPr/>
      </p:nvGrpSpPr>
      <p:grpSpPr>
        <a:xfrm>
          <a:off x="0" y="0"/>
          <a:ext cx="0" cy="0"/>
          <a:chOff x="0" y="0"/>
          <a:chExt cx="0" cy="0"/>
        </a:xfrm>
      </p:grpSpPr>
      <p:sp>
        <p:nvSpPr>
          <p:cNvPr id="1160" name="Google Shape;1160;p99">
            <a:extLst>
              <a:ext uri="{FF2B5EF4-FFF2-40B4-BE49-F238E27FC236}">
                <a16:creationId xmlns:a16="http://schemas.microsoft.com/office/drawing/2014/main" id="{532A6E4B-67D5-489F-840D-1DA96401EAA3}"/>
              </a:ext>
            </a:extLst>
          </p:cNvPr>
          <p:cNvSpPr>
            <a:spLocks noGrp="1"/>
          </p:cNvSpPr>
          <p:nvPr>
            <p:ph type="title"/>
          </p:nvPr>
        </p:nvSpPr>
        <p:spPr>
          <a:xfrm>
            <a:off x="819150" y="657225"/>
            <a:ext cx="7524750" cy="1000125"/>
          </a:xfrm>
          <a:prstGeom prst="rect">
            <a:avLst/>
          </a:prstGeom>
        </p:spPr>
        <p:txBody>
          <a:bodyPr spcFirstLastPara="1" wrap="square" lIns="91425" tIns="91425" rIns="91425" bIns="91425" anchor="ctr">
            <a:normAutofit/>
          </a:bodyPr>
          <a:lstStyle/>
          <a:p>
            <a:pPr marL="0" lvl="0" indent="0" algn="l">
              <a:spcBef>
                <a:spcPts val="0"/>
              </a:spcBef>
              <a:spcAft>
                <a:spcPts val="0"/>
              </a:spcAft>
              <a:buNone/>
              <a:defRPr sz="2025" b="1">
                <a:solidFill>
                  <a:srgbClr val="111410"/>
                </a:solidFill>
                <a:latin typeface="Cambria"/>
                <a:ea typeface="Cambria"/>
                <a:cs typeface="Cambria"/>
              </a:defRPr>
            </a:pPr>
            <a:r>
              <a:rPr sz="2025" b="1">
                <a:solidFill>
                  <a:srgbClr val="111410"/>
                </a:solidFill>
                <a:latin typeface="Cambria"/>
                <a:ea typeface="Cambria"/>
                <a:cs typeface="Cambria"/>
              </a:rPr>
              <a:t>InterV đã đạt nền tảng kỹ thuật khả thi</a:t>
            </a:r>
            <a:endParaRPr/>
          </a:p>
          <a:p>
            <a:pPr marL="0" lvl="0" indent="0" algn="l">
              <a:spcBef>
                <a:spcPts val="0"/>
              </a:spcBef>
              <a:spcAft>
                <a:spcPts val="0"/>
              </a:spcAft>
              <a:buNone/>
              <a:defRPr sz="2025" b="1">
                <a:solidFill>
                  <a:srgbClr val="111410"/>
                </a:solidFill>
                <a:latin typeface="Cambria"/>
                <a:ea typeface="Cambria"/>
                <a:cs typeface="Cambria"/>
              </a:defRPr>
            </a:pPr>
            <a:r>
              <a:rPr sz="2025" b="1">
                <a:solidFill>
                  <a:srgbClr val="111410"/>
                </a:solidFill>
                <a:latin typeface="Cambria"/>
                <a:ea typeface="Cambria"/>
                <a:cs typeface="Cambria"/>
              </a:rPr>
              <a:t>cho nghiên cứu và triển khai có kiểm soát</a:t>
            </a:r>
            <a:endParaRPr/>
          </a:p>
        </p:txBody>
      </p:sp>
      <p:sp>
        <p:nvSpPr>
          <p:cNvPr id="1161" name="Rectangle 1160">
            <a:extLst>
              <a:ext uri="{FF2B5EF4-FFF2-40B4-BE49-F238E27FC236}">
                <a16:creationId xmlns:a16="http://schemas.microsoft.com/office/drawing/2014/main" id="{344DA7F6-6B12-4D0A-9C5E-76CA1B8E5458}"/>
              </a:ext>
            </a:extLst>
          </p:cNvPr>
          <p:cNvSpPr>
            <a:spLocks noGrp="1"/>
          </p:cNvSpPr>
          <p:nvPr/>
        </p:nvSpPr>
        <p:spPr>
          <a:xfrm>
            <a:off x="838200" y="1741000"/>
            <a:ext cx="1428750" cy="228600"/>
          </a:xfrm>
          <a:prstGeom prst="rect">
            <a:avLst/>
          </a:prstGeom>
          <a:ln w="0">
            <a:prstDash val="solid"/>
          </a:ln>
        </p:spPr>
        <p:txBody>
          <a:bodyPr lIns="19050" tIns="19050" rIns="19050" bIns="19050" anchor="ctr">
            <a:normAutofit/>
          </a:bodyPr>
          <a:lstStyle/>
          <a:p>
            <a:pPr algn="l">
              <a:defRPr sz="788" b="1">
                <a:solidFill>
                  <a:srgbClr val="4B8D17"/>
                </a:solidFill>
                <a:latin typeface="Montserrat"/>
                <a:ea typeface="Montserrat"/>
                <a:cs typeface="Montserrat"/>
              </a:defRPr>
            </a:pPr>
            <a:r>
              <a:rPr sz="788" b="1">
                <a:solidFill>
                  <a:srgbClr val="4B8D17"/>
                </a:solidFill>
                <a:latin typeface="Montserrat"/>
                <a:ea typeface="Montserrat"/>
                <a:cs typeface="Montserrat"/>
              </a:rPr>
              <a:t>KẾT LUẬN</a:t>
            </a:r>
          </a:p>
        </p:txBody>
      </p:sp>
      <p:sp>
        <p:nvSpPr>
          <p:cNvPr id="1162" name="Straight Connector 1161">
            <a:extLst>
              <a:ext uri="{FF2B5EF4-FFF2-40B4-BE49-F238E27FC236}">
                <a16:creationId xmlns:a16="http://schemas.microsoft.com/office/drawing/2014/main" id="{ECBB057D-CB7E-4836-8B72-C81CFD09C3A5}"/>
              </a:ext>
            </a:extLst>
          </p:cNvPr>
          <p:cNvSpPr>
            <a:spLocks noGrp="1"/>
          </p:cNvSpPr>
          <p:nvPr/>
        </p:nvSpPr>
        <p:spPr>
          <a:xfrm>
            <a:off x="3314700" y="1988796"/>
            <a:ext cx="0" cy="1466850"/>
          </a:xfrm>
          <a:prstGeom prst="line">
            <a:avLst/>
          </a:prstGeom>
          <a:ln w="9525">
            <a:solidFill>
              <a:srgbClr val="6C766B"/>
            </a:solidFill>
            <a:prstDash val="solid"/>
          </a:ln>
        </p:spPr>
      </p:sp>
      <p:sp>
        <p:nvSpPr>
          <p:cNvPr id="1163" name="Straight Connector 1162">
            <a:extLst>
              <a:ext uri="{FF2B5EF4-FFF2-40B4-BE49-F238E27FC236}">
                <a16:creationId xmlns:a16="http://schemas.microsoft.com/office/drawing/2014/main" id="{DDBC3918-2EF9-4CE1-9ADA-507CBA1017E5}"/>
              </a:ext>
            </a:extLst>
          </p:cNvPr>
          <p:cNvSpPr>
            <a:spLocks noGrp="1"/>
          </p:cNvSpPr>
          <p:nvPr/>
        </p:nvSpPr>
        <p:spPr>
          <a:xfrm>
            <a:off x="5829300" y="1988796"/>
            <a:ext cx="0" cy="1466850"/>
          </a:xfrm>
          <a:prstGeom prst="line">
            <a:avLst/>
          </a:prstGeom>
          <a:ln w="9525">
            <a:solidFill>
              <a:srgbClr val="6C766B"/>
            </a:solidFill>
            <a:prstDash val="solid"/>
          </a:ln>
        </p:spPr>
      </p:sp>
      <p:sp>
        <p:nvSpPr>
          <p:cNvPr id="1164" name="Rectangle 1163">
            <a:extLst>
              <a:ext uri="{FF2B5EF4-FFF2-40B4-BE49-F238E27FC236}">
                <a16:creationId xmlns:a16="http://schemas.microsoft.com/office/drawing/2014/main" id="{D54C4A90-138D-4EED-9610-2C79FE557C27}"/>
              </a:ext>
            </a:extLst>
          </p:cNvPr>
          <p:cNvSpPr>
            <a:spLocks noGrp="1"/>
          </p:cNvSpPr>
          <p:nvPr/>
        </p:nvSpPr>
        <p:spPr>
          <a:xfrm>
            <a:off x="914400" y="2007846"/>
            <a:ext cx="2190750" cy="361950"/>
          </a:xfrm>
          <a:prstGeom prst="rect">
            <a:avLst/>
          </a:prstGeom>
          <a:ln w="0">
            <a:prstDash val="solid"/>
          </a:ln>
        </p:spPr>
        <p:txBody>
          <a:bodyPr lIns="19050" tIns="19050" rIns="19050" bIns="19050" anchor="ctr">
            <a:normAutofit/>
          </a:bodyPr>
          <a:lstStyle/>
          <a:p>
            <a:pPr algn="ctr">
              <a:defRPr sz="1650" b="1">
                <a:solidFill>
                  <a:srgbClr val="4B8D17"/>
                </a:solidFill>
                <a:latin typeface="Cambria"/>
                <a:ea typeface="Cambria"/>
                <a:cs typeface="Cambria"/>
              </a:defRPr>
            </a:pPr>
            <a:r>
              <a:rPr sz="1650" b="1">
                <a:solidFill>
                  <a:srgbClr val="4B8D17"/>
                </a:solidFill>
                <a:latin typeface="Cambria"/>
                <a:ea typeface="Cambria"/>
                <a:cs typeface="Cambria"/>
              </a:rPr>
              <a:t>01</a:t>
            </a:r>
          </a:p>
        </p:txBody>
      </p:sp>
      <p:sp>
        <p:nvSpPr>
          <p:cNvPr id="1165" name="Rectangle 1164">
            <a:extLst>
              <a:ext uri="{FF2B5EF4-FFF2-40B4-BE49-F238E27FC236}">
                <a16:creationId xmlns:a16="http://schemas.microsoft.com/office/drawing/2014/main" id="{63F8DFA4-3F11-4B0D-9978-F4E17A4C568A}"/>
              </a:ext>
            </a:extLst>
          </p:cNvPr>
          <p:cNvSpPr>
            <a:spLocks noGrp="1"/>
          </p:cNvSpPr>
          <p:nvPr/>
        </p:nvSpPr>
        <p:spPr>
          <a:xfrm>
            <a:off x="914400" y="2436471"/>
            <a:ext cx="2190750" cy="457200"/>
          </a:xfrm>
          <a:prstGeom prst="rect">
            <a:avLst/>
          </a:prstGeom>
          <a:ln w="0">
            <a:prstDash val="solid"/>
          </a:ln>
        </p:spPr>
        <p:txBody>
          <a:bodyPr lIns="19050" tIns="19050" rIns="19050" bIns="19050" anchor="ctr">
            <a:normAutofit/>
          </a:bodyPr>
          <a:lstStyle/>
          <a:p>
            <a:pPr algn="ctr">
              <a:defRPr sz="1050" b="1">
                <a:solidFill>
                  <a:srgbClr val="111410"/>
                </a:solidFill>
                <a:latin typeface="Montserrat"/>
                <a:ea typeface="Montserrat"/>
                <a:cs typeface="Montserrat"/>
              </a:defRPr>
            </a:pPr>
            <a:r>
              <a:rPr sz="1050" b="1">
                <a:solidFill>
                  <a:srgbClr val="111410"/>
                </a:solidFill>
                <a:latin typeface="Montserrat"/>
                <a:ea typeface="Montserrat"/>
                <a:cs typeface="Montserrat"/>
              </a:rPr>
              <a:t>Grounded LLM</a:t>
            </a:r>
          </a:p>
        </p:txBody>
      </p:sp>
      <p:sp>
        <p:nvSpPr>
          <p:cNvPr id="1166" name="Rectangle 1165">
            <a:extLst>
              <a:ext uri="{FF2B5EF4-FFF2-40B4-BE49-F238E27FC236}">
                <a16:creationId xmlns:a16="http://schemas.microsoft.com/office/drawing/2014/main" id="{8328A4A8-9C97-4BE2-BF22-8CD33258E370}"/>
              </a:ext>
            </a:extLst>
          </p:cNvPr>
          <p:cNvSpPr>
            <a:spLocks noGrp="1"/>
          </p:cNvSpPr>
          <p:nvPr/>
        </p:nvSpPr>
        <p:spPr>
          <a:xfrm>
            <a:off x="990600" y="2960346"/>
            <a:ext cx="2038350" cy="476250"/>
          </a:xfrm>
          <a:prstGeom prst="rect">
            <a:avLst/>
          </a:prstGeom>
          <a:ln w="0">
            <a:prstDash val="solid"/>
          </a:ln>
        </p:spPr>
        <p:txBody>
          <a:bodyPr lIns="19050" tIns="19050" rIns="19050" bIns="19050" anchor="ctr">
            <a:normAutofit/>
          </a:bodyPr>
          <a:lstStyle/>
          <a:p>
            <a:pPr algn="ctr">
              <a:defRPr sz="788" b="0">
                <a:solidFill>
                  <a:srgbClr val="526052"/>
                </a:solidFill>
                <a:latin typeface="Montserrat"/>
                <a:ea typeface="Montserrat"/>
                <a:cs typeface="Montserrat"/>
              </a:defRPr>
            </a:pPr>
            <a:r>
              <a:rPr sz="788" b="0">
                <a:solidFill>
                  <a:srgbClr val="526052"/>
                </a:solidFill>
                <a:latin typeface="Montserrat"/>
                <a:ea typeface="Montserrat"/>
                <a:cs typeface="Montserrat"/>
              </a:rPr>
              <a:t>Evidence IDs • schema</a:t>
            </a:r>
          </a:p>
          <a:p>
            <a:pPr algn="ctr">
              <a:defRPr sz="788" b="0">
                <a:solidFill>
                  <a:srgbClr val="526052"/>
                </a:solidFill>
                <a:latin typeface="Montserrat"/>
                <a:ea typeface="Montserrat"/>
                <a:cs typeface="Montserrat"/>
              </a:defRPr>
            </a:pPr>
            <a:r>
              <a:rPr sz="788" b="0">
                <a:solidFill>
                  <a:srgbClr val="526052"/>
                </a:solidFill>
                <a:latin typeface="Montserrat"/>
                <a:ea typeface="Montserrat"/>
                <a:cs typeface="Montserrat"/>
              </a:rPr>
              <a:t>• grounding allow-list</a:t>
            </a:r>
          </a:p>
        </p:txBody>
      </p:sp>
      <p:sp>
        <p:nvSpPr>
          <p:cNvPr id="1167" name="Rectangle 1166">
            <a:extLst>
              <a:ext uri="{FF2B5EF4-FFF2-40B4-BE49-F238E27FC236}">
                <a16:creationId xmlns:a16="http://schemas.microsoft.com/office/drawing/2014/main" id="{CB047424-8A8F-48D9-9402-964FD692480B}"/>
              </a:ext>
            </a:extLst>
          </p:cNvPr>
          <p:cNvSpPr>
            <a:spLocks noGrp="1"/>
          </p:cNvSpPr>
          <p:nvPr/>
        </p:nvSpPr>
        <p:spPr>
          <a:xfrm>
            <a:off x="3476625" y="2007846"/>
            <a:ext cx="2190750" cy="361950"/>
          </a:xfrm>
          <a:prstGeom prst="rect">
            <a:avLst/>
          </a:prstGeom>
          <a:ln w="0">
            <a:prstDash val="solid"/>
          </a:ln>
        </p:spPr>
        <p:txBody>
          <a:bodyPr lIns="19050" tIns="19050" rIns="19050" bIns="19050" anchor="ctr">
            <a:normAutofit/>
          </a:bodyPr>
          <a:lstStyle/>
          <a:p>
            <a:pPr algn="ctr">
              <a:defRPr sz="1650" b="1">
                <a:solidFill>
                  <a:srgbClr val="4B8D17"/>
                </a:solidFill>
                <a:latin typeface="Cambria"/>
                <a:ea typeface="Cambria"/>
                <a:cs typeface="Cambria"/>
              </a:defRPr>
            </a:pPr>
            <a:r>
              <a:rPr sz="1650" b="1">
                <a:solidFill>
                  <a:srgbClr val="4B8D17"/>
                </a:solidFill>
                <a:latin typeface="Cambria"/>
                <a:ea typeface="Cambria"/>
                <a:cs typeface="Cambria"/>
              </a:rPr>
              <a:t>02</a:t>
            </a:r>
          </a:p>
        </p:txBody>
      </p:sp>
      <p:sp>
        <p:nvSpPr>
          <p:cNvPr id="1168" name="Rectangle 1167">
            <a:extLst>
              <a:ext uri="{FF2B5EF4-FFF2-40B4-BE49-F238E27FC236}">
                <a16:creationId xmlns:a16="http://schemas.microsoft.com/office/drawing/2014/main" id="{686E7F36-78AB-4AD6-9317-D65FD97FFAC3}"/>
              </a:ext>
            </a:extLst>
          </p:cNvPr>
          <p:cNvSpPr>
            <a:spLocks noGrp="1"/>
          </p:cNvSpPr>
          <p:nvPr/>
        </p:nvSpPr>
        <p:spPr>
          <a:xfrm>
            <a:off x="3476625" y="2436471"/>
            <a:ext cx="2190750" cy="457200"/>
          </a:xfrm>
          <a:prstGeom prst="rect">
            <a:avLst/>
          </a:prstGeom>
          <a:ln w="0">
            <a:prstDash val="solid"/>
          </a:ln>
        </p:spPr>
        <p:txBody>
          <a:bodyPr lIns="19050" tIns="19050" rIns="19050" bIns="19050" anchor="ctr">
            <a:normAutofit/>
          </a:bodyPr>
          <a:lstStyle/>
          <a:p>
            <a:pPr algn="ctr">
              <a:defRPr sz="1050" b="1">
                <a:solidFill>
                  <a:srgbClr val="111410"/>
                </a:solidFill>
                <a:latin typeface="Montserrat"/>
                <a:ea typeface="Montserrat"/>
                <a:cs typeface="Montserrat"/>
              </a:defRPr>
            </a:pPr>
            <a:r>
              <a:rPr sz="1050" b="1">
                <a:solidFill>
                  <a:srgbClr val="111410"/>
                </a:solidFill>
                <a:latin typeface="Montserrat"/>
                <a:ea typeface="Montserrat"/>
                <a:cs typeface="Montserrat"/>
              </a:rPr>
              <a:t>Typed contracts</a:t>
            </a:r>
          </a:p>
          <a:p>
            <a:pPr algn="ctr">
              <a:defRPr sz="1050" b="1">
                <a:solidFill>
                  <a:srgbClr val="111410"/>
                </a:solidFill>
                <a:latin typeface="Montserrat"/>
                <a:ea typeface="Montserrat"/>
                <a:cs typeface="Montserrat"/>
              </a:defRPr>
            </a:pPr>
            <a:r>
              <a:rPr sz="1050" b="1">
                <a:solidFill>
                  <a:srgbClr val="111410"/>
                </a:solidFill>
                <a:latin typeface="Montserrat"/>
                <a:ea typeface="Montserrat"/>
                <a:cs typeface="Montserrat"/>
              </a:rPr>
              <a:t>+ fallback</a:t>
            </a:r>
          </a:p>
        </p:txBody>
      </p:sp>
      <p:sp>
        <p:nvSpPr>
          <p:cNvPr id="1169" name="Rectangle 1168">
            <a:extLst>
              <a:ext uri="{FF2B5EF4-FFF2-40B4-BE49-F238E27FC236}">
                <a16:creationId xmlns:a16="http://schemas.microsoft.com/office/drawing/2014/main" id="{2E67E584-7291-4882-A085-0E8C4AADBF69}"/>
              </a:ext>
            </a:extLst>
          </p:cNvPr>
          <p:cNvSpPr>
            <a:spLocks noGrp="1"/>
          </p:cNvSpPr>
          <p:nvPr/>
        </p:nvSpPr>
        <p:spPr>
          <a:xfrm>
            <a:off x="3552825" y="2960346"/>
            <a:ext cx="2038350" cy="476250"/>
          </a:xfrm>
          <a:prstGeom prst="rect">
            <a:avLst/>
          </a:prstGeom>
          <a:ln w="0">
            <a:prstDash val="solid"/>
          </a:ln>
        </p:spPr>
        <p:txBody>
          <a:bodyPr lIns="19050" tIns="19050" rIns="19050" bIns="19050" anchor="ctr">
            <a:normAutofit/>
          </a:bodyPr>
          <a:lstStyle/>
          <a:p>
            <a:pPr algn="ctr">
              <a:defRPr sz="788" b="0">
                <a:solidFill>
                  <a:srgbClr val="526052"/>
                </a:solidFill>
                <a:latin typeface="Montserrat"/>
                <a:ea typeface="Montserrat"/>
                <a:cs typeface="Montserrat"/>
              </a:defRPr>
            </a:pPr>
            <a:r>
              <a:rPr sz="788" b="0">
                <a:solidFill>
                  <a:srgbClr val="526052"/>
                </a:solidFill>
                <a:latin typeface="Montserrat"/>
                <a:ea typeface="Montserrat"/>
                <a:cs typeface="Montserrat"/>
              </a:rPr>
              <a:t>BFF ↔ gRPC • schema</a:t>
            </a:r>
          </a:p>
          <a:p>
            <a:pPr algn="ctr">
              <a:defRPr sz="788" b="0">
                <a:solidFill>
                  <a:srgbClr val="526052"/>
                </a:solidFill>
                <a:latin typeface="Montserrat"/>
                <a:ea typeface="Montserrat"/>
                <a:cs typeface="Montserrat"/>
              </a:defRPr>
            </a:pPr>
            <a:r>
              <a:rPr sz="788" b="0">
                <a:solidFill>
                  <a:srgbClr val="526052"/>
                </a:solidFill>
                <a:latin typeface="Montserrat"/>
                <a:ea typeface="Montserrat"/>
                <a:cs typeface="Montserrat"/>
              </a:rPr>
              <a:t>• provider fallback</a:t>
            </a:r>
          </a:p>
        </p:txBody>
      </p:sp>
      <p:sp>
        <p:nvSpPr>
          <p:cNvPr id="1170" name="Rectangle 1169">
            <a:extLst>
              <a:ext uri="{FF2B5EF4-FFF2-40B4-BE49-F238E27FC236}">
                <a16:creationId xmlns:a16="http://schemas.microsoft.com/office/drawing/2014/main" id="{BB80A725-155F-4089-BB75-5A4846BD35FB}"/>
              </a:ext>
            </a:extLst>
          </p:cNvPr>
          <p:cNvSpPr>
            <a:spLocks noGrp="1"/>
          </p:cNvSpPr>
          <p:nvPr/>
        </p:nvSpPr>
        <p:spPr>
          <a:xfrm>
            <a:off x="6000750" y="2007846"/>
            <a:ext cx="2190750" cy="361950"/>
          </a:xfrm>
          <a:prstGeom prst="rect">
            <a:avLst/>
          </a:prstGeom>
          <a:ln w="0">
            <a:prstDash val="solid"/>
          </a:ln>
        </p:spPr>
        <p:txBody>
          <a:bodyPr lIns="19050" tIns="19050" rIns="19050" bIns="19050" anchor="ctr">
            <a:normAutofit/>
          </a:bodyPr>
          <a:lstStyle/>
          <a:p>
            <a:pPr algn="ctr">
              <a:defRPr sz="1650" b="1">
                <a:solidFill>
                  <a:srgbClr val="4B8D17"/>
                </a:solidFill>
                <a:latin typeface="Cambria"/>
                <a:ea typeface="Cambria"/>
                <a:cs typeface="Cambria"/>
              </a:defRPr>
            </a:pPr>
            <a:r>
              <a:rPr sz="1650" b="1">
                <a:solidFill>
                  <a:srgbClr val="4B8D17"/>
                </a:solidFill>
                <a:latin typeface="Cambria"/>
                <a:ea typeface="Cambria"/>
                <a:cs typeface="Cambria"/>
              </a:rPr>
              <a:t>03</a:t>
            </a:r>
          </a:p>
        </p:txBody>
      </p:sp>
      <p:sp>
        <p:nvSpPr>
          <p:cNvPr id="1171" name="Rectangle 1170">
            <a:extLst>
              <a:ext uri="{FF2B5EF4-FFF2-40B4-BE49-F238E27FC236}">
                <a16:creationId xmlns:a16="http://schemas.microsoft.com/office/drawing/2014/main" id="{67050FDD-FB88-4A1B-A928-BA4B7555CDA4}"/>
              </a:ext>
            </a:extLst>
          </p:cNvPr>
          <p:cNvSpPr>
            <a:spLocks noGrp="1"/>
          </p:cNvSpPr>
          <p:nvPr/>
        </p:nvSpPr>
        <p:spPr>
          <a:xfrm>
            <a:off x="6000750" y="2436471"/>
            <a:ext cx="2190750" cy="457200"/>
          </a:xfrm>
          <a:prstGeom prst="rect">
            <a:avLst/>
          </a:prstGeom>
          <a:ln w="0">
            <a:prstDash val="solid"/>
          </a:ln>
        </p:spPr>
        <p:txBody>
          <a:bodyPr lIns="19050" tIns="19050" rIns="19050" bIns="19050" anchor="ctr">
            <a:normAutofit/>
          </a:bodyPr>
          <a:lstStyle/>
          <a:p>
            <a:pPr algn="ctr">
              <a:defRPr sz="1050" b="1">
                <a:solidFill>
                  <a:srgbClr val="111410"/>
                </a:solidFill>
                <a:latin typeface="Montserrat"/>
                <a:ea typeface="Montserrat"/>
                <a:cs typeface="Montserrat"/>
              </a:defRPr>
            </a:pPr>
            <a:r>
              <a:rPr sz="1050" b="1">
                <a:solidFill>
                  <a:srgbClr val="111410"/>
                </a:solidFill>
                <a:latin typeface="Montserrat"/>
                <a:ea typeface="Montserrat"/>
                <a:cs typeface="Montserrat"/>
              </a:rPr>
              <a:t>Human-in-the-loop</a:t>
            </a:r>
          </a:p>
          <a:p>
            <a:pPr algn="ctr">
              <a:defRPr sz="1050" b="1">
                <a:solidFill>
                  <a:srgbClr val="111410"/>
                </a:solidFill>
                <a:latin typeface="Montserrat"/>
                <a:ea typeface="Montserrat"/>
                <a:cs typeface="Montserrat"/>
              </a:defRPr>
            </a:pPr>
            <a:r>
              <a:rPr sz="1050" b="1">
                <a:solidFill>
                  <a:srgbClr val="111410"/>
                </a:solidFill>
                <a:latin typeface="Montserrat"/>
                <a:ea typeface="Montserrat"/>
                <a:cs typeface="Montserrat"/>
              </a:rPr>
              <a:t>rollout</a:t>
            </a:r>
          </a:p>
        </p:txBody>
      </p:sp>
      <p:sp>
        <p:nvSpPr>
          <p:cNvPr id="1172" name="Rectangle 1171">
            <a:extLst>
              <a:ext uri="{FF2B5EF4-FFF2-40B4-BE49-F238E27FC236}">
                <a16:creationId xmlns:a16="http://schemas.microsoft.com/office/drawing/2014/main" id="{E0A5D550-42E1-47DF-95B8-97B0D6C7C369}"/>
              </a:ext>
            </a:extLst>
          </p:cNvPr>
          <p:cNvSpPr>
            <a:spLocks noGrp="1"/>
          </p:cNvSpPr>
          <p:nvPr/>
        </p:nvSpPr>
        <p:spPr>
          <a:xfrm>
            <a:off x="6076950" y="2960346"/>
            <a:ext cx="2038350" cy="476250"/>
          </a:xfrm>
          <a:prstGeom prst="rect">
            <a:avLst/>
          </a:prstGeom>
          <a:ln w="0">
            <a:prstDash val="solid"/>
          </a:ln>
        </p:spPr>
        <p:txBody>
          <a:bodyPr lIns="19050" tIns="19050" rIns="19050" bIns="19050" anchor="ctr">
            <a:normAutofit/>
          </a:bodyPr>
          <a:lstStyle/>
          <a:p>
            <a:pPr algn="ctr">
              <a:defRPr sz="788" b="0">
                <a:solidFill>
                  <a:srgbClr val="526052"/>
                </a:solidFill>
                <a:latin typeface="Montserrat"/>
                <a:ea typeface="Montserrat"/>
                <a:cs typeface="Montserrat"/>
              </a:defRPr>
            </a:pPr>
            <a:r>
              <a:rPr sz="788" b="0">
                <a:solidFill>
                  <a:srgbClr val="526052"/>
                </a:solidFill>
                <a:latin typeface="Montserrat"/>
                <a:ea typeface="Montserrat"/>
                <a:cs typeface="Montserrat"/>
              </a:rPr>
              <a:t>AI hỗ trợ bằng chứng;</a:t>
            </a:r>
          </a:p>
          <a:p>
            <a:pPr algn="ctr">
              <a:defRPr sz="788" b="0">
                <a:solidFill>
                  <a:srgbClr val="526052"/>
                </a:solidFill>
                <a:latin typeface="Montserrat"/>
                <a:ea typeface="Montserrat"/>
                <a:cs typeface="Montserrat"/>
              </a:defRPr>
            </a:pPr>
            <a:r>
              <a:rPr sz="788" b="0">
                <a:solidFill>
                  <a:srgbClr val="526052"/>
                </a:solidFill>
                <a:latin typeface="Montserrat"/>
                <a:ea typeface="Montserrat"/>
                <a:cs typeface="Montserrat"/>
              </a:rPr>
              <a:t>con người quyết định</a:t>
            </a:r>
          </a:p>
        </p:txBody>
      </p:sp>
      <p:sp>
        <p:nvSpPr>
          <p:cNvPr id="1173" name="Rectangle: Rounded Corners 1172">
            <a:extLst>
              <a:ext uri="{FF2B5EF4-FFF2-40B4-BE49-F238E27FC236}">
                <a16:creationId xmlns:a16="http://schemas.microsoft.com/office/drawing/2014/main" id="{01A1DFA6-C7EF-438F-A788-F0A3F71F1DB2}"/>
              </a:ext>
            </a:extLst>
          </p:cNvPr>
          <p:cNvSpPr>
            <a:spLocks noGrp="1"/>
          </p:cNvSpPr>
          <p:nvPr/>
        </p:nvSpPr>
        <p:spPr>
          <a:xfrm>
            <a:off x="1562100" y="3798546"/>
            <a:ext cx="6019800" cy="457200"/>
          </a:xfrm>
          <a:prstGeom prst="roundRect">
            <a:avLst>
              <a:gd name="adj" fmla="val 50000"/>
            </a:avLst>
          </a:prstGeom>
          <a:solidFill>
            <a:srgbClr val="DFF0D6"/>
          </a:solidFill>
          <a:ln w="13335">
            <a:solidFill>
              <a:srgbClr val="4B8D17"/>
            </a:solidFill>
            <a:prstDash val="solid"/>
          </a:ln>
        </p:spPr>
        <p:txBody>
          <a:bodyPr lIns="95250" tIns="66675" rIns="95250" bIns="66675" anchor="ctr">
            <a:normAutofit/>
          </a:bodyPr>
          <a:lstStyle/>
          <a:p>
            <a:pPr algn="ctr">
              <a:defRPr sz="863" b="1">
                <a:solidFill>
                  <a:srgbClr val="4B8D17"/>
                </a:solidFill>
                <a:latin typeface="Montserrat"/>
                <a:ea typeface="Montserrat"/>
                <a:cs typeface="Montserrat"/>
              </a:defRPr>
            </a:pPr>
            <a:r>
              <a:rPr sz="863" b="1">
                <a:solidFill>
                  <a:srgbClr val="4B8D17"/>
                </a:solidFill>
                <a:latin typeface="Montserrat"/>
                <a:ea typeface="Montserrat"/>
                <a:cs typeface="Montserrat"/>
              </a:rPr>
              <a:t>Bước tiếp theo: kiểm thử với SME và triển khai theo các gate kiểm soát.</a:t>
            </a:r>
          </a:p>
        </p:txBody>
      </p:sp>
      <p:sp>
        <p:nvSpPr>
          <p:cNvPr id="1174" name="TextBox 1173"/>
          <p:cNvSpPr txBox="1"/>
          <p:nvPr/>
        </p:nvSpPr>
        <p:spPr>
          <a:xfrm>
            <a:off x="713225" y="200000"/>
            <a:ext cx="1200000" cy="260000"/>
          </a:xfrm>
          <a:prstGeom prst="rect">
            <a:avLst/>
          </a:prstGeom>
          <a:noFill/>
        </p:spPr>
        <p:txBody>
          <a:bodyPr wrap="none" lIns="0" tIns="0">
            <a:spAutoFit/>
          </a:bodyPr>
          <a:lstStyle/>
          <a:p>
            <a:pPr>
              <a:defRPr sz="1100" b="1">
                <a:solidFill>
                  <a:srgbClr val="4B8D17"/>
                </a:solidFill>
                <a:latin typeface="Montserrat"/>
              </a:defRPr>
            </a:pPr>
            <a:r>
              <a:t>#06</a:t>
            </a:r>
          </a:p>
        </p:txBody>
      </p:sp>
    </p:spTree>
    <p:extLst>
      <p:ext uri="{BB962C8B-B14F-4D97-AF65-F5344CB8AC3E}">
        <p14:creationId xmlns:p14="http://schemas.microsoft.com/office/powerpoint/2010/main" val="101846290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E8F3E5"/>
        </a:solidFill>
        <a:effectLst/>
      </p:bgPr>
    </p:bg>
    <p:spTree>
      <p:nvGrpSpPr>
        <p:cNvPr id="1" name=""/>
        <p:cNvGrpSpPr/>
        <p:nvPr/>
      </p:nvGrpSpPr>
      <p:grpSpPr>
        <a:xfrm>
          <a:off x="0" y="0"/>
          <a:ext cx="0" cy="0"/>
          <a:chOff x="0" y="0"/>
          <a:chExt cx="0" cy="0"/>
        </a:xfrm>
      </p:grpSpPr>
      <p:sp>
        <p:nvSpPr>
          <p:cNvPr id="878" name="Google Shape;878;p89">
            <a:extLst>
              <a:ext uri="{FF2B5EF4-FFF2-40B4-BE49-F238E27FC236}">
                <a16:creationId xmlns:a16="http://schemas.microsoft.com/office/drawing/2014/main" id="{B80505C1-D139-4E6F-B241-4EDD8383E439}"/>
              </a:ext>
            </a:extLst>
          </p:cNvPr>
          <p:cNvSpPr>
            <a:spLocks noGrp="1"/>
          </p:cNvSpPr>
          <p:nvPr>
            <p:ph type="title"/>
          </p:nvPr>
        </p:nvSpPr>
        <p:spPr>
          <a:xfrm>
            <a:off x="713225" y="445025"/>
            <a:ext cx="6655500" cy="572700"/>
          </a:xfrm>
          <a:prstGeom prst="rect">
            <a:avLst/>
          </a:prstGeom>
        </p:spPr>
        <p:txBody>
          <a:bodyPr spcFirstLastPara="1" wrap="square" lIns="91425" tIns="91425" rIns="91425" bIns="91425" anchor="t">
            <a:noAutofit/>
          </a:bodyPr>
          <a:lstStyle/>
          <a:p>
            <a:pPr marL="0" lvl="0" indent="0" algn="l">
              <a:spcBef>
                <a:spcPts val="0"/>
              </a:spcBef>
              <a:spcAft>
                <a:spcPts val="0"/>
              </a:spcAft>
              <a:buNone/>
              <a:defRPr sz="1800" b="1">
                <a:solidFill>
                  <a:srgbClr val="111410"/>
                </a:solidFill>
                <a:latin typeface="Cambria"/>
                <a:ea typeface="Cambria"/>
                <a:cs typeface="Cambria"/>
              </a:defRPr>
            </a:pPr>
            <a:r>
              <a:rPr sz="1800" b="1">
                <a:solidFill>
                  <a:srgbClr val="111410"/>
                </a:solidFill>
                <a:latin typeface="Cambria"/>
                <a:ea typeface="Cambria"/>
                <a:cs typeface="Cambria"/>
              </a:rPr>
              <a:t>Lý thuyết được chuyển thành cơ chế phần mềm</a:t>
            </a:r>
            <a:endParaRPr/>
          </a:p>
        </p:txBody>
      </p:sp>
      <p:sp>
        <p:nvSpPr>
          <p:cNvPr id="879" name="Google Shape;879;p89">
            <a:extLst>
              <a:ext uri="{FF2B5EF4-FFF2-40B4-BE49-F238E27FC236}">
                <a16:creationId xmlns:a16="http://schemas.microsoft.com/office/drawing/2014/main" id="{3CA5FC07-BBDC-41E9-B696-E8A20C09E40B}"/>
              </a:ext>
            </a:extLst>
          </p:cNvPr>
          <p:cNvSpPr>
            <a:spLocks noGrp="1"/>
          </p:cNvSpPr>
          <p:nvPr>
            <p:ph type="subTitle" idx="1"/>
          </p:nvPr>
        </p:nvSpPr>
        <p:spPr>
          <a:xfrm>
            <a:off x="3509000" y="1889388"/>
            <a:ext cx="2126100" cy="476250"/>
          </a:xfrm>
          <a:prstGeom prst="rect">
            <a:avLst/>
          </a:prstGeom>
        </p:spPr>
        <p:txBody>
          <a:bodyPr spcFirstLastPara="1" wrap="square" lIns="91425" tIns="91425" rIns="91425" bIns="91425" anchor="t">
            <a:normAutofit fontScale="82998" lnSpcReduction="10000"/>
          </a:bodyPr>
          <a:lstStyle/>
          <a:p>
            <a:pPr marL="0" lvl="0" indent="0" algn="ctr">
              <a:spcBef>
                <a:spcPts val="0"/>
              </a:spcBef>
              <a:spcAft>
                <a:spcPts val="0"/>
              </a:spcAft>
              <a:buNone/>
              <a:defRPr sz="2550" b="1">
                <a:solidFill>
                  <a:srgbClr val="111410"/>
                </a:solidFill>
                <a:latin typeface="Montserrat"/>
                <a:ea typeface="Montserrat"/>
                <a:cs typeface="Montserrat"/>
              </a:defRPr>
            </a:pPr>
            <a:r>
              <a:rPr sz="2550" b="1">
                <a:solidFill>
                  <a:srgbClr val="111410"/>
                </a:solidFill>
                <a:latin typeface="Montserrat"/>
                <a:ea typeface="Montserrat"/>
                <a:cs typeface="Montserrat"/>
              </a:rPr>
              <a:t>STAR + BARS</a:t>
            </a:r>
            <a:endParaRPr/>
          </a:p>
        </p:txBody>
      </p:sp>
      <p:sp>
        <p:nvSpPr>
          <p:cNvPr id="880" name="Google Shape;880;p89">
            <a:extLst>
              <a:ext uri="{FF2B5EF4-FFF2-40B4-BE49-F238E27FC236}">
                <a16:creationId xmlns:a16="http://schemas.microsoft.com/office/drawing/2014/main" id="{EF39F8F5-6F9C-4AD1-A1A7-6AF6553B3133}"/>
              </a:ext>
            </a:extLst>
          </p:cNvPr>
          <p:cNvSpPr>
            <a:spLocks noGrp="1"/>
          </p:cNvSpPr>
          <p:nvPr>
            <p:ph type="subTitle" idx="2"/>
          </p:nvPr>
        </p:nvSpPr>
        <p:spPr>
          <a:xfrm>
            <a:off x="3509025" y="2365638"/>
            <a:ext cx="2126100" cy="876300"/>
          </a:xfrm>
          <a:prstGeom prst="rect">
            <a:avLst/>
          </a:prstGeom>
        </p:spPr>
        <p:txBody>
          <a:bodyPr spcFirstLastPara="1" wrap="square" lIns="91425" tIns="91425" rIns="91425" bIns="91425" anchor="t">
            <a:normAutofit/>
          </a:bodyPr>
          <a:lstStyle/>
          <a:p>
            <a:pPr marL="0" lvl="0" indent="0" algn="ctr">
              <a:spcBef>
                <a:spcPts val="0"/>
              </a:spcBef>
              <a:spcAft>
                <a:spcPts val="0"/>
              </a:spcAft>
              <a:buNone/>
              <a:defRPr sz="1500" b="0">
                <a:solidFill>
                  <a:srgbClr val="526052"/>
                </a:solidFill>
                <a:latin typeface="Montserrat"/>
                <a:ea typeface="Montserrat"/>
                <a:cs typeface="Montserrat"/>
              </a:defRPr>
            </a:pPr>
            <a:r>
              <a:rPr sz="1500" b="0">
                <a:solidFill>
                  <a:srgbClr val="526052"/>
                </a:solidFill>
                <a:latin typeface="Montserrat"/>
                <a:ea typeface="Montserrat"/>
                <a:cs typeface="Montserrat"/>
              </a:rPr>
              <a:t>Hành vi quan sát được gắn với mốc đánh giá.</a:t>
            </a:r>
            <a:endParaRPr/>
          </a:p>
        </p:txBody>
      </p:sp>
      <p:sp>
        <p:nvSpPr>
          <p:cNvPr id="881" name="Google Shape;881;p89">
            <a:extLst>
              <a:ext uri="{FF2B5EF4-FFF2-40B4-BE49-F238E27FC236}">
                <a16:creationId xmlns:a16="http://schemas.microsoft.com/office/drawing/2014/main" id="{C88A62D0-4E84-4E92-B593-050E06D733E3}"/>
              </a:ext>
            </a:extLst>
          </p:cNvPr>
          <p:cNvSpPr>
            <a:spLocks noGrp="1"/>
          </p:cNvSpPr>
          <p:nvPr>
            <p:ph type="subTitle" idx="3"/>
          </p:nvPr>
        </p:nvSpPr>
        <p:spPr>
          <a:xfrm>
            <a:off x="953025" y="1889388"/>
            <a:ext cx="2126100" cy="476250"/>
          </a:xfrm>
          <a:prstGeom prst="rect">
            <a:avLst/>
          </a:prstGeom>
        </p:spPr>
        <p:txBody>
          <a:bodyPr spcFirstLastPara="1" wrap="square" lIns="91425" tIns="91425" rIns="91425" bIns="91425" anchor="t">
            <a:normAutofit fontScale="55181" lnSpcReduction="20000"/>
          </a:bodyPr>
          <a:lstStyle/>
          <a:p>
            <a:pPr marL="0" lvl="0" indent="0" algn="ctr">
              <a:spcBef>
                <a:spcPts val="0"/>
              </a:spcBef>
              <a:spcAft>
                <a:spcPts val="0"/>
              </a:spcAft>
              <a:buNone/>
              <a:defRPr sz="2550" b="1">
                <a:solidFill>
                  <a:srgbClr val="111410"/>
                </a:solidFill>
                <a:latin typeface="Montserrat"/>
                <a:ea typeface="Montserrat"/>
                <a:cs typeface="Montserrat"/>
              </a:defRPr>
            </a:pPr>
            <a:r>
              <a:rPr sz="2550" b="1">
                <a:solidFill>
                  <a:srgbClr val="111410"/>
                </a:solidFill>
                <a:latin typeface="Montserrat"/>
                <a:ea typeface="Montserrat"/>
                <a:cs typeface="Montserrat"/>
              </a:rPr>
              <a:t>Structured interview</a:t>
            </a:r>
            <a:endParaRPr/>
          </a:p>
        </p:txBody>
      </p:sp>
      <p:sp>
        <p:nvSpPr>
          <p:cNvPr id="882" name="Google Shape;882;p89">
            <a:extLst>
              <a:ext uri="{FF2B5EF4-FFF2-40B4-BE49-F238E27FC236}">
                <a16:creationId xmlns:a16="http://schemas.microsoft.com/office/drawing/2014/main" id="{9CC2C9A1-3486-4DDC-8306-0E6DB01EB392}"/>
              </a:ext>
            </a:extLst>
          </p:cNvPr>
          <p:cNvSpPr>
            <a:spLocks noGrp="1"/>
          </p:cNvSpPr>
          <p:nvPr>
            <p:ph type="subTitle" idx="4"/>
          </p:nvPr>
        </p:nvSpPr>
        <p:spPr>
          <a:xfrm>
            <a:off x="953125" y="2365638"/>
            <a:ext cx="2126100" cy="876300"/>
          </a:xfrm>
          <a:prstGeom prst="rect">
            <a:avLst/>
          </a:prstGeom>
        </p:spPr>
        <p:txBody>
          <a:bodyPr spcFirstLastPara="1" wrap="square" lIns="91425" tIns="91425" rIns="91425" bIns="91425" anchor="t">
            <a:normAutofit fontScale="94542"/>
          </a:bodyPr>
          <a:lstStyle/>
          <a:p>
            <a:pPr marL="0" lvl="0" indent="0" algn="ctr">
              <a:spcBef>
                <a:spcPts val="0"/>
              </a:spcBef>
              <a:spcAft>
                <a:spcPts val="0"/>
              </a:spcAft>
              <a:buNone/>
              <a:defRPr sz="1500" b="0">
                <a:solidFill>
                  <a:srgbClr val="526052"/>
                </a:solidFill>
                <a:latin typeface="Montserrat"/>
                <a:ea typeface="Montserrat"/>
                <a:cs typeface="Montserrat"/>
              </a:defRPr>
            </a:pPr>
            <a:r>
              <a:rPr sz="1500" b="0">
                <a:solidFill>
                  <a:srgbClr val="526052"/>
                </a:solidFill>
                <a:latin typeface="Montserrat"/>
                <a:ea typeface="Montserrat"/>
                <a:cs typeface="Montserrat"/>
              </a:rPr>
              <a:t>Cùng năng lực, thang đo và evidence requirement.</a:t>
            </a:r>
            <a:endParaRPr/>
          </a:p>
        </p:txBody>
      </p:sp>
      <p:sp>
        <p:nvSpPr>
          <p:cNvPr id="883" name="Google Shape;883;p89">
            <a:extLst>
              <a:ext uri="{FF2B5EF4-FFF2-40B4-BE49-F238E27FC236}">
                <a16:creationId xmlns:a16="http://schemas.microsoft.com/office/drawing/2014/main" id="{48848221-E426-48C1-8D92-9FB117774ADA}"/>
              </a:ext>
            </a:extLst>
          </p:cNvPr>
          <p:cNvSpPr>
            <a:spLocks noGrp="1"/>
          </p:cNvSpPr>
          <p:nvPr>
            <p:ph type="subTitle" idx="5"/>
          </p:nvPr>
        </p:nvSpPr>
        <p:spPr>
          <a:xfrm>
            <a:off x="6064875" y="1889388"/>
            <a:ext cx="2126100" cy="476250"/>
          </a:xfrm>
          <a:prstGeom prst="rect">
            <a:avLst/>
          </a:prstGeom>
        </p:spPr>
        <p:txBody>
          <a:bodyPr spcFirstLastPara="1" wrap="square" lIns="91425" tIns="91425" rIns="91425" bIns="91425" anchor="t">
            <a:normAutofit fontScale="75498" lnSpcReduction="20000"/>
          </a:bodyPr>
          <a:lstStyle/>
          <a:p>
            <a:pPr marL="0" lvl="0" indent="0" algn="ctr">
              <a:spcBef>
                <a:spcPts val="0"/>
              </a:spcBef>
              <a:spcAft>
                <a:spcPts val="0"/>
              </a:spcAft>
              <a:buNone/>
              <a:defRPr sz="2550" b="1">
                <a:solidFill>
                  <a:srgbClr val="111410"/>
                </a:solidFill>
                <a:latin typeface="Montserrat"/>
                <a:ea typeface="Montserrat"/>
                <a:cs typeface="Montserrat"/>
              </a:defRPr>
            </a:pPr>
            <a:r>
              <a:rPr sz="2550" b="1">
                <a:solidFill>
                  <a:srgbClr val="111410"/>
                </a:solidFill>
                <a:latin typeface="Montserrat"/>
                <a:ea typeface="Montserrat"/>
                <a:cs typeface="Montserrat"/>
              </a:rPr>
              <a:t>Responsible AI</a:t>
            </a:r>
            <a:endParaRPr/>
          </a:p>
        </p:txBody>
      </p:sp>
      <p:sp>
        <p:nvSpPr>
          <p:cNvPr id="884" name="Google Shape;884;p89">
            <a:extLst>
              <a:ext uri="{FF2B5EF4-FFF2-40B4-BE49-F238E27FC236}">
                <a16:creationId xmlns:a16="http://schemas.microsoft.com/office/drawing/2014/main" id="{C0EDBC46-FF58-48B4-B107-BA09682687A5}"/>
              </a:ext>
            </a:extLst>
          </p:cNvPr>
          <p:cNvSpPr>
            <a:spLocks noGrp="1"/>
          </p:cNvSpPr>
          <p:nvPr>
            <p:ph type="subTitle" idx="6"/>
          </p:nvPr>
        </p:nvSpPr>
        <p:spPr>
          <a:xfrm>
            <a:off x="6064875" y="2365638"/>
            <a:ext cx="2126100" cy="876300"/>
          </a:xfrm>
          <a:prstGeom prst="rect">
            <a:avLst/>
          </a:prstGeom>
        </p:spPr>
        <p:txBody>
          <a:bodyPr spcFirstLastPara="1" wrap="square" lIns="91425" tIns="91425" rIns="91425" bIns="91425" anchor="t">
            <a:normAutofit fontScale="93852"/>
          </a:bodyPr>
          <a:lstStyle/>
          <a:p>
            <a:pPr marL="0" lvl="0" indent="0" algn="ctr">
              <a:spcBef>
                <a:spcPts val="0"/>
              </a:spcBef>
              <a:spcAft>
                <a:spcPts val="0"/>
              </a:spcAft>
              <a:buNone/>
              <a:defRPr sz="1500" b="0">
                <a:solidFill>
                  <a:srgbClr val="526052"/>
                </a:solidFill>
                <a:latin typeface="Montserrat"/>
                <a:ea typeface="Montserrat"/>
                <a:cs typeface="Montserrat"/>
              </a:defRPr>
            </a:pPr>
            <a:r>
              <a:rPr sz="1500" b="0">
                <a:solidFill>
                  <a:srgbClr val="526052"/>
                </a:solidFill>
                <a:latin typeface="Montserrat"/>
                <a:ea typeface="Montserrat"/>
                <a:cs typeface="Montserrat"/>
              </a:rPr>
              <a:t>Grounding, audit, fallback và người chịu trách nhiệm cuối.</a:t>
            </a:r>
            <a:endParaRPr/>
          </a:p>
        </p:txBody>
      </p:sp>
      <p:sp>
        <p:nvSpPr>
          <p:cNvPr id="886" name="Google Shape;886;p89">
            <a:extLst>
              <a:ext uri="{FF2B5EF4-FFF2-40B4-BE49-F238E27FC236}">
                <a16:creationId xmlns:a16="http://schemas.microsoft.com/office/drawing/2014/main" id="{E3C6DD10-53BB-45CE-839E-D57514AC5269}"/>
              </a:ext>
            </a:extLst>
          </p:cNvPr>
          <p:cNvSpPr>
            <a:spLocks noGrp="1"/>
          </p:cNvSpPr>
          <p:nvPr/>
        </p:nvSpPr>
        <p:spPr>
          <a:xfrm>
            <a:off x="4608858" y="1672500"/>
            <a:ext cx="28773" cy="28773"/>
          </a:xfrm>
          <a:custGeom>
            <a:avLst/>
            <a:gdLst/>
            <a:ahLst/>
            <a:cxnLst/>
            <a:rect l="l" t="t" r="r" b="b"/>
            <a:pathLst>
              <a:path w="788" h="788">
                <a:moveTo>
                  <a:pt x="410" y="0"/>
                </a:moveTo>
                <a:cubicBezTo>
                  <a:pt x="189" y="0"/>
                  <a:pt x="0" y="189"/>
                  <a:pt x="0" y="410"/>
                </a:cubicBezTo>
                <a:cubicBezTo>
                  <a:pt x="0" y="630"/>
                  <a:pt x="189" y="788"/>
                  <a:pt x="410" y="788"/>
                </a:cubicBezTo>
                <a:cubicBezTo>
                  <a:pt x="599" y="788"/>
                  <a:pt x="788" y="630"/>
                  <a:pt x="788" y="410"/>
                </a:cubicBezTo>
                <a:cubicBezTo>
                  <a:pt x="788" y="189"/>
                  <a:pt x="599" y="0"/>
                  <a:pt x="410" y="0"/>
                </a:cubicBezTo>
                <a:close/>
              </a:path>
            </a:pathLst>
          </a:custGeom>
          <a:solidFill>
            <a:schemeClr val="accent1"/>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887" name="Google Shape;887;p89">
            <a:extLst>
              <a:ext uri="{FF2B5EF4-FFF2-40B4-BE49-F238E27FC236}">
                <a16:creationId xmlns:a16="http://schemas.microsoft.com/office/drawing/2014/main" id="{24BC3697-5925-45C7-BC3D-98580AD0D4FB}"/>
              </a:ext>
            </a:extLst>
          </p:cNvPr>
          <p:cNvSpPr>
            <a:spLocks noGrp="1"/>
          </p:cNvSpPr>
          <p:nvPr/>
        </p:nvSpPr>
        <p:spPr>
          <a:xfrm>
            <a:off x="4506559" y="1570106"/>
            <a:ext cx="28773" cy="28773"/>
          </a:xfrm>
          <a:custGeom>
            <a:avLst/>
            <a:gdLst/>
            <a:ahLst/>
            <a:cxnLst/>
            <a:rect l="l" t="t" r="r" b="b"/>
            <a:pathLst>
              <a:path w="788" h="788">
                <a:moveTo>
                  <a:pt x="378" y="0"/>
                </a:moveTo>
                <a:cubicBezTo>
                  <a:pt x="189" y="0"/>
                  <a:pt x="0" y="189"/>
                  <a:pt x="0" y="410"/>
                </a:cubicBezTo>
                <a:cubicBezTo>
                  <a:pt x="0" y="630"/>
                  <a:pt x="189" y="788"/>
                  <a:pt x="378" y="788"/>
                </a:cubicBezTo>
                <a:cubicBezTo>
                  <a:pt x="599" y="788"/>
                  <a:pt x="788" y="630"/>
                  <a:pt x="788" y="410"/>
                </a:cubicBezTo>
                <a:cubicBezTo>
                  <a:pt x="788" y="189"/>
                  <a:pt x="599" y="0"/>
                  <a:pt x="378" y="0"/>
                </a:cubicBezTo>
                <a:close/>
              </a:path>
            </a:pathLst>
          </a:custGeom>
          <a:solidFill>
            <a:schemeClr val="accent1"/>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888" name="Google Shape;888;p89">
            <a:extLst>
              <a:ext uri="{FF2B5EF4-FFF2-40B4-BE49-F238E27FC236}">
                <a16:creationId xmlns:a16="http://schemas.microsoft.com/office/drawing/2014/main" id="{E7A06639-7743-4E01-9D33-A0DD094D5D3D}"/>
              </a:ext>
            </a:extLst>
          </p:cNvPr>
          <p:cNvSpPr>
            <a:spLocks noGrp="1"/>
          </p:cNvSpPr>
          <p:nvPr/>
        </p:nvSpPr>
        <p:spPr>
          <a:xfrm>
            <a:off x="4345507" y="1409357"/>
            <a:ext cx="453177" cy="452952"/>
          </a:xfrm>
          <a:custGeom>
            <a:avLst/>
            <a:gdLst/>
            <a:ahLst/>
            <a:cxnLst/>
            <a:rect l="l" t="t" r="r" b="b"/>
            <a:pathLst>
              <a:path w="12414" h="12406">
                <a:moveTo>
                  <a:pt x="4506" y="3332"/>
                </a:moveTo>
                <a:cubicBezTo>
                  <a:pt x="5167" y="3332"/>
                  <a:pt x="5735" y="3867"/>
                  <a:pt x="5735" y="4561"/>
                </a:cubicBezTo>
                <a:cubicBezTo>
                  <a:pt x="5735" y="5222"/>
                  <a:pt x="5199" y="5821"/>
                  <a:pt x="4506" y="5821"/>
                </a:cubicBezTo>
                <a:cubicBezTo>
                  <a:pt x="3844" y="5821"/>
                  <a:pt x="3277" y="5254"/>
                  <a:pt x="3277" y="4561"/>
                </a:cubicBezTo>
                <a:cubicBezTo>
                  <a:pt x="3277" y="3899"/>
                  <a:pt x="3844" y="3332"/>
                  <a:pt x="4506" y="3332"/>
                </a:cubicBezTo>
                <a:close/>
                <a:moveTo>
                  <a:pt x="7830" y="4159"/>
                </a:moveTo>
                <a:cubicBezTo>
                  <a:pt x="7940" y="4159"/>
                  <a:pt x="8050" y="4198"/>
                  <a:pt x="8129" y="4277"/>
                </a:cubicBezTo>
                <a:cubicBezTo>
                  <a:pt x="8286" y="4435"/>
                  <a:pt x="8286" y="4718"/>
                  <a:pt x="8129" y="4876"/>
                </a:cubicBezTo>
                <a:lnTo>
                  <a:pt x="4821" y="8184"/>
                </a:lnTo>
                <a:cubicBezTo>
                  <a:pt x="4742" y="8262"/>
                  <a:pt x="4632" y="8302"/>
                  <a:pt x="4522" y="8302"/>
                </a:cubicBezTo>
                <a:cubicBezTo>
                  <a:pt x="4411" y="8302"/>
                  <a:pt x="4301" y="8262"/>
                  <a:pt x="4222" y="8184"/>
                </a:cubicBezTo>
                <a:cubicBezTo>
                  <a:pt x="4065" y="8026"/>
                  <a:pt x="4065" y="7743"/>
                  <a:pt x="4222" y="7585"/>
                </a:cubicBezTo>
                <a:lnTo>
                  <a:pt x="7530" y="4277"/>
                </a:lnTo>
                <a:cubicBezTo>
                  <a:pt x="7609" y="4198"/>
                  <a:pt x="7719" y="4159"/>
                  <a:pt x="7830" y="4159"/>
                </a:cubicBezTo>
                <a:close/>
                <a:moveTo>
                  <a:pt x="7845" y="6640"/>
                </a:moveTo>
                <a:cubicBezTo>
                  <a:pt x="8539" y="6640"/>
                  <a:pt x="9074" y="7175"/>
                  <a:pt x="9074" y="7900"/>
                </a:cubicBezTo>
                <a:cubicBezTo>
                  <a:pt x="9074" y="8562"/>
                  <a:pt x="8539" y="9129"/>
                  <a:pt x="7845" y="9129"/>
                </a:cubicBezTo>
                <a:cubicBezTo>
                  <a:pt x="7184" y="9129"/>
                  <a:pt x="6648" y="8562"/>
                  <a:pt x="6648" y="7900"/>
                </a:cubicBezTo>
                <a:cubicBezTo>
                  <a:pt x="6648" y="7239"/>
                  <a:pt x="7184" y="6640"/>
                  <a:pt x="7845" y="6640"/>
                </a:cubicBezTo>
                <a:close/>
                <a:moveTo>
                  <a:pt x="6223" y="0"/>
                </a:moveTo>
                <a:cubicBezTo>
                  <a:pt x="6113" y="0"/>
                  <a:pt x="6002" y="40"/>
                  <a:pt x="5924" y="118"/>
                </a:cubicBezTo>
                <a:lnTo>
                  <a:pt x="4348" y="1694"/>
                </a:lnTo>
                <a:lnTo>
                  <a:pt x="2111" y="1694"/>
                </a:lnTo>
                <a:cubicBezTo>
                  <a:pt x="1859" y="1694"/>
                  <a:pt x="1702" y="1883"/>
                  <a:pt x="1702" y="2072"/>
                </a:cubicBezTo>
                <a:lnTo>
                  <a:pt x="1702" y="4309"/>
                </a:lnTo>
                <a:lnTo>
                  <a:pt x="127" y="5884"/>
                </a:lnTo>
                <a:cubicBezTo>
                  <a:pt x="1" y="6041"/>
                  <a:pt x="1" y="6325"/>
                  <a:pt x="127" y="6482"/>
                </a:cubicBezTo>
                <a:lnTo>
                  <a:pt x="1702" y="8058"/>
                </a:lnTo>
                <a:lnTo>
                  <a:pt x="1702" y="10294"/>
                </a:lnTo>
                <a:cubicBezTo>
                  <a:pt x="1702" y="10547"/>
                  <a:pt x="1922" y="10704"/>
                  <a:pt x="2111" y="10704"/>
                </a:cubicBezTo>
                <a:lnTo>
                  <a:pt x="4348" y="10704"/>
                </a:lnTo>
                <a:lnTo>
                  <a:pt x="5924" y="12279"/>
                </a:lnTo>
                <a:cubicBezTo>
                  <a:pt x="6018" y="12342"/>
                  <a:pt x="6113" y="12405"/>
                  <a:pt x="6207" y="12405"/>
                </a:cubicBezTo>
                <a:cubicBezTo>
                  <a:pt x="6333" y="12405"/>
                  <a:pt x="6396" y="12342"/>
                  <a:pt x="6491" y="12279"/>
                </a:cubicBezTo>
                <a:lnTo>
                  <a:pt x="8066" y="10704"/>
                </a:lnTo>
                <a:lnTo>
                  <a:pt x="10303" y="10704"/>
                </a:lnTo>
                <a:cubicBezTo>
                  <a:pt x="10523" y="10704"/>
                  <a:pt x="10744" y="10515"/>
                  <a:pt x="10744" y="10294"/>
                </a:cubicBezTo>
                <a:lnTo>
                  <a:pt x="10744" y="8058"/>
                </a:lnTo>
                <a:lnTo>
                  <a:pt x="12319" y="6482"/>
                </a:lnTo>
                <a:cubicBezTo>
                  <a:pt x="12382" y="6419"/>
                  <a:pt x="12414" y="6293"/>
                  <a:pt x="12414" y="6199"/>
                </a:cubicBezTo>
                <a:cubicBezTo>
                  <a:pt x="12414" y="6104"/>
                  <a:pt x="12382" y="6010"/>
                  <a:pt x="12319" y="5947"/>
                </a:cubicBezTo>
                <a:lnTo>
                  <a:pt x="10744" y="4372"/>
                </a:lnTo>
                <a:lnTo>
                  <a:pt x="10744" y="2103"/>
                </a:lnTo>
                <a:cubicBezTo>
                  <a:pt x="10744" y="1851"/>
                  <a:pt x="10523" y="1694"/>
                  <a:pt x="10334" y="1694"/>
                </a:cubicBezTo>
                <a:lnTo>
                  <a:pt x="8097" y="1694"/>
                </a:lnTo>
                <a:lnTo>
                  <a:pt x="6522" y="118"/>
                </a:lnTo>
                <a:cubicBezTo>
                  <a:pt x="6443" y="40"/>
                  <a:pt x="6333" y="0"/>
                  <a:pt x="6223" y="0"/>
                </a:cubicBezTo>
                <a:close/>
              </a:path>
            </a:pathLst>
          </a:custGeom>
          <a:solidFill>
            <a:schemeClr val="accent1"/>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890" name="Google Shape;890;p89">
            <a:extLst>
              <a:ext uri="{FF2B5EF4-FFF2-40B4-BE49-F238E27FC236}">
                <a16:creationId xmlns:a16="http://schemas.microsoft.com/office/drawing/2014/main" id="{85BEDD93-6C91-4096-9ADC-C8CE5B50E137}"/>
              </a:ext>
            </a:extLst>
          </p:cNvPr>
          <p:cNvSpPr>
            <a:spLocks noGrp="1"/>
          </p:cNvSpPr>
          <p:nvPr/>
        </p:nvSpPr>
        <p:spPr>
          <a:xfrm>
            <a:off x="1786474" y="1408587"/>
            <a:ext cx="460033" cy="454301"/>
          </a:xfrm>
          <a:custGeom>
            <a:avLst/>
            <a:gdLst/>
            <a:ahLst/>
            <a:cxnLst/>
            <a:rect l="l" t="t" r="r" b="b"/>
            <a:pathLst>
              <a:path w="12603" h="12446">
                <a:moveTo>
                  <a:pt x="11136" y="1"/>
                </a:moveTo>
                <a:cubicBezTo>
                  <a:pt x="11054" y="1"/>
                  <a:pt x="10975" y="1"/>
                  <a:pt x="10902" y="1"/>
                </a:cubicBezTo>
                <a:cubicBezTo>
                  <a:pt x="10429" y="1"/>
                  <a:pt x="10051" y="159"/>
                  <a:pt x="9736" y="474"/>
                </a:cubicBezTo>
                <a:lnTo>
                  <a:pt x="3561" y="6649"/>
                </a:lnTo>
                <a:lnTo>
                  <a:pt x="2301" y="6428"/>
                </a:lnTo>
                <a:cubicBezTo>
                  <a:pt x="2278" y="6423"/>
                  <a:pt x="2253" y="6420"/>
                  <a:pt x="2229" y="6420"/>
                </a:cubicBezTo>
                <a:cubicBezTo>
                  <a:pt x="2119" y="6420"/>
                  <a:pt x="2000" y="6471"/>
                  <a:pt x="1923" y="6523"/>
                </a:cubicBezTo>
                <a:lnTo>
                  <a:pt x="158" y="8319"/>
                </a:lnTo>
                <a:cubicBezTo>
                  <a:pt x="32" y="8382"/>
                  <a:pt x="1" y="8539"/>
                  <a:pt x="32" y="8697"/>
                </a:cubicBezTo>
                <a:cubicBezTo>
                  <a:pt x="95" y="8823"/>
                  <a:pt x="190" y="8949"/>
                  <a:pt x="347" y="8980"/>
                </a:cubicBezTo>
                <a:lnTo>
                  <a:pt x="2994" y="9484"/>
                </a:lnTo>
                <a:lnTo>
                  <a:pt x="3498" y="12131"/>
                </a:lnTo>
                <a:cubicBezTo>
                  <a:pt x="3561" y="12288"/>
                  <a:pt x="3624" y="12414"/>
                  <a:pt x="3782" y="12446"/>
                </a:cubicBezTo>
                <a:lnTo>
                  <a:pt x="3908" y="12446"/>
                </a:lnTo>
                <a:cubicBezTo>
                  <a:pt x="4034" y="12446"/>
                  <a:pt x="4128" y="12414"/>
                  <a:pt x="4254" y="12414"/>
                </a:cubicBezTo>
                <a:lnTo>
                  <a:pt x="6018" y="10619"/>
                </a:lnTo>
                <a:cubicBezTo>
                  <a:pt x="6144" y="10556"/>
                  <a:pt x="6176" y="10398"/>
                  <a:pt x="6144" y="10272"/>
                </a:cubicBezTo>
                <a:lnTo>
                  <a:pt x="5924" y="9012"/>
                </a:lnTo>
                <a:lnTo>
                  <a:pt x="12099" y="2837"/>
                </a:lnTo>
                <a:cubicBezTo>
                  <a:pt x="12414" y="2522"/>
                  <a:pt x="12571" y="2081"/>
                  <a:pt x="12571" y="1671"/>
                </a:cubicBezTo>
                <a:cubicBezTo>
                  <a:pt x="12571" y="1199"/>
                  <a:pt x="12603" y="600"/>
                  <a:pt x="12288" y="285"/>
                </a:cubicBezTo>
                <a:cubicBezTo>
                  <a:pt x="12025" y="22"/>
                  <a:pt x="11544" y="1"/>
                  <a:pt x="11136" y="1"/>
                </a:cubicBezTo>
                <a:close/>
              </a:path>
            </a:pathLst>
          </a:custGeom>
          <a:solidFill>
            <a:schemeClr val="accent1"/>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891" name="Google Shape;891;p89">
            <a:extLst>
              <a:ext uri="{FF2B5EF4-FFF2-40B4-BE49-F238E27FC236}">
                <a16:creationId xmlns:a16="http://schemas.microsoft.com/office/drawing/2014/main" id="{365D6EB8-6A65-4086-96D1-2A6A49F1013C}"/>
              </a:ext>
            </a:extLst>
          </p:cNvPr>
          <p:cNvSpPr>
            <a:spLocks noGrp="1"/>
          </p:cNvSpPr>
          <p:nvPr/>
        </p:nvSpPr>
        <p:spPr>
          <a:xfrm>
            <a:off x="1801132" y="1467202"/>
            <a:ext cx="255361" cy="130378"/>
          </a:xfrm>
          <a:custGeom>
            <a:avLst/>
            <a:gdLst/>
            <a:ahLst/>
            <a:cxnLst/>
            <a:rect l="l" t="t" r="r" b="b"/>
            <a:pathLst>
              <a:path w="6995" h="3570">
                <a:moveTo>
                  <a:pt x="1632" y="1"/>
                </a:moveTo>
                <a:cubicBezTo>
                  <a:pt x="1523" y="1"/>
                  <a:pt x="1407" y="57"/>
                  <a:pt x="1355" y="135"/>
                </a:cubicBezTo>
                <a:lnTo>
                  <a:pt x="158" y="1301"/>
                </a:lnTo>
                <a:cubicBezTo>
                  <a:pt x="95" y="1395"/>
                  <a:pt x="0" y="1553"/>
                  <a:pt x="32" y="1710"/>
                </a:cubicBezTo>
                <a:cubicBezTo>
                  <a:pt x="126" y="1773"/>
                  <a:pt x="189" y="1899"/>
                  <a:pt x="315" y="1931"/>
                </a:cubicBezTo>
                <a:lnTo>
                  <a:pt x="4317" y="3569"/>
                </a:lnTo>
                <a:lnTo>
                  <a:pt x="6995" y="891"/>
                </a:lnTo>
                <a:lnTo>
                  <a:pt x="1702" y="9"/>
                </a:lnTo>
                <a:cubicBezTo>
                  <a:pt x="1679" y="4"/>
                  <a:pt x="1656" y="1"/>
                  <a:pt x="1632" y="1"/>
                </a:cubicBezTo>
                <a:close/>
              </a:path>
            </a:pathLst>
          </a:custGeom>
          <a:solidFill>
            <a:schemeClr val="accent1"/>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892" name="Google Shape;892;p89">
            <a:extLst>
              <a:ext uri="{FF2B5EF4-FFF2-40B4-BE49-F238E27FC236}">
                <a16:creationId xmlns:a16="http://schemas.microsoft.com/office/drawing/2014/main" id="{732BE817-7B71-4205-8905-C60886E85AE9}"/>
              </a:ext>
            </a:extLst>
          </p:cNvPr>
          <p:cNvSpPr>
            <a:spLocks noGrp="1"/>
          </p:cNvSpPr>
          <p:nvPr/>
        </p:nvSpPr>
        <p:spPr>
          <a:xfrm>
            <a:off x="2053396" y="1593572"/>
            <a:ext cx="129929" cy="253114"/>
          </a:xfrm>
          <a:custGeom>
            <a:avLst/>
            <a:gdLst/>
            <a:ahLst/>
            <a:cxnLst/>
            <a:rect l="l" t="t" r="r" b="b"/>
            <a:pathLst>
              <a:path w="3560" h="6932">
                <a:moveTo>
                  <a:pt x="2678" y="0"/>
                </a:moveTo>
                <a:lnTo>
                  <a:pt x="0" y="2678"/>
                </a:lnTo>
                <a:lnTo>
                  <a:pt x="1607" y="6679"/>
                </a:lnTo>
                <a:cubicBezTo>
                  <a:pt x="1638" y="6805"/>
                  <a:pt x="1764" y="6931"/>
                  <a:pt x="1922" y="6931"/>
                </a:cubicBezTo>
                <a:lnTo>
                  <a:pt x="1985" y="6931"/>
                </a:lnTo>
                <a:cubicBezTo>
                  <a:pt x="2111" y="6931"/>
                  <a:pt x="2206" y="6900"/>
                  <a:pt x="2269" y="6805"/>
                </a:cubicBezTo>
                <a:lnTo>
                  <a:pt x="3466" y="5640"/>
                </a:lnTo>
                <a:cubicBezTo>
                  <a:pt x="3529" y="5545"/>
                  <a:pt x="3560" y="5388"/>
                  <a:pt x="3560" y="5262"/>
                </a:cubicBezTo>
                <a:lnTo>
                  <a:pt x="2678" y="0"/>
                </a:lnTo>
                <a:close/>
              </a:path>
            </a:pathLst>
          </a:custGeom>
          <a:solidFill>
            <a:schemeClr val="accent1"/>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894" name="Google Shape;894;p89">
            <a:extLst>
              <a:ext uri="{FF2B5EF4-FFF2-40B4-BE49-F238E27FC236}">
                <a16:creationId xmlns:a16="http://schemas.microsoft.com/office/drawing/2014/main" id="{C2BF4F60-3943-4F53-A970-A45E64E873A2}"/>
              </a:ext>
            </a:extLst>
          </p:cNvPr>
          <p:cNvSpPr>
            <a:spLocks noGrp="1"/>
          </p:cNvSpPr>
          <p:nvPr/>
        </p:nvSpPr>
        <p:spPr>
          <a:xfrm>
            <a:off x="7275523" y="1622375"/>
            <a:ext cx="76878" cy="31583"/>
          </a:xfrm>
          <a:custGeom>
            <a:avLst/>
            <a:gdLst/>
            <a:ahLst/>
            <a:cxnLst/>
            <a:rect l="l" t="t" r="r" b="b"/>
            <a:pathLst>
              <a:path w="1766" h="725">
                <a:moveTo>
                  <a:pt x="347" y="0"/>
                </a:moveTo>
                <a:cubicBezTo>
                  <a:pt x="158" y="0"/>
                  <a:pt x="1" y="158"/>
                  <a:pt x="1" y="378"/>
                </a:cubicBezTo>
                <a:cubicBezTo>
                  <a:pt x="1" y="567"/>
                  <a:pt x="158" y="725"/>
                  <a:pt x="347" y="725"/>
                </a:cubicBezTo>
                <a:lnTo>
                  <a:pt x="1419" y="725"/>
                </a:lnTo>
                <a:cubicBezTo>
                  <a:pt x="1608" y="725"/>
                  <a:pt x="1765" y="567"/>
                  <a:pt x="1765" y="378"/>
                </a:cubicBezTo>
                <a:cubicBezTo>
                  <a:pt x="1734" y="158"/>
                  <a:pt x="1608" y="0"/>
                  <a:pt x="1419" y="0"/>
                </a:cubicBezTo>
                <a:close/>
              </a:path>
            </a:pathLst>
          </a:custGeom>
          <a:solidFill>
            <a:schemeClr val="accent2"/>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895" name="Google Shape;895;p89">
            <a:extLst>
              <a:ext uri="{FF2B5EF4-FFF2-40B4-BE49-F238E27FC236}">
                <a16:creationId xmlns:a16="http://schemas.microsoft.com/office/drawing/2014/main" id="{ABB0144A-C071-4EB8-8039-4E0EAFE19BD2}"/>
              </a:ext>
            </a:extLst>
          </p:cNvPr>
          <p:cNvSpPr>
            <a:spLocks noGrp="1"/>
          </p:cNvSpPr>
          <p:nvPr/>
        </p:nvSpPr>
        <p:spPr>
          <a:xfrm>
            <a:off x="7261321" y="1672670"/>
            <a:ext cx="64515" cy="59007"/>
          </a:xfrm>
          <a:custGeom>
            <a:avLst/>
            <a:gdLst/>
            <a:ahLst/>
            <a:cxnLst/>
            <a:rect l="l" t="t" r="r" b="b"/>
            <a:pathLst>
              <a:path w="1482" h="1355">
                <a:moveTo>
                  <a:pt x="394" y="0"/>
                </a:moveTo>
                <a:cubicBezTo>
                  <a:pt x="308" y="0"/>
                  <a:pt x="221" y="32"/>
                  <a:pt x="158" y="95"/>
                </a:cubicBezTo>
                <a:cubicBezTo>
                  <a:pt x="0" y="221"/>
                  <a:pt x="0" y="410"/>
                  <a:pt x="158" y="567"/>
                </a:cubicBezTo>
                <a:lnTo>
                  <a:pt x="882" y="1260"/>
                </a:lnTo>
                <a:cubicBezTo>
                  <a:pt x="945" y="1323"/>
                  <a:pt x="1032" y="1355"/>
                  <a:pt x="1119" y="1355"/>
                </a:cubicBezTo>
                <a:cubicBezTo>
                  <a:pt x="1205" y="1355"/>
                  <a:pt x="1292" y="1323"/>
                  <a:pt x="1355" y="1260"/>
                </a:cubicBezTo>
                <a:cubicBezTo>
                  <a:pt x="1481" y="1134"/>
                  <a:pt x="1481" y="914"/>
                  <a:pt x="1355" y="788"/>
                </a:cubicBezTo>
                <a:lnTo>
                  <a:pt x="630" y="95"/>
                </a:lnTo>
                <a:cubicBezTo>
                  <a:pt x="567" y="32"/>
                  <a:pt x="481" y="0"/>
                  <a:pt x="394" y="0"/>
                </a:cubicBezTo>
                <a:close/>
              </a:path>
            </a:pathLst>
          </a:custGeom>
          <a:solidFill>
            <a:schemeClr val="accent2"/>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896" name="Google Shape;896;p89">
            <a:extLst>
              <a:ext uri="{FF2B5EF4-FFF2-40B4-BE49-F238E27FC236}">
                <a16:creationId xmlns:a16="http://schemas.microsoft.com/office/drawing/2014/main" id="{DF2157F7-89F4-49EC-A862-CAF7A0FECEBE}"/>
              </a:ext>
            </a:extLst>
          </p:cNvPr>
          <p:cNvSpPr>
            <a:spLocks noGrp="1"/>
          </p:cNvSpPr>
          <p:nvPr/>
        </p:nvSpPr>
        <p:spPr>
          <a:xfrm>
            <a:off x="7263908" y="1543426"/>
            <a:ext cx="61817" cy="60131"/>
          </a:xfrm>
          <a:custGeom>
            <a:avLst/>
            <a:gdLst/>
            <a:ahLst/>
            <a:cxnLst/>
            <a:rect l="l" t="t" r="r" b="b"/>
            <a:pathLst>
              <a:path w="1419" h="1380">
                <a:moveTo>
                  <a:pt x="1056" y="1"/>
                </a:moveTo>
                <a:cubicBezTo>
                  <a:pt x="969" y="1"/>
                  <a:pt x="882" y="32"/>
                  <a:pt x="819" y="96"/>
                </a:cubicBezTo>
                <a:lnTo>
                  <a:pt x="95" y="789"/>
                </a:lnTo>
                <a:cubicBezTo>
                  <a:pt x="0" y="915"/>
                  <a:pt x="0" y="1135"/>
                  <a:pt x="95" y="1261"/>
                </a:cubicBezTo>
                <a:cubicBezTo>
                  <a:pt x="158" y="1340"/>
                  <a:pt x="252" y="1379"/>
                  <a:pt x="343" y="1379"/>
                </a:cubicBezTo>
                <a:cubicBezTo>
                  <a:pt x="434" y="1379"/>
                  <a:pt x="520" y="1340"/>
                  <a:pt x="567" y="1261"/>
                </a:cubicBezTo>
                <a:lnTo>
                  <a:pt x="1292" y="568"/>
                </a:lnTo>
                <a:cubicBezTo>
                  <a:pt x="1418" y="442"/>
                  <a:pt x="1418" y="190"/>
                  <a:pt x="1292" y="96"/>
                </a:cubicBezTo>
                <a:cubicBezTo>
                  <a:pt x="1229" y="32"/>
                  <a:pt x="1142" y="1"/>
                  <a:pt x="1056" y="1"/>
                </a:cubicBezTo>
                <a:close/>
              </a:path>
            </a:pathLst>
          </a:custGeom>
          <a:solidFill>
            <a:schemeClr val="accent2"/>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897" name="Google Shape;897;p89">
            <a:extLst>
              <a:ext uri="{FF2B5EF4-FFF2-40B4-BE49-F238E27FC236}">
                <a16:creationId xmlns:a16="http://schemas.microsoft.com/office/drawing/2014/main" id="{520530B8-9B7B-4383-A1C5-5AA50495C4F4}"/>
              </a:ext>
            </a:extLst>
          </p:cNvPr>
          <p:cNvSpPr>
            <a:spLocks noGrp="1"/>
          </p:cNvSpPr>
          <p:nvPr/>
        </p:nvSpPr>
        <p:spPr>
          <a:xfrm>
            <a:off x="6895315" y="1534090"/>
            <a:ext cx="183878" cy="182529"/>
          </a:xfrm>
          <a:custGeom>
            <a:avLst/>
            <a:gdLst/>
            <a:ahLst/>
            <a:cxnLst/>
            <a:rect l="l" t="t" r="r" b="b"/>
            <a:pathLst>
              <a:path w="4222" h="4192">
                <a:moveTo>
                  <a:pt x="2489" y="1"/>
                </a:moveTo>
                <a:cubicBezTo>
                  <a:pt x="2048" y="1"/>
                  <a:pt x="1639" y="285"/>
                  <a:pt x="1481" y="726"/>
                </a:cubicBezTo>
                <a:lnTo>
                  <a:pt x="1418" y="726"/>
                </a:lnTo>
                <a:cubicBezTo>
                  <a:pt x="662" y="726"/>
                  <a:pt x="0" y="1356"/>
                  <a:pt x="0" y="2080"/>
                </a:cubicBezTo>
                <a:cubicBezTo>
                  <a:pt x="0" y="2836"/>
                  <a:pt x="630" y="3467"/>
                  <a:pt x="1418" y="3467"/>
                </a:cubicBezTo>
                <a:lnTo>
                  <a:pt x="1481" y="3467"/>
                </a:lnTo>
                <a:cubicBezTo>
                  <a:pt x="1639" y="3845"/>
                  <a:pt x="2017" y="4191"/>
                  <a:pt x="2489" y="4191"/>
                </a:cubicBezTo>
                <a:lnTo>
                  <a:pt x="4222" y="4191"/>
                </a:lnTo>
                <a:lnTo>
                  <a:pt x="4222" y="1"/>
                </a:lnTo>
                <a:close/>
              </a:path>
            </a:pathLst>
          </a:custGeom>
          <a:solidFill>
            <a:schemeClr val="accent2"/>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898" name="Google Shape;898;p89">
            <a:extLst>
              <a:ext uri="{FF2B5EF4-FFF2-40B4-BE49-F238E27FC236}">
                <a16:creationId xmlns:a16="http://schemas.microsoft.com/office/drawing/2014/main" id="{C2D2A745-4F25-4478-8C1D-6ACEC9B059AB}"/>
              </a:ext>
            </a:extLst>
          </p:cNvPr>
          <p:cNvSpPr>
            <a:spLocks noGrp="1"/>
          </p:cNvSpPr>
          <p:nvPr/>
        </p:nvSpPr>
        <p:spPr>
          <a:xfrm>
            <a:off x="7184859" y="1443604"/>
            <a:ext cx="61705" cy="363598"/>
          </a:xfrm>
          <a:custGeom>
            <a:avLst/>
            <a:gdLst/>
            <a:ahLst/>
            <a:cxnLst/>
            <a:rect l="l" t="t" r="r" b="b"/>
            <a:pathLst>
              <a:path w="1418" h="8350">
                <a:moveTo>
                  <a:pt x="725" y="1"/>
                </a:moveTo>
                <a:cubicBezTo>
                  <a:pt x="315" y="1"/>
                  <a:pt x="0" y="316"/>
                  <a:pt x="0" y="694"/>
                </a:cubicBezTo>
                <a:lnTo>
                  <a:pt x="0" y="7625"/>
                </a:lnTo>
                <a:cubicBezTo>
                  <a:pt x="0" y="8034"/>
                  <a:pt x="315" y="8349"/>
                  <a:pt x="725" y="8349"/>
                </a:cubicBezTo>
                <a:cubicBezTo>
                  <a:pt x="1134" y="8286"/>
                  <a:pt x="1418" y="8003"/>
                  <a:pt x="1418" y="7625"/>
                </a:cubicBezTo>
                <a:lnTo>
                  <a:pt x="1418" y="694"/>
                </a:lnTo>
                <a:cubicBezTo>
                  <a:pt x="1418" y="316"/>
                  <a:pt x="1103" y="1"/>
                  <a:pt x="725" y="1"/>
                </a:cubicBezTo>
                <a:close/>
              </a:path>
            </a:pathLst>
          </a:custGeom>
          <a:solidFill>
            <a:schemeClr val="accent2"/>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899" name="Google Shape;899;p89">
            <a:extLst>
              <a:ext uri="{FF2B5EF4-FFF2-40B4-BE49-F238E27FC236}">
                <a16:creationId xmlns:a16="http://schemas.microsoft.com/office/drawing/2014/main" id="{2BBD6331-35B2-415E-A497-2D040CD6FA5A}"/>
              </a:ext>
            </a:extLst>
          </p:cNvPr>
          <p:cNvSpPr>
            <a:spLocks noGrp="1"/>
          </p:cNvSpPr>
          <p:nvPr/>
        </p:nvSpPr>
        <p:spPr>
          <a:xfrm>
            <a:off x="6979209" y="1716732"/>
            <a:ext cx="89242" cy="120712"/>
          </a:xfrm>
          <a:custGeom>
            <a:avLst/>
            <a:gdLst/>
            <a:ahLst/>
            <a:cxnLst/>
            <a:rect l="l" t="t" r="r" b="b"/>
            <a:pathLst>
              <a:path w="2049" h="2773">
                <a:moveTo>
                  <a:pt x="1" y="0"/>
                </a:moveTo>
                <a:lnTo>
                  <a:pt x="1" y="1764"/>
                </a:lnTo>
                <a:cubicBezTo>
                  <a:pt x="1" y="2363"/>
                  <a:pt x="473" y="2773"/>
                  <a:pt x="1040" y="2773"/>
                </a:cubicBezTo>
                <a:cubicBezTo>
                  <a:pt x="1607" y="2773"/>
                  <a:pt x="2048" y="2300"/>
                  <a:pt x="2048" y="1764"/>
                </a:cubicBezTo>
                <a:lnTo>
                  <a:pt x="2048" y="32"/>
                </a:lnTo>
                <a:lnTo>
                  <a:pt x="316" y="32"/>
                </a:lnTo>
                <a:cubicBezTo>
                  <a:pt x="253" y="32"/>
                  <a:pt x="127" y="32"/>
                  <a:pt x="1" y="0"/>
                </a:cubicBezTo>
                <a:close/>
              </a:path>
            </a:pathLst>
          </a:custGeom>
          <a:solidFill>
            <a:schemeClr val="accent2"/>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900" name="Google Shape;900;p89">
            <a:extLst>
              <a:ext uri="{FF2B5EF4-FFF2-40B4-BE49-F238E27FC236}">
                <a16:creationId xmlns:a16="http://schemas.microsoft.com/office/drawing/2014/main" id="{F7F04479-C37F-4FFB-8317-F0AC590B10DF}"/>
              </a:ext>
            </a:extLst>
          </p:cNvPr>
          <p:cNvSpPr>
            <a:spLocks noGrp="1"/>
          </p:cNvSpPr>
          <p:nvPr/>
        </p:nvSpPr>
        <p:spPr>
          <a:xfrm>
            <a:off x="7082643" y="1480994"/>
            <a:ext cx="90590" cy="285483"/>
          </a:xfrm>
          <a:custGeom>
            <a:avLst/>
            <a:gdLst/>
            <a:ahLst/>
            <a:cxnLst/>
            <a:rect l="l" t="t" r="r" b="b"/>
            <a:pathLst>
              <a:path w="2080" h="6554">
                <a:moveTo>
                  <a:pt x="2080" y="0"/>
                </a:moveTo>
                <a:lnTo>
                  <a:pt x="1765" y="315"/>
                </a:lnTo>
                <a:cubicBezTo>
                  <a:pt x="1292" y="788"/>
                  <a:pt x="662" y="1071"/>
                  <a:pt x="1" y="1166"/>
                </a:cubicBezTo>
                <a:lnTo>
                  <a:pt x="1" y="5419"/>
                </a:lnTo>
                <a:cubicBezTo>
                  <a:pt x="662" y="5482"/>
                  <a:pt x="1292" y="5766"/>
                  <a:pt x="1765" y="6238"/>
                </a:cubicBezTo>
                <a:lnTo>
                  <a:pt x="2080" y="6553"/>
                </a:lnTo>
                <a:lnTo>
                  <a:pt x="2080" y="0"/>
                </a:lnTo>
                <a:close/>
              </a:path>
            </a:pathLst>
          </a:custGeom>
          <a:solidFill>
            <a:schemeClr val="accent2"/>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901" name="Rectangle: Rounded Corners 900">
            <a:extLst>
              <a:ext uri="{FF2B5EF4-FFF2-40B4-BE49-F238E27FC236}">
                <a16:creationId xmlns:a16="http://schemas.microsoft.com/office/drawing/2014/main" id="{703964C7-64AE-4C10-AE0D-B27EC92DF7BD}"/>
              </a:ext>
            </a:extLst>
          </p:cNvPr>
          <p:cNvSpPr>
            <a:spLocks noGrp="1"/>
          </p:cNvSpPr>
          <p:nvPr/>
        </p:nvSpPr>
        <p:spPr>
          <a:xfrm>
            <a:off x="1000125" y="3718188"/>
            <a:ext cx="7143750" cy="457200"/>
          </a:xfrm>
          <a:prstGeom prst="roundRect">
            <a:avLst>
              <a:gd name="adj" fmla="val 50000"/>
            </a:avLst>
          </a:prstGeom>
          <a:solidFill>
            <a:srgbClr val="DFF0D6"/>
          </a:solidFill>
          <a:ln w="13335">
            <a:solidFill>
              <a:srgbClr val="4B8D17"/>
            </a:solidFill>
            <a:prstDash val="solid"/>
          </a:ln>
        </p:spPr>
        <p:txBody>
          <a:bodyPr lIns="152400" tIns="66675" rIns="152400" bIns="66675" anchor="ctr">
            <a:normAutofit fontScale="90981"/>
          </a:bodyPr>
          <a:lstStyle/>
          <a:p>
            <a:pPr algn="ctr">
              <a:buNone/>
              <a:defRPr sz="1013" b="1">
                <a:solidFill>
                  <a:srgbClr val="4B8D17"/>
                </a:solidFill>
                <a:latin typeface="Montserrat"/>
                <a:ea typeface="Montserrat"/>
                <a:cs typeface="Montserrat"/>
              </a:defRPr>
            </a:pPr>
            <a:r>
              <a:rPr sz="1013" b="1">
                <a:solidFill>
                  <a:srgbClr val="4B8D17"/>
                </a:solidFill>
                <a:latin typeface="Montserrat"/>
                <a:ea typeface="Montserrat"/>
                <a:cs typeface="Montserrat"/>
              </a:rPr>
              <a:t>Ánh xạ vào hệ thống: Structured interview → schema • STAR/BARS → rule • Responsible AI → grounding + audit.</a:t>
            </a:r>
          </a:p>
        </p:txBody>
      </p:sp>
      <p:sp>
        <p:nvSpPr>
          <p:cNvPr id="902" name="TextBox 901"/>
          <p:cNvSpPr txBox="1"/>
          <p:nvPr/>
        </p:nvSpPr>
        <p:spPr>
          <a:xfrm>
            <a:off x="713225" y="200000"/>
            <a:ext cx="1200000" cy="260000"/>
          </a:xfrm>
          <a:prstGeom prst="rect">
            <a:avLst/>
          </a:prstGeom>
          <a:noFill/>
        </p:spPr>
        <p:txBody>
          <a:bodyPr wrap="none" lIns="0" tIns="0">
            <a:spAutoFit/>
          </a:bodyPr>
          <a:lstStyle/>
          <a:p>
            <a:pPr>
              <a:defRPr sz="1100" b="1">
                <a:solidFill>
                  <a:srgbClr val="4B8D17"/>
                </a:solidFill>
                <a:latin typeface="Montserrat"/>
              </a:defRPr>
            </a:pPr>
            <a:r>
              <a:t>#02</a:t>
            </a:r>
          </a:p>
        </p:txBody>
      </p:sp>
    </p:spTree>
    <p:extLst>
      <p:ext uri="{BB962C8B-B14F-4D97-AF65-F5344CB8AC3E}">
        <p14:creationId xmlns:p14="http://schemas.microsoft.com/office/powerpoint/2010/main" val="581443355"/>
      </p:ext>
    </p:extLst>
  </p:cSld>
  <p:clrMapOvr>
    <a:masterClrMapping/>
  </p:clrMapOvr>
  <p:transition spd="slow">
    <p:cover/>
  </p:transition>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E8F3E5"/>
        </a:solidFill>
        <a:effectLst/>
      </p:bgPr>
    </p:bg>
    <p:spTree>
      <p:nvGrpSpPr>
        <p:cNvPr id="1" name=""/>
        <p:cNvGrpSpPr/>
        <p:nvPr/>
      </p:nvGrpSpPr>
      <p:grpSpPr>
        <a:xfrm>
          <a:off x="0" y="0"/>
          <a:ext cx="0" cy="0"/>
          <a:chOff x="0" y="0"/>
          <a:chExt cx="0" cy="0"/>
        </a:xfrm>
      </p:grpSpPr>
      <p:sp>
        <p:nvSpPr>
          <p:cNvPr id="1434" name="Google Shape;1434;p110">
            <a:extLst>
              <a:ext uri="{FF2B5EF4-FFF2-40B4-BE49-F238E27FC236}">
                <a16:creationId xmlns:a16="http://schemas.microsoft.com/office/drawing/2014/main" id="{888A3544-B32E-40E6-AFCF-E5C10864AD25}"/>
              </a:ext>
            </a:extLst>
          </p:cNvPr>
          <p:cNvSpPr>
            <a:spLocks noGrp="1"/>
          </p:cNvSpPr>
          <p:nvPr>
            <p:ph type="subTitle" idx="5"/>
          </p:nvPr>
        </p:nvSpPr>
        <p:spPr>
          <a:xfrm>
            <a:off x="1290029" y="3016199"/>
            <a:ext cx="2014800" cy="499800"/>
          </a:xfrm>
          <a:prstGeom prst="rect">
            <a:avLst/>
          </a:prstGeom>
        </p:spPr>
        <p:txBody>
          <a:bodyPr spcFirstLastPara="1" wrap="square" lIns="91425" tIns="91425" rIns="91425" bIns="91425" anchor="t">
            <a:noAutofit/>
          </a:bodyPr>
          <a:lstStyle/>
          <a:p>
            <a:pPr marL="0" lvl="0" indent="0" algn="r">
              <a:spcBef>
                <a:spcPts val="0"/>
              </a:spcBef>
              <a:spcAft>
                <a:spcPts val="0"/>
              </a:spcAft>
              <a:buNone/>
              <a:defRPr sz="975" b="1">
                <a:solidFill>
                  <a:srgbClr val="4B8D17"/>
                </a:solidFill>
                <a:latin typeface="Montserrat"/>
                <a:ea typeface="Montserrat"/>
                <a:cs typeface="Montserrat"/>
              </a:defRPr>
            </a:pPr>
            <a:r>
              <a:rPr sz="975" b="1">
                <a:solidFill>
                  <a:srgbClr val="4B8D17"/>
                </a:solidFill>
                <a:latin typeface="Montserrat"/>
                <a:ea typeface="Montserrat"/>
                <a:cs typeface="Montserrat"/>
              </a:rPr>
              <a:t>AI + tri thức</a:t>
            </a:r>
            <a:endParaRPr/>
          </a:p>
        </p:txBody>
      </p:sp>
      <p:sp>
        <p:nvSpPr>
          <p:cNvPr id="1435" name="Google Shape;1435;p110">
            <a:extLst>
              <a:ext uri="{FF2B5EF4-FFF2-40B4-BE49-F238E27FC236}">
                <a16:creationId xmlns:a16="http://schemas.microsoft.com/office/drawing/2014/main" id="{376FB015-3D1B-436A-96FD-F5C7D5818DAD}"/>
              </a:ext>
            </a:extLst>
          </p:cNvPr>
          <p:cNvSpPr>
            <a:spLocks noGrp="1"/>
          </p:cNvSpPr>
          <p:nvPr>
            <p:ph type="subTitle" idx="6"/>
          </p:nvPr>
        </p:nvSpPr>
        <p:spPr>
          <a:xfrm>
            <a:off x="1290041" y="3424973"/>
            <a:ext cx="2014800" cy="572700"/>
          </a:xfrm>
          <a:prstGeom prst="rect">
            <a:avLst/>
          </a:prstGeom>
        </p:spPr>
        <p:txBody>
          <a:bodyPr spcFirstLastPara="1" wrap="square" lIns="91425" tIns="91425" rIns="91425" bIns="91425" anchor="t">
            <a:noAutofit/>
          </a:bodyPr>
          <a:lstStyle/>
          <a:p>
            <a:pPr marL="0" lvl="0" indent="0" algn="r">
              <a:spcBef>
                <a:spcPts val="0"/>
              </a:spcBef>
              <a:spcAft>
                <a:spcPts val="0"/>
              </a:spcAft>
              <a:buNone/>
              <a:defRPr sz="750" b="0">
                <a:solidFill>
                  <a:srgbClr val="526052"/>
                </a:solidFill>
                <a:latin typeface="Montserrat"/>
                <a:ea typeface="Montserrat"/>
                <a:cs typeface="Montserrat"/>
              </a:defRPr>
            </a:pPr>
            <a:r>
              <a:rPr sz="750" b="0">
                <a:solidFill>
                  <a:srgbClr val="526052"/>
                </a:solidFill>
                <a:latin typeface="Montserrat"/>
                <a:ea typeface="Montserrat"/>
                <a:cs typeface="Montserrat"/>
              </a:rPr>
              <a:t>Python/gRPC (16 RPCs), DeepSeek, Qdrant, speech</a:t>
            </a:r>
            <a:endParaRPr/>
          </a:p>
        </p:txBody>
      </p:sp>
      <p:sp>
        <p:nvSpPr>
          <p:cNvPr id="1436" name="Google Shape;1436;p110">
            <a:extLst>
              <a:ext uri="{FF2B5EF4-FFF2-40B4-BE49-F238E27FC236}">
                <a16:creationId xmlns:a16="http://schemas.microsoft.com/office/drawing/2014/main" id="{91944C9D-A573-4E71-AB3C-CD6D66EEFC56}"/>
              </a:ext>
            </a:extLst>
          </p:cNvPr>
          <p:cNvSpPr>
            <a:spLocks noGrp="1"/>
          </p:cNvSpPr>
          <p:nvPr>
            <p:ph type="subTitle" idx="1"/>
          </p:nvPr>
        </p:nvSpPr>
        <p:spPr>
          <a:xfrm>
            <a:off x="1290029" y="1131846"/>
            <a:ext cx="2014800" cy="499800"/>
          </a:xfrm>
          <a:prstGeom prst="rect">
            <a:avLst/>
          </a:prstGeom>
        </p:spPr>
        <p:txBody>
          <a:bodyPr spcFirstLastPara="1" wrap="square" lIns="91425" tIns="91425" rIns="91425" bIns="91425" anchor="t">
            <a:noAutofit/>
          </a:bodyPr>
          <a:lstStyle/>
          <a:p>
            <a:pPr marL="0" lvl="0" indent="0" algn="r">
              <a:spcBef>
                <a:spcPts val="0"/>
              </a:spcBef>
              <a:spcAft>
                <a:spcPts val="0"/>
              </a:spcAft>
              <a:buNone/>
              <a:defRPr sz="975" b="1">
                <a:solidFill>
                  <a:srgbClr val="4B8D17"/>
                </a:solidFill>
                <a:latin typeface="Montserrat"/>
                <a:ea typeface="Montserrat"/>
                <a:cs typeface="Montserrat"/>
              </a:defRPr>
            </a:pPr>
            <a:r>
              <a:rPr sz="975" b="1">
                <a:solidFill>
                  <a:srgbClr val="4B8D17"/>
                </a:solidFill>
                <a:latin typeface="Montserrat"/>
                <a:ea typeface="Montserrat"/>
                <a:cs typeface="Montserrat"/>
              </a:rPr>
              <a:t>Web + BFF</a:t>
            </a:r>
            <a:endParaRPr/>
          </a:p>
        </p:txBody>
      </p:sp>
      <p:sp>
        <p:nvSpPr>
          <p:cNvPr id="1437" name="Google Shape;1437;p110">
            <a:extLst>
              <a:ext uri="{FF2B5EF4-FFF2-40B4-BE49-F238E27FC236}">
                <a16:creationId xmlns:a16="http://schemas.microsoft.com/office/drawing/2014/main" id="{C5E19540-4810-4E0F-8CB0-F4A76E49B94F}"/>
              </a:ext>
            </a:extLst>
          </p:cNvPr>
          <p:cNvSpPr>
            <a:spLocks noGrp="1"/>
          </p:cNvSpPr>
          <p:nvPr>
            <p:ph type="subTitle" idx="2"/>
          </p:nvPr>
        </p:nvSpPr>
        <p:spPr>
          <a:xfrm>
            <a:off x="1290041" y="1534123"/>
            <a:ext cx="2014800" cy="572700"/>
          </a:xfrm>
          <a:prstGeom prst="rect">
            <a:avLst/>
          </a:prstGeom>
        </p:spPr>
        <p:txBody>
          <a:bodyPr spcFirstLastPara="1" wrap="square" lIns="91425" tIns="91425" rIns="91425" bIns="91425" anchor="t">
            <a:noAutofit/>
          </a:bodyPr>
          <a:lstStyle/>
          <a:p>
            <a:pPr marL="0" lvl="0" indent="0" algn="r">
              <a:spcBef>
                <a:spcPts val="0"/>
              </a:spcBef>
              <a:spcAft>
                <a:spcPts val="0"/>
              </a:spcAft>
              <a:buClr>
                <a:schemeClr val="dk1"/>
              </a:buClr>
              <a:buSzPts val="1100"/>
              <a:buFont typeface="Arial"/>
              <a:buNone/>
              <a:defRPr sz="750" b="0">
                <a:solidFill>
                  <a:srgbClr val="526052"/>
                </a:solidFill>
                <a:latin typeface="Montserrat"/>
                <a:ea typeface="Montserrat"/>
                <a:cs typeface="Montserrat"/>
              </a:defRPr>
            </a:pPr>
            <a:r>
              <a:rPr sz="750" b="0">
                <a:solidFill>
                  <a:srgbClr val="526052"/>
                </a:solidFill>
                <a:latin typeface="Montserrat"/>
                <a:ea typeface="Montserrat"/>
                <a:cs typeface="Montserrat"/>
              </a:rPr>
              <a:t>Next.js kiểm soát quyền và điều phối</a:t>
            </a:r>
            <a:endParaRPr/>
          </a:p>
        </p:txBody>
      </p:sp>
      <p:sp>
        <p:nvSpPr>
          <p:cNvPr id="1438" name="Google Shape;1438;p110">
            <a:extLst>
              <a:ext uri="{FF2B5EF4-FFF2-40B4-BE49-F238E27FC236}">
                <a16:creationId xmlns:a16="http://schemas.microsoft.com/office/drawing/2014/main" id="{5662BCB5-9D6B-433B-8A0F-AEDBC2566826}"/>
              </a:ext>
            </a:extLst>
          </p:cNvPr>
          <p:cNvSpPr>
            <a:spLocks noGrp="1"/>
          </p:cNvSpPr>
          <p:nvPr>
            <p:ph type="subTitle" idx="3"/>
          </p:nvPr>
        </p:nvSpPr>
        <p:spPr>
          <a:xfrm>
            <a:off x="1290029" y="2055360"/>
            <a:ext cx="2014800" cy="499800"/>
          </a:xfrm>
          <a:prstGeom prst="rect">
            <a:avLst/>
          </a:prstGeom>
        </p:spPr>
        <p:txBody>
          <a:bodyPr spcFirstLastPara="1" wrap="square" lIns="91425" tIns="91425" rIns="91425" bIns="91425" anchor="t">
            <a:noAutofit/>
          </a:bodyPr>
          <a:lstStyle/>
          <a:p>
            <a:pPr marL="0" lvl="0" indent="0" algn="r">
              <a:spcBef>
                <a:spcPts val="0"/>
              </a:spcBef>
              <a:spcAft>
                <a:spcPts val="0"/>
              </a:spcAft>
              <a:buNone/>
              <a:defRPr sz="975" b="1">
                <a:solidFill>
                  <a:srgbClr val="4B8D17"/>
                </a:solidFill>
                <a:latin typeface="Montserrat"/>
                <a:ea typeface="Montserrat"/>
                <a:cs typeface="Montserrat"/>
              </a:defRPr>
            </a:pPr>
            <a:r>
              <a:rPr sz="975" b="1">
                <a:solidFill>
                  <a:srgbClr val="4B8D17"/>
                </a:solidFill>
                <a:latin typeface="Montserrat"/>
                <a:ea typeface="Montserrat"/>
                <a:cs typeface="Montserrat"/>
              </a:rPr>
              <a:t>Dữ liệu</a:t>
            </a:r>
            <a:endParaRPr/>
          </a:p>
        </p:txBody>
      </p:sp>
      <p:sp>
        <p:nvSpPr>
          <p:cNvPr id="1439" name="Google Shape;1439;p110">
            <a:extLst>
              <a:ext uri="{FF2B5EF4-FFF2-40B4-BE49-F238E27FC236}">
                <a16:creationId xmlns:a16="http://schemas.microsoft.com/office/drawing/2014/main" id="{BEE0AA3C-C2BC-4723-9BBD-4E86504D4B53}"/>
              </a:ext>
            </a:extLst>
          </p:cNvPr>
          <p:cNvSpPr>
            <a:spLocks noGrp="1"/>
          </p:cNvSpPr>
          <p:nvPr>
            <p:ph type="subTitle" idx="4"/>
          </p:nvPr>
        </p:nvSpPr>
        <p:spPr>
          <a:xfrm>
            <a:off x="1290041" y="2464134"/>
            <a:ext cx="2014800" cy="572700"/>
          </a:xfrm>
          <a:prstGeom prst="rect">
            <a:avLst/>
          </a:prstGeom>
        </p:spPr>
        <p:txBody>
          <a:bodyPr spcFirstLastPara="1" wrap="square" lIns="91425" tIns="91425" rIns="91425" bIns="91425" anchor="t">
            <a:noAutofit/>
          </a:bodyPr>
          <a:lstStyle/>
          <a:p>
            <a:pPr marL="0" lvl="0" indent="0" algn="r">
              <a:spcBef>
                <a:spcPts val="0"/>
              </a:spcBef>
              <a:spcAft>
                <a:spcPts val="0"/>
              </a:spcAft>
              <a:buNone/>
              <a:defRPr sz="750" b="0">
                <a:solidFill>
                  <a:srgbClr val="526052"/>
                </a:solidFill>
                <a:latin typeface="Montserrat"/>
                <a:ea typeface="Montserrat"/>
                <a:cs typeface="Montserrat"/>
              </a:defRPr>
            </a:pPr>
            <a:r>
              <a:rPr sz="750" b="0">
                <a:solidFill>
                  <a:srgbClr val="526052"/>
                </a:solidFill>
                <a:latin typeface="Montserrat"/>
                <a:ea typeface="Montserrat"/>
                <a:cs typeface="Montserrat"/>
              </a:rPr>
              <a:t>MongoDB giao dịch; event phục vụ audit</a:t>
            </a:r>
            <a:endParaRPr/>
          </a:p>
        </p:txBody>
      </p:sp>
      <p:sp>
        <p:nvSpPr>
          <p:cNvPr id="1440" name="Google Shape;1440;p110">
            <a:extLst>
              <a:ext uri="{FF2B5EF4-FFF2-40B4-BE49-F238E27FC236}">
                <a16:creationId xmlns:a16="http://schemas.microsoft.com/office/drawing/2014/main" id="{B13B004C-E841-46E8-851C-564EA1F114DB}"/>
              </a:ext>
            </a:extLst>
          </p:cNvPr>
          <p:cNvSpPr>
            <a:spLocks noGrp="1"/>
          </p:cNvSpPr>
          <p:nvPr>
            <p:ph type="title"/>
          </p:nvPr>
        </p:nvSpPr>
        <p:spPr>
          <a:xfrm>
            <a:off x="1531650" y="445025"/>
            <a:ext cx="6080700" cy="572700"/>
          </a:xfrm>
          <a:prstGeom prst="rect">
            <a:avLst/>
          </a:prstGeom>
        </p:spPr>
        <p:txBody>
          <a:bodyPr spcFirstLastPara="1" wrap="square" lIns="91425" tIns="91425" rIns="91425" bIns="91425" anchor="t">
            <a:noAutofit/>
          </a:bodyPr>
          <a:lstStyle/>
          <a:p>
            <a:pPr marL="0" lvl="0" indent="0" algn="ctr">
              <a:spcBef>
                <a:spcPts val="0"/>
              </a:spcBef>
              <a:spcAft>
                <a:spcPts val="0"/>
              </a:spcAft>
              <a:buNone/>
              <a:defRPr sz="1875" b="1">
                <a:solidFill>
                  <a:srgbClr val="111410"/>
                </a:solidFill>
                <a:latin typeface="Cambria"/>
                <a:ea typeface="Cambria"/>
                <a:cs typeface="Cambria"/>
              </a:defRPr>
            </a:pPr>
            <a:r>
              <a:rPr sz="1875" b="1">
                <a:solidFill>
                  <a:srgbClr val="111410"/>
                </a:solidFill>
                <a:latin typeface="Cambria"/>
                <a:ea typeface="Cambria"/>
                <a:cs typeface="Cambria"/>
              </a:rPr>
              <a:t>Kiến trúc InterV: các biên trách nhiệm có hợp đồng</a:t>
            </a:r>
            <a:endParaRPr/>
          </a:p>
        </p:txBody>
      </p:sp>
      <p:sp>
        <p:nvSpPr>
          <p:cNvPr id="1441" name="Rectangle: Rounded Corners 1440">
            <a:extLst>
              <a:ext uri="{FF2B5EF4-FFF2-40B4-BE49-F238E27FC236}">
                <a16:creationId xmlns:a16="http://schemas.microsoft.com/office/drawing/2014/main" id="{42DB99C1-6094-43E9-96BA-855EFD3F87E3}"/>
              </a:ext>
            </a:extLst>
          </p:cNvPr>
          <p:cNvSpPr>
            <a:spLocks noGrp="1"/>
          </p:cNvSpPr>
          <p:nvPr/>
        </p:nvSpPr>
        <p:spPr>
          <a:xfrm>
            <a:off x="3978872" y="1154323"/>
            <a:ext cx="4095750" cy="428625"/>
          </a:xfrm>
          <a:prstGeom prst="roundRect">
            <a:avLst>
              <a:gd name="adj" fmla="val 17778"/>
            </a:avLst>
          </a:prstGeom>
          <a:solidFill>
            <a:srgbClr val="D7E7F1"/>
          </a:solidFill>
          <a:ln w="13335">
            <a:solidFill>
              <a:srgbClr val="6C766B"/>
            </a:solidFill>
            <a:prstDash val="solid"/>
          </a:ln>
        </p:spPr>
        <p:txBody>
          <a:bodyPr lIns="76200" tIns="66675" rIns="76200" bIns="66675" anchor="ctr">
            <a:normAutofit fontScale="98867" lnSpcReduction="10000"/>
          </a:bodyPr>
          <a:lstStyle/>
          <a:p>
            <a:pPr algn="ctr">
              <a:buNone/>
              <a:defRPr sz="900" b="1">
                <a:solidFill>
                  <a:srgbClr val="111410"/>
                </a:solidFill>
                <a:latin typeface="Montserrat"/>
                <a:ea typeface="Montserrat"/>
                <a:cs typeface="Montserrat"/>
              </a:defRPr>
            </a:pPr>
            <a:r>
              <a:rPr sz="900" b="1">
                <a:solidFill>
                  <a:srgbClr val="111410"/>
                </a:solidFill>
                <a:latin typeface="Montserrat"/>
                <a:ea typeface="Montserrat"/>
                <a:cs typeface="Montserrat"/>
              </a:rPr>
              <a:t>Web client</a:t>
            </a:r>
          </a:p>
          <a:p>
            <a:pPr algn="ctr">
              <a:buNone/>
              <a:defRPr sz="900" b="1">
                <a:solidFill>
                  <a:srgbClr val="111410"/>
                </a:solidFill>
                <a:latin typeface="Montserrat"/>
                <a:ea typeface="Montserrat"/>
                <a:cs typeface="Montserrat"/>
              </a:defRPr>
            </a:pPr>
            <a:r>
              <a:rPr sz="900" b="1">
                <a:solidFill>
                  <a:srgbClr val="111410"/>
                </a:solidFill>
                <a:latin typeface="Montserrat"/>
                <a:ea typeface="Montserrat"/>
                <a:cs typeface="Montserrat"/>
              </a:rPr>
              <a:t>Next.js</a:t>
            </a:r>
          </a:p>
        </p:txBody>
      </p:sp>
      <p:sp>
        <p:nvSpPr>
          <p:cNvPr id="1442" name="Rectangle: Rounded Corners 1441">
            <a:extLst>
              <a:ext uri="{FF2B5EF4-FFF2-40B4-BE49-F238E27FC236}">
                <a16:creationId xmlns:a16="http://schemas.microsoft.com/office/drawing/2014/main" id="{7E58C154-8F08-48CF-831C-BB7854F3D72E}"/>
              </a:ext>
            </a:extLst>
          </p:cNvPr>
          <p:cNvSpPr>
            <a:spLocks noGrp="1"/>
          </p:cNvSpPr>
          <p:nvPr/>
        </p:nvSpPr>
        <p:spPr>
          <a:xfrm>
            <a:off x="3978872" y="1678198"/>
            <a:ext cx="4095750" cy="428625"/>
          </a:xfrm>
          <a:prstGeom prst="roundRect">
            <a:avLst>
              <a:gd name="adj" fmla="val 17778"/>
            </a:avLst>
          </a:prstGeom>
          <a:solidFill>
            <a:srgbClr val="F4F7F1"/>
          </a:solidFill>
          <a:ln w="13335">
            <a:solidFill>
              <a:srgbClr val="6C766B"/>
            </a:solidFill>
            <a:prstDash val="solid"/>
          </a:ln>
        </p:spPr>
        <p:txBody>
          <a:bodyPr lIns="76200" tIns="66675" rIns="76200" bIns="66675" anchor="ctr">
            <a:normAutofit fontScale="98867" lnSpcReduction="10000"/>
          </a:bodyPr>
          <a:lstStyle/>
          <a:p>
            <a:pPr algn="ctr">
              <a:buNone/>
              <a:defRPr sz="900" b="1">
                <a:solidFill>
                  <a:srgbClr val="111410"/>
                </a:solidFill>
                <a:latin typeface="Montserrat"/>
                <a:ea typeface="Montserrat"/>
                <a:cs typeface="Montserrat"/>
              </a:defRPr>
            </a:pPr>
            <a:r>
              <a:rPr sz="900" b="1">
                <a:solidFill>
                  <a:srgbClr val="111410"/>
                </a:solidFill>
                <a:latin typeface="Montserrat"/>
                <a:ea typeface="Montserrat"/>
                <a:cs typeface="Montserrat"/>
              </a:rPr>
              <a:t>BFF + nghiệp vụ</a:t>
            </a:r>
          </a:p>
          <a:p>
            <a:pPr algn="ctr">
              <a:buNone/>
              <a:defRPr sz="900" b="1">
                <a:solidFill>
                  <a:srgbClr val="111410"/>
                </a:solidFill>
                <a:latin typeface="Montserrat"/>
                <a:ea typeface="Montserrat"/>
                <a:cs typeface="Montserrat"/>
              </a:defRPr>
            </a:pPr>
            <a:r>
              <a:rPr sz="900" b="1">
                <a:solidFill>
                  <a:srgbClr val="111410"/>
                </a:solidFill>
                <a:latin typeface="Montserrat"/>
                <a:ea typeface="Montserrat"/>
                <a:cs typeface="Montserrat"/>
              </a:rPr>
              <a:t>TypeScript</a:t>
            </a:r>
          </a:p>
        </p:txBody>
      </p:sp>
      <p:sp>
        <p:nvSpPr>
          <p:cNvPr id="1443" name="Rectangle: Rounded Corners 1442">
            <a:extLst>
              <a:ext uri="{FF2B5EF4-FFF2-40B4-BE49-F238E27FC236}">
                <a16:creationId xmlns:a16="http://schemas.microsoft.com/office/drawing/2014/main" id="{E8A64855-C4D4-42C8-94AB-F1DF5F63786A}"/>
              </a:ext>
            </a:extLst>
          </p:cNvPr>
          <p:cNvSpPr>
            <a:spLocks noGrp="1"/>
          </p:cNvSpPr>
          <p:nvPr/>
        </p:nvSpPr>
        <p:spPr>
          <a:xfrm>
            <a:off x="3978872" y="2202073"/>
            <a:ext cx="4095750" cy="428625"/>
          </a:xfrm>
          <a:prstGeom prst="roundRect">
            <a:avLst>
              <a:gd name="adj" fmla="val 17778"/>
            </a:avLst>
          </a:prstGeom>
          <a:solidFill>
            <a:srgbClr val="E4D9EE"/>
          </a:solidFill>
          <a:ln w="13335">
            <a:solidFill>
              <a:srgbClr val="6C766B"/>
            </a:solidFill>
            <a:prstDash val="solid"/>
          </a:ln>
        </p:spPr>
        <p:txBody>
          <a:bodyPr lIns="76200" tIns="66675" rIns="76200" bIns="66675" anchor="ctr">
            <a:normAutofit fontScale="98867" lnSpcReduction="10000"/>
          </a:bodyPr>
          <a:lstStyle/>
          <a:p>
            <a:pPr algn="ctr">
              <a:buNone/>
              <a:defRPr sz="900" b="1">
                <a:solidFill>
                  <a:srgbClr val="111410"/>
                </a:solidFill>
                <a:latin typeface="Montserrat"/>
                <a:ea typeface="Montserrat"/>
                <a:cs typeface="Montserrat"/>
              </a:defRPr>
            </a:pPr>
            <a:r>
              <a:rPr sz="900" b="1">
                <a:solidFill>
                  <a:srgbClr val="111410"/>
                </a:solidFill>
                <a:latin typeface="Montserrat"/>
                <a:ea typeface="Montserrat"/>
                <a:cs typeface="Montserrat"/>
              </a:rPr>
              <a:t>AI boundary</a:t>
            </a:r>
          </a:p>
          <a:p>
            <a:pPr algn="ctr">
              <a:buNone/>
              <a:defRPr sz="900" b="1">
                <a:solidFill>
                  <a:srgbClr val="111410"/>
                </a:solidFill>
                <a:latin typeface="Montserrat"/>
                <a:ea typeface="Montserrat"/>
                <a:cs typeface="Montserrat"/>
              </a:defRPr>
            </a:pPr>
            <a:r>
              <a:rPr sz="900" b="1">
                <a:solidFill>
                  <a:srgbClr val="111410"/>
                </a:solidFill>
                <a:latin typeface="Montserrat"/>
                <a:ea typeface="Montserrat"/>
                <a:cs typeface="Montserrat"/>
              </a:rPr>
              <a:t>Python / gRPC</a:t>
            </a:r>
          </a:p>
        </p:txBody>
      </p:sp>
      <p:sp>
        <p:nvSpPr>
          <p:cNvPr id="1444" name="Rectangle: Rounded Corners 1443">
            <a:extLst>
              <a:ext uri="{FF2B5EF4-FFF2-40B4-BE49-F238E27FC236}">
                <a16:creationId xmlns:a16="http://schemas.microsoft.com/office/drawing/2014/main" id="{05AAA6B8-1E42-4554-B157-157F0CC88ADA}"/>
              </a:ext>
            </a:extLst>
          </p:cNvPr>
          <p:cNvSpPr>
            <a:spLocks noGrp="1"/>
          </p:cNvSpPr>
          <p:nvPr/>
        </p:nvSpPr>
        <p:spPr>
          <a:xfrm>
            <a:off x="3978872" y="2725948"/>
            <a:ext cx="4095750" cy="428625"/>
          </a:xfrm>
          <a:prstGeom prst="roundRect">
            <a:avLst>
              <a:gd name="adj" fmla="val 17778"/>
            </a:avLst>
          </a:prstGeom>
          <a:solidFill>
            <a:srgbClr val="F7EDC8"/>
          </a:solidFill>
          <a:ln w="13335">
            <a:solidFill>
              <a:srgbClr val="6C766B"/>
            </a:solidFill>
            <a:prstDash val="solid"/>
          </a:ln>
        </p:spPr>
        <p:txBody>
          <a:bodyPr lIns="76200" tIns="66675" rIns="76200" bIns="66675" anchor="ctr">
            <a:normAutofit fontScale="98867" lnSpcReduction="10000"/>
          </a:bodyPr>
          <a:lstStyle/>
          <a:p>
            <a:pPr algn="ctr">
              <a:buNone/>
              <a:defRPr sz="900" b="1">
                <a:solidFill>
                  <a:srgbClr val="111410"/>
                </a:solidFill>
                <a:latin typeface="Montserrat"/>
                <a:ea typeface="Montserrat"/>
                <a:cs typeface="Montserrat"/>
              </a:defRPr>
            </a:pPr>
            <a:r>
              <a:rPr sz="900" b="1">
                <a:solidFill>
                  <a:srgbClr val="111410"/>
                </a:solidFill>
                <a:latin typeface="Montserrat"/>
                <a:ea typeface="Montserrat"/>
                <a:cs typeface="Montserrat"/>
              </a:rPr>
              <a:t>Model providers</a:t>
            </a:r>
          </a:p>
          <a:p>
            <a:pPr algn="ctr">
              <a:buNone/>
              <a:defRPr sz="900" b="1">
                <a:solidFill>
                  <a:srgbClr val="111410"/>
                </a:solidFill>
                <a:latin typeface="Montserrat"/>
                <a:ea typeface="Montserrat"/>
                <a:cs typeface="Montserrat"/>
              </a:defRPr>
            </a:pPr>
            <a:r>
              <a:rPr sz="900" b="1">
                <a:solidFill>
                  <a:srgbClr val="111410"/>
                </a:solidFill>
                <a:latin typeface="Montserrat"/>
                <a:ea typeface="Montserrat"/>
                <a:cs typeface="Montserrat"/>
              </a:rPr>
              <a:t>DeepSeek • Speech</a:t>
            </a:r>
          </a:p>
        </p:txBody>
      </p:sp>
      <p:cxnSp>
        <p:nvCxnSpPr>
          <p:cNvPr id="1733" name="Straight Arrow Connector 1624"/>
          <p:cNvCxnSpPr>
            <a:stCxn id="1441" idx="2"/>
            <a:endCxn id="1442" idx="0"/>
          </p:cNvCxnSpPr>
          <p:nvPr/>
        </p:nvCxnSpPr>
        <p:spPr>
          <a:xfrm>
            <a:off x="6026747" y="1582948"/>
            <a:ext cx="0" cy="95250"/>
          </a:xfrm>
          <a:prstGeom prst="straightConnector1">
            <a:avLst/>
          </a:prstGeom>
          <a:ln w="17145">
            <a:solidFill>
              <a:srgbClr val="6C766B"/>
            </a:solidFill>
            <a:prstDash val="solid"/>
            <a:tailEnd type="triangle" w="sm" len="sm"/>
          </a:ln>
        </p:spPr>
      </p:cxnSp>
      <p:cxnSp>
        <p:nvCxnSpPr>
          <p:cNvPr id="1734" name="Straight Arrow Connector 1625"/>
          <p:cNvCxnSpPr>
            <a:stCxn id="1442" idx="2"/>
            <a:endCxn id="1443" idx="0"/>
          </p:cNvCxnSpPr>
          <p:nvPr/>
        </p:nvCxnSpPr>
        <p:spPr>
          <a:xfrm>
            <a:off x="6026747" y="2106823"/>
            <a:ext cx="0" cy="95250"/>
          </a:xfrm>
          <a:prstGeom prst="straightConnector1">
            <a:avLst/>
          </a:prstGeom>
          <a:ln w="17145">
            <a:solidFill>
              <a:srgbClr val="6C766B"/>
            </a:solidFill>
            <a:prstDash val="solid"/>
            <a:tailEnd type="triangle" w="sm" len="sm"/>
          </a:ln>
        </p:spPr>
      </p:cxnSp>
      <p:cxnSp>
        <p:nvCxnSpPr>
          <p:cNvPr id="1735" name="Straight Arrow Connector 1626"/>
          <p:cNvCxnSpPr>
            <a:stCxn id="1443" idx="2"/>
            <a:endCxn id="1444" idx="0"/>
          </p:cNvCxnSpPr>
          <p:nvPr/>
        </p:nvCxnSpPr>
        <p:spPr>
          <a:xfrm>
            <a:off x="6026747" y="2630698"/>
            <a:ext cx="0" cy="95250"/>
          </a:xfrm>
          <a:prstGeom prst="straightConnector1">
            <a:avLst/>
          </a:prstGeom>
          <a:ln w="17145">
            <a:solidFill>
              <a:srgbClr val="6C766B"/>
            </a:solidFill>
            <a:prstDash val="solid"/>
            <a:tailEnd type="triangle" w="sm" len="sm"/>
          </a:ln>
        </p:spPr>
      </p:cxnSp>
      <p:sp>
        <p:nvSpPr>
          <p:cNvPr id="1448" name="Rectangle: Rounded Corners 1447">
            <a:extLst>
              <a:ext uri="{FF2B5EF4-FFF2-40B4-BE49-F238E27FC236}">
                <a16:creationId xmlns:a16="http://schemas.microsoft.com/office/drawing/2014/main" id="{95E02551-2917-4547-94A1-B5F086CA64D7}"/>
              </a:ext>
            </a:extLst>
          </p:cNvPr>
          <p:cNvSpPr>
            <a:spLocks noGrp="1"/>
          </p:cNvSpPr>
          <p:nvPr/>
        </p:nvSpPr>
        <p:spPr>
          <a:xfrm>
            <a:off x="6264872" y="3392698"/>
            <a:ext cx="1381125" cy="590550"/>
          </a:xfrm>
          <a:prstGeom prst="roundRect">
            <a:avLst>
              <a:gd name="adj" fmla="val 12903"/>
            </a:avLst>
          </a:prstGeom>
          <a:solidFill>
            <a:srgbClr val="D7E7F1"/>
          </a:solidFill>
          <a:ln w="13335">
            <a:solidFill>
              <a:srgbClr val="6C766B"/>
            </a:solidFill>
            <a:prstDash val="solid"/>
          </a:ln>
        </p:spPr>
        <p:txBody>
          <a:bodyPr lIns="76200" tIns="66675" rIns="76200" bIns="66675" anchor="ctr">
            <a:normAutofit/>
          </a:bodyPr>
          <a:lstStyle/>
          <a:p>
            <a:pPr algn="ctr">
              <a:buNone/>
              <a:defRPr sz="900" b="1">
                <a:solidFill>
                  <a:srgbClr val="111410"/>
                </a:solidFill>
                <a:latin typeface="Montserrat"/>
                <a:ea typeface="Montserrat"/>
                <a:cs typeface="Montserrat"/>
              </a:defRPr>
            </a:pPr>
            <a:r>
              <a:rPr sz="900" b="1">
                <a:solidFill>
                  <a:srgbClr val="111410"/>
                </a:solidFill>
                <a:latin typeface="Montserrat"/>
                <a:ea typeface="Montserrat"/>
                <a:cs typeface="Montserrat"/>
              </a:rPr>
              <a:t>MongoDB</a:t>
            </a:r>
          </a:p>
          <a:p>
            <a:pPr algn="ctr">
              <a:buNone/>
              <a:defRPr sz="900" b="1">
                <a:solidFill>
                  <a:srgbClr val="111410"/>
                </a:solidFill>
                <a:latin typeface="Montserrat"/>
                <a:ea typeface="Montserrat"/>
                <a:cs typeface="Montserrat"/>
              </a:defRPr>
            </a:pPr>
            <a:r>
              <a:rPr sz="900" b="1">
                <a:solidFill>
                  <a:srgbClr val="111410"/>
                </a:solidFill>
                <a:latin typeface="Montserrat"/>
                <a:ea typeface="Montserrat"/>
                <a:cs typeface="Montserrat"/>
              </a:rPr>
              <a:t>state + audit</a:t>
            </a:r>
          </a:p>
        </p:txBody>
      </p:sp>
      <p:sp>
        <p:nvSpPr>
          <p:cNvPr id="1449" name="Rectangle: Rounded Corners 1448">
            <a:extLst>
              <a:ext uri="{FF2B5EF4-FFF2-40B4-BE49-F238E27FC236}">
                <a16:creationId xmlns:a16="http://schemas.microsoft.com/office/drawing/2014/main" id="{5EB3917B-4F77-474A-A689-C8329A87E2DA}"/>
              </a:ext>
            </a:extLst>
          </p:cNvPr>
          <p:cNvSpPr>
            <a:spLocks noGrp="1"/>
          </p:cNvSpPr>
          <p:nvPr/>
        </p:nvSpPr>
        <p:spPr>
          <a:xfrm>
            <a:off x="4645622" y="3392698"/>
            <a:ext cx="1381125" cy="590550"/>
          </a:xfrm>
          <a:prstGeom prst="roundRect">
            <a:avLst>
              <a:gd name="adj" fmla="val 12903"/>
            </a:avLst>
          </a:prstGeom>
          <a:solidFill>
            <a:srgbClr val="E4D9EE"/>
          </a:solidFill>
          <a:ln w="13335">
            <a:solidFill>
              <a:srgbClr val="6C766B"/>
            </a:solidFill>
            <a:prstDash val="solid"/>
          </a:ln>
        </p:spPr>
        <p:txBody>
          <a:bodyPr lIns="76200" tIns="66675" rIns="76200" bIns="66675" anchor="ctr">
            <a:normAutofit/>
          </a:bodyPr>
          <a:lstStyle/>
          <a:p>
            <a:pPr algn="ctr">
              <a:buNone/>
              <a:defRPr sz="900" b="1">
                <a:solidFill>
                  <a:srgbClr val="111410"/>
                </a:solidFill>
                <a:latin typeface="Montserrat"/>
                <a:ea typeface="Montserrat"/>
                <a:cs typeface="Montserrat"/>
              </a:defRPr>
            </a:pPr>
            <a:r>
              <a:rPr sz="900" b="1">
                <a:solidFill>
                  <a:srgbClr val="111410"/>
                </a:solidFill>
                <a:latin typeface="Montserrat"/>
                <a:ea typeface="Montserrat"/>
                <a:cs typeface="Montserrat"/>
              </a:rPr>
              <a:t>Qdrant</a:t>
            </a:r>
          </a:p>
          <a:p>
            <a:pPr algn="ctr">
              <a:buNone/>
              <a:defRPr sz="900" b="1">
                <a:solidFill>
                  <a:srgbClr val="111410"/>
                </a:solidFill>
                <a:latin typeface="Montserrat"/>
                <a:ea typeface="Montserrat"/>
                <a:cs typeface="Montserrat"/>
              </a:defRPr>
            </a:pPr>
            <a:r>
              <a:rPr sz="900" b="1">
                <a:solidFill>
                  <a:srgbClr val="111410"/>
                </a:solidFill>
                <a:latin typeface="Montserrat"/>
                <a:ea typeface="Montserrat"/>
                <a:cs typeface="Montserrat"/>
              </a:rPr>
              <a:t>Dense + BM25</a:t>
            </a:r>
          </a:p>
        </p:txBody>
      </p:sp>
      <p:cxnSp>
        <p:nvCxnSpPr>
          <p:cNvPr id="1738" name="Connector: Elbow 1629"/>
          <p:cNvCxnSpPr>
            <a:stCxn id="1442" idx="3"/>
            <a:endCxn id="1448" idx="0"/>
          </p:cNvCxnSpPr>
          <p:nvPr/>
        </p:nvCxnSpPr>
        <p:spPr>
          <a:xfrm flipH="1">
            <a:off x="6955435" y="1892511"/>
            <a:ext cx="1119188" cy="1500188"/>
          </a:xfrm>
          <a:prstGeom prst="bentConnector2">
            <a:avLst/>
          </a:prstGeom>
          <a:ln w="17145">
            <a:solidFill>
              <a:srgbClr val="6C766B"/>
            </a:solidFill>
            <a:prstDash val="dash"/>
            <a:tailEnd type="triangle" w="sm" len="sm"/>
          </a:ln>
        </p:spPr>
      </p:cxnSp>
      <p:cxnSp>
        <p:nvCxnSpPr>
          <p:cNvPr id="1739" name="Connector: Elbow 1630"/>
          <p:cNvCxnSpPr>
            <a:stCxn id="1443" idx="1"/>
            <a:endCxn id="1449" idx="0"/>
          </p:cNvCxnSpPr>
          <p:nvPr/>
        </p:nvCxnSpPr>
        <p:spPr>
          <a:xfrm>
            <a:off x="3978872" y="2416386"/>
            <a:ext cx="1357313" cy="976313"/>
          </a:xfrm>
          <a:prstGeom prst="bentConnector2">
            <a:avLst/>
          </a:prstGeom>
          <a:ln w="17145">
            <a:solidFill>
              <a:srgbClr val="6C766B"/>
            </a:solidFill>
            <a:prstDash val="dash"/>
            <a:tailEnd type="triangle" w="sm" len="sm"/>
          </a:ln>
        </p:spPr>
      </p:cxnSp>
      <p:sp>
        <p:nvSpPr>
          <p:cNvPr id="1740" name="TextBox 1739"/>
          <p:cNvSpPr txBox="1"/>
          <p:nvPr/>
        </p:nvSpPr>
        <p:spPr>
          <a:xfrm>
            <a:off x="713225" y="200000"/>
            <a:ext cx="1200000" cy="260000"/>
          </a:xfrm>
          <a:prstGeom prst="rect">
            <a:avLst/>
          </a:prstGeom>
          <a:noFill/>
        </p:spPr>
        <p:txBody>
          <a:bodyPr wrap="none" lIns="0" tIns="0">
            <a:spAutoFit/>
          </a:bodyPr>
          <a:lstStyle/>
          <a:p>
            <a:pPr>
              <a:defRPr sz="1100" b="1">
                <a:solidFill>
                  <a:srgbClr val="4B8D17"/>
                </a:solidFill>
                <a:latin typeface="Montserrat"/>
              </a:defRPr>
            </a:pPr>
            <a:r>
              <a:t>#03</a:t>
            </a:r>
          </a:p>
        </p:txBody>
      </p:sp>
    </p:spTree>
    <p:extLst>
      <p:ext uri="{BB962C8B-B14F-4D97-AF65-F5344CB8AC3E}">
        <p14:creationId xmlns:p14="http://schemas.microsoft.com/office/powerpoint/2010/main" val="76392751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E8F3E5"/>
        </a:solidFill>
        <a:effectLst/>
      </p:bgPr>
    </p:bg>
    <p:spTree>
      <p:nvGrpSpPr>
        <p:cNvPr id="1" name=""/>
        <p:cNvGrpSpPr/>
        <p:nvPr/>
      </p:nvGrpSpPr>
      <p:grpSpPr>
        <a:xfrm>
          <a:off x="0" y="0"/>
          <a:ext cx="0" cy="0"/>
          <a:chOff x="0" y="0"/>
          <a:chExt cx="0" cy="0"/>
        </a:xfrm>
      </p:grpSpPr>
      <p:sp>
        <p:nvSpPr>
          <p:cNvPr id="864" name="Google Shape;864;p87">
            <a:extLst>
              <a:ext uri="{FF2B5EF4-FFF2-40B4-BE49-F238E27FC236}">
                <a16:creationId xmlns:a16="http://schemas.microsoft.com/office/drawing/2014/main" id="{B3B18513-4946-4579-871F-6BFF698820D9}"/>
              </a:ext>
            </a:extLst>
          </p:cNvPr>
          <p:cNvSpPr>
            <a:spLocks noGrp="1"/>
          </p:cNvSpPr>
          <p:nvPr>
            <p:ph type="title"/>
          </p:nvPr>
        </p:nvSpPr>
        <p:spPr>
          <a:xfrm>
            <a:off x="1043725" y="922567"/>
            <a:ext cx="3123000" cy="2257500"/>
          </a:xfrm>
          <a:prstGeom prst="rect">
            <a:avLst/>
          </a:prstGeom>
        </p:spPr>
        <p:txBody>
          <a:bodyPr spcFirstLastPara="1" wrap="square" lIns="91425" tIns="91425" rIns="91425" bIns="91425" anchor="t">
            <a:noAutofit/>
          </a:bodyPr>
          <a:lstStyle/>
          <a:p>
            <a:pPr marL="0" lvl="0" indent="0" algn="l">
              <a:spcBef>
                <a:spcPts val="0"/>
              </a:spcBef>
              <a:spcAft>
                <a:spcPts val="0"/>
              </a:spcAft>
              <a:buNone/>
              <a:defRPr sz="1875" b="1">
                <a:solidFill>
                  <a:srgbClr val="111410"/>
                </a:solidFill>
                <a:latin typeface="Cambria"/>
                <a:ea typeface="Cambria"/>
                <a:cs typeface="Cambria"/>
              </a:defRPr>
            </a:pPr>
            <a:r>
              <a:rPr sz="1875" b="1" dirty="0" err="1">
                <a:solidFill>
                  <a:srgbClr val="111410"/>
                </a:solidFill>
                <a:latin typeface="Cambria"/>
                <a:ea typeface="Cambria"/>
                <a:cs typeface="Cambria"/>
              </a:rPr>
              <a:t>Mô</a:t>
            </a:r>
            <a:r>
              <a:rPr sz="1875" b="1" dirty="0">
                <a:solidFill>
                  <a:srgbClr val="111410"/>
                </a:solidFill>
                <a:latin typeface="Cambria"/>
                <a:ea typeface="Cambria"/>
                <a:cs typeface="Cambria"/>
              </a:rPr>
              <a:t> </a:t>
            </a:r>
            <a:r>
              <a:rPr sz="1875" b="1" dirty="0" err="1">
                <a:solidFill>
                  <a:srgbClr val="111410"/>
                </a:solidFill>
                <a:latin typeface="Cambria"/>
                <a:ea typeface="Cambria"/>
                <a:cs typeface="Cambria"/>
              </a:rPr>
              <a:t>hình</a:t>
            </a:r>
            <a:r>
              <a:rPr sz="1875" b="1" dirty="0">
                <a:solidFill>
                  <a:srgbClr val="111410"/>
                </a:solidFill>
                <a:latin typeface="Cambria"/>
                <a:ea typeface="Cambria"/>
                <a:cs typeface="Cambria"/>
              </a:rPr>
              <a:t> </a:t>
            </a:r>
            <a:r>
              <a:rPr sz="1875" b="1" dirty="0" err="1">
                <a:solidFill>
                  <a:srgbClr val="111410"/>
                </a:solidFill>
                <a:latin typeface="Cambria"/>
                <a:ea typeface="Cambria"/>
                <a:cs typeface="Cambria"/>
              </a:rPr>
              <a:t>dữ</a:t>
            </a:r>
            <a:r>
              <a:rPr sz="1875" b="1" dirty="0">
                <a:solidFill>
                  <a:srgbClr val="111410"/>
                </a:solidFill>
                <a:latin typeface="Cambria"/>
                <a:ea typeface="Cambria"/>
                <a:cs typeface="Cambria"/>
              </a:rPr>
              <a:t> </a:t>
            </a:r>
            <a:r>
              <a:rPr sz="1875" b="1" dirty="0" err="1">
                <a:solidFill>
                  <a:srgbClr val="111410"/>
                </a:solidFill>
                <a:latin typeface="Cambria"/>
                <a:ea typeface="Cambria"/>
                <a:cs typeface="Cambria"/>
              </a:rPr>
              <a:t>liệu</a:t>
            </a:r>
            <a:r>
              <a:rPr sz="1875" b="1" dirty="0">
                <a:solidFill>
                  <a:srgbClr val="111410"/>
                </a:solidFill>
                <a:latin typeface="Cambria"/>
                <a:ea typeface="Cambria"/>
                <a:cs typeface="Cambria"/>
              </a:rPr>
              <a:t> </a:t>
            </a:r>
            <a:r>
              <a:rPr sz="1875" b="1" dirty="0" err="1">
                <a:solidFill>
                  <a:srgbClr val="111410"/>
                </a:solidFill>
                <a:latin typeface="Cambria"/>
                <a:ea typeface="Cambria"/>
                <a:cs typeface="Cambria"/>
              </a:rPr>
              <a:t>giữ</a:t>
            </a:r>
            <a:r>
              <a:rPr sz="1875" b="1" dirty="0">
                <a:solidFill>
                  <a:srgbClr val="111410"/>
                </a:solidFill>
                <a:latin typeface="Cambria"/>
                <a:ea typeface="Cambria"/>
                <a:cs typeface="Cambria"/>
              </a:rPr>
              <a:t> ownership </a:t>
            </a:r>
            <a:r>
              <a:rPr sz="1875" b="1" dirty="0" err="1">
                <a:solidFill>
                  <a:srgbClr val="111410"/>
                </a:solidFill>
                <a:latin typeface="Cambria"/>
                <a:ea typeface="Cambria"/>
                <a:cs typeface="Cambria"/>
              </a:rPr>
              <a:t>và</a:t>
            </a:r>
            <a:r>
              <a:rPr sz="1875" b="1" dirty="0">
                <a:solidFill>
                  <a:srgbClr val="111410"/>
                </a:solidFill>
                <a:latin typeface="Cambria"/>
                <a:ea typeface="Cambria"/>
                <a:cs typeface="Cambria"/>
              </a:rPr>
              <a:t> provenance</a:t>
            </a:r>
            <a:endParaRPr dirty="0"/>
          </a:p>
        </p:txBody>
      </p:sp>
      <p:sp>
        <p:nvSpPr>
          <p:cNvPr id="865" name="Google Shape;865;p87">
            <a:extLst>
              <a:ext uri="{FF2B5EF4-FFF2-40B4-BE49-F238E27FC236}">
                <a16:creationId xmlns:a16="http://schemas.microsoft.com/office/drawing/2014/main" id="{6BE3C6A7-B5EE-46A2-AE4C-C32030FA4EBF}"/>
              </a:ext>
            </a:extLst>
          </p:cNvPr>
          <p:cNvSpPr>
            <a:spLocks noGrp="1"/>
          </p:cNvSpPr>
          <p:nvPr>
            <p:ph type="subTitle" idx="1"/>
          </p:nvPr>
        </p:nvSpPr>
        <p:spPr>
          <a:xfrm>
            <a:off x="1043725" y="3360938"/>
            <a:ext cx="3013500" cy="780000"/>
          </a:xfrm>
          <a:prstGeom prst="rect">
            <a:avLst/>
          </a:prstGeom>
        </p:spPr>
        <p:txBody>
          <a:bodyPr spcFirstLastPara="1" wrap="square" lIns="91425" tIns="91425" rIns="91425" bIns="91425" anchor="t">
            <a:noAutofit/>
          </a:bodyPr>
          <a:lstStyle/>
          <a:p>
            <a:pPr marL="0" lvl="0" indent="0" algn="l">
              <a:spcBef>
                <a:spcPts val="0"/>
              </a:spcBef>
              <a:spcAft>
                <a:spcPts val="1000"/>
              </a:spcAft>
              <a:buNone/>
              <a:defRPr sz="975" b="0">
                <a:solidFill>
                  <a:srgbClr val="526052"/>
                </a:solidFill>
                <a:latin typeface="Montserrat"/>
                <a:ea typeface="Montserrat"/>
                <a:cs typeface="Montserrat"/>
              </a:defRPr>
            </a:pPr>
            <a:r>
              <a:rPr sz="975" b="0">
                <a:solidFill>
                  <a:srgbClr val="526052"/>
                </a:solidFill>
                <a:latin typeface="Montserrat"/>
                <a:ea typeface="Montserrat"/>
                <a:cs typeface="Montserrat"/>
              </a:rPr>
              <a:t>User, job, invitation, interview, answer, evaluation và audit liên kết theo vòng đời.</a:t>
            </a:r>
            <a:endParaRPr/>
          </a:p>
        </p:txBody>
      </p:sp>
      <p:sp>
        <p:nvSpPr>
          <p:cNvPr id="866" name="Rectangle: Rounded Corners 865">
            <a:extLst>
              <a:ext uri="{FF2B5EF4-FFF2-40B4-BE49-F238E27FC236}">
                <a16:creationId xmlns:a16="http://schemas.microsoft.com/office/drawing/2014/main" id="{33476414-26F1-416C-9354-BB23326B1782}"/>
              </a:ext>
            </a:extLst>
          </p:cNvPr>
          <p:cNvSpPr>
            <a:spLocks noGrp="1"/>
          </p:cNvSpPr>
          <p:nvPr/>
        </p:nvSpPr>
        <p:spPr>
          <a:xfrm>
            <a:off x="4857750" y="1044241"/>
            <a:ext cx="1095375" cy="590550"/>
          </a:xfrm>
          <a:prstGeom prst="roundRect">
            <a:avLst>
              <a:gd name="adj" fmla="val 12903"/>
            </a:avLst>
          </a:prstGeom>
          <a:solidFill>
            <a:srgbClr val="D7E7F1"/>
          </a:solidFill>
          <a:ln w="13335">
            <a:solidFill>
              <a:srgbClr val="6C766B"/>
            </a:solidFill>
            <a:prstDash val="solid"/>
          </a:ln>
        </p:spPr>
        <p:txBody>
          <a:bodyPr lIns="76200" tIns="66675" rIns="76200" bIns="66675" anchor="ctr">
            <a:normAutofit/>
          </a:bodyPr>
          <a:lstStyle/>
          <a:p>
            <a:pPr algn="ctr">
              <a:buNone/>
              <a:defRPr sz="1050" b="1">
                <a:solidFill>
                  <a:srgbClr val="111410"/>
                </a:solidFill>
                <a:latin typeface="Montserrat"/>
                <a:ea typeface="Montserrat"/>
                <a:cs typeface="Montserrat"/>
              </a:defRPr>
            </a:pPr>
            <a:r>
              <a:rPr sz="1050" b="1">
                <a:solidFill>
                  <a:srgbClr val="111410"/>
                </a:solidFill>
                <a:latin typeface="Montserrat"/>
                <a:ea typeface="Montserrat"/>
                <a:cs typeface="Montserrat"/>
              </a:rPr>
              <a:t>User</a:t>
            </a:r>
          </a:p>
        </p:txBody>
      </p:sp>
      <p:sp>
        <p:nvSpPr>
          <p:cNvPr id="867" name="Rectangle: Rounded Corners 866">
            <a:extLst>
              <a:ext uri="{FF2B5EF4-FFF2-40B4-BE49-F238E27FC236}">
                <a16:creationId xmlns:a16="http://schemas.microsoft.com/office/drawing/2014/main" id="{64B43FFA-43C9-468A-BFB9-345F40E32AD0}"/>
              </a:ext>
            </a:extLst>
          </p:cNvPr>
          <p:cNvSpPr>
            <a:spLocks noGrp="1"/>
          </p:cNvSpPr>
          <p:nvPr/>
        </p:nvSpPr>
        <p:spPr>
          <a:xfrm>
            <a:off x="6667500" y="1044241"/>
            <a:ext cx="1095375" cy="590550"/>
          </a:xfrm>
          <a:prstGeom prst="roundRect">
            <a:avLst>
              <a:gd name="adj" fmla="val 12903"/>
            </a:avLst>
          </a:prstGeom>
          <a:solidFill>
            <a:srgbClr val="F7EDC8"/>
          </a:solidFill>
          <a:ln w="13335">
            <a:solidFill>
              <a:srgbClr val="6C766B"/>
            </a:solidFill>
            <a:prstDash val="solid"/>
          </a:ln>
        </p:spPr>
        <p:txBody>
          <a:bodyPr lIns="76200" tIns="66675" rIns="76200" bIns="66675" anchor="ctr">
            <a:normAutofit/>
          </a:bodyPr>
          <a:lstStyle/>
          <a:p>
            <a:pPr algn="ctr">
              <a:buNone/>
              <a:defRPr sz="1050" b="1">
                <a:solidFill>
                  <a:srgbClr val="111410"/>
                </a:solidFill>
                <a:latin typeface="Montserrat"/>
                <a:ea typeface="Montserrat"/>
                <a:cs typeface="Montserrat"/>
              </a:defRPr>
            </a:pPr>
            <a:r>
              <a:rPr sz="1050" b="1">
                <a:solidFill>
                  <a:srgbClr val="111410"/>
                </a:solidFill>
                <a:latin typeface="Montserrat"/>
                <a:ea typeface="Montserrat"/>
                <a:cs typeface="Montserrat"/>
              </a:rPr>
              <a:t>Job</a:t>
            </a:r>
          </a:p>
        </p:txBody>
      </p:sp>
      <p:sp>
        <p:nvSpPr>
          <p:cNvPr id="868" name="Rectangle: Rounded Corners 867">
            <a:extLst>
              <a:ext uri="{FF2B5EF4-FFF2-40B4-BE49-F238E27FC236}">
                <a16:creationId xmlns:a16="http://schemas.microsoft.com/office/drawing/2014/main" id="{FA3BD10C-649F-4AED-A314-AC02695116E5}"/>
              </a:ext>
            </a:extLst>
          </p:cNvPr>
          <p:cNvSpPr>
            <a:spLocks noGrp="1"/>
          </p:cNvSpPr>
          <p:nvPr/>
        </p:nvSpPr>
        <p:spPr>
          <a:xfrm>
            <a:off x="5762625" y="1901491"/>
            <a:ext cx="1190625" cy="590550"/>
          </a:xfrm>
          <a:prstGeom prst="roundRect">
            <a:avLst>
              <a:gd name="adj" fmla="val 12903"/>
            </a:avLst>
          </a:prstGeom>
          <a:solidFill>
            <a:srgbClr val="E4D9EE"/>
          </a:solidFill>
          <a:ln w="13335">
            <a:solidFill>
              <a:srgbClr val="6C766B"/>
            </a:solidFill>
            <a:prstDash val="solid"/>
          </a:ln>
        </p:spPr>
        <p:txBody>
          <a:bodyPr lIns="76200" tIns="66675" rIns="76200" bIns="66675" anchor="ctr">
            <a:normAutofit/>
          </a:bodyPr>
          <a:lstStyle/>
          <a:p>
            <a:pPr algn="ctr">
              <a:buNone/>
              <a:defRPr sz="1050" b="1">
                <a:solidFill>
                  <a:srgbClr val="111410"/>
                </a:solidFill>
                <a:latin typeface="Montserrat"/>
                <a:ea typeface="Montserrat"/>
                <a:cs typeface="Montserrat"/>
              </a:defRPr>
            </a:pPr>
            <a:r>
              <a:rPr sz="1050" b="1">
                <a:solidFill>
                  <a:srgbClr val="111410"/>
                </a:solidFill>
                <a:latin typeface="Montserrat"/>
                <a:ea typeface="Montserrat"/>
                <a:cs typeface="Montserrat"/>
              </a:rPr>
              <a:t>Invitation</a:t>
            </a:r>
          </a:p>
        </p:txBody>
      </p:sp>
      <p:sp>
        <p:nvSpPr>
          <p:cNvPr id="869" name="Rectangle: Rounded Corners 868">
            <a:extLst>
              <a:ext uri="{FF2B5EF4-FFF2-40B4-BE49-F238E27FC236}">
                <a16:creationId xmlns:a16="http://schemas.microsoft.com/office/drawing/2014/main" id="{D7B142D3-03F7-4D0B-B997-F455C239F0A5}"/>
              </a:ext>
            </a:extLst>
          </p:cNvPr>
          <p:cNvSpPr>
            <a:spLocks noGrp="1"/>
          </p:cNvSpPr>
          <p:nvPr/>
        </p:nvSpPr>
        <p:spPr>
          <a:xfrm>
            <a:off x="4857750" y="2806366"/>
            <a:ext cx="1190625" cy="590550"/>
          </a:xfrm>
          <a:prstGeom prst="roundRect">
            <a:avLst>
              <a:gd name="adj" fmla="val 12903"/>
            </a:avLst>
          </a:prstGeom>
          <a:solidFill>
            <a:srgbClr val="F4F7F1"/>
          </a:solidFill>
          <a:ln w="13335">
            <a:solidFill>
              <a:srgbClr val="6C766B"/>
            </a:solidFill>
            <a:prstDash val="solid"/>
          </a:ln>
        </p:spPr>
        <p:txBody>
          <a:bodyPr lIns="76200" tIns="66675" rIns="76200" bIns="66675" anchor="ctr">
            <a:normAutofit/>
          </a:bodyPr>
          <a:lstStyle/>
          <a:p>
            <a:pPr algn="ctr">
              <a:buNone/>
              <a:defRPr sz="1050" b="1">
                <a:solidFill>
                  <a:srgbClr val="111410"/>
                </a:solidFill>
                <a:latin typeface="Montserrat"/>
                <a:ea typeface="Montserrat"/>
                <a:cs typeface="Montserrat"/>
              </a:defRPr>
            </a:pPr>
            <a:r>
              <a:rPr sz="1050" b="1" dirty="0">
                <a:solidFill>
                  <a:srgbClr val="111410"/>
                </a:solidFill>
                <a:latin typeface="Montserrat"/>
                <a:ea typeface="Montserrat"/>
                <a:cs typeface="Montserrat"/>
              </a:rPr>
              <a:t>Interview</a:t>
            </a:r>
          </a:p>
        </p:txBody>
      </p:sp>
      <p:sp>
        <p:nvSpPr>
          <p:cNvPr id="870" name="Rectangle: Rounded Corners 869">
            <a:extLst>
              <a:ext uri="{FF2B5EF4-FFF2-40B4-BE49-F238E27FC236}">
                <a16:creationId xmlns:a16="http://schemas.microsoft.com/office/drawing/2014/main" id="{95A8B8BC-A2D6-48EA-8328-AA5B1596E1AF}"/>
              </a:ext>
            </a:extLst>
          </p:cNvPr>
          <p:cNvSpPr>
            <a:spLocks noGrp="1"/>
          </p:cNvSpPr>
          <p:nvPr/>
        </p:nvSpPr>
        <p:spPr>
          <a:xfrm>
            <a:off x="6667500" y="2806366"/>
            <a:ext cx="1095375" cy="590550"/>
          </a:xfrm>
          <a:prstGeom prst="roundRect">
            <a:avLst>
              <a:gd name="adj" fmla="val 12903"/>
            </a:avLst>
          </a:prstGeom>
          <a:solidFill>
            <a:srgbClr val="D7E7F1"/>
          </a:solidFill>
          <a:ln w="13335">
            <a:solidFill>
              <a:srgbClr val="6C766B"/>
            </a:solidFill>
            <a:prstDash val="solid"/>
          </a:ln>
        </p:spPr>
        <p:txBody>
          <a:bodyPr lIns="76200" tIns="66675" rIns="76200" bIns="66675" anchor="ctr">
            <a:normAutofit/>
          </a:bodyPr>
          <a:lstStyle/>
          <a:p>
            <a:pPr algn="ctr">
              <a:buNone/>
              <a:defRPr sz="1050" b="1">
                <a:solidFill>
                  <a:srgbClr val="111410"/>
                </a:solidFill>
                <a:latin typeface="Montserrat"/>
                <a:ea typeface="Montserrat"/>
                <a:cs typeface="Montserrat"/>
              </a:defRPr>
            </a:pPr>
            <a:r>
              <a:rPr sz="1050" b="1" dirty="0">
                <a:solidFill>
                  <a:srgbClr val="111410"/>
                </a:solidFill>
                <a:latin typeface="Montserrat"/>
                <a:ea typeface="Montserrat"/>
                <a:cs typeface="Montserrat"/>
              </a:rPr>
              <a:t>Answer</a:t>
            </a:r>
          </a:p>
        </p:txBody>
      </p:sp>
      <p:sp>
        <p:nvSpPr>
          <p:cNvPr id="871" name="Rectangle: Rounded Corners 870">
            <a:extLst>
              <a:ext uri="{FF2B5EF4-FFF2-40B4-BE49-F238E27FC236}">
                <a16:creationId xmlns:a16="http://schemas.microsoft.com/office/drawing/2014/main" id="{3FC54BF5-F37D-482F-B51B-7D9A4D36BB04}"/>
              </a:ext>
            </a:extLst>
          </p:cNvPr>
          <p:cNvSpPr>
            <a:spLocks noGrp="1"/>
          </p:cNvSpPr>
          <p:nvPr/>
        </p:nvSpPr>
        <p:spPr>
          <a:xfrm>
            <a:off x="5762625" y="3663616"/>
            <a:ext cx="1190625" cy="590550"/>
          </a:xfrm>
          <a:prstGeom prst="roundRect">
            <a:avLst>
              <a:gd name="adj" fmla="val 12903"/>
            </a:avLst>
          </a:prstGeom>
          <a:solidFill>
            <a:srgbClr val="F4D7D3"/>
          </a:solidFill>
          <a:ln w="13335">
            <a:solidFill>
              <a:srgbClr val="6C766B"/>
            </a:solidFill>
            <a:prstDash val="solid"/>
          </a:ln>
        </p:spPr>
        <p:txBody>
          <a:bodyPr lIns="76200" tIns="66675" rIns="76200" bIns="66675" anchor="ctr">
            <a:normAutofit/>
          </a:bodyPr>
          <a:lstStyle/>
          <a:p>
            <a:pPr algn="ctr">
              <a:buNone/>
              <a:defRPr sz="1050" b="1">
                <a:solidFill>
                  <a:srgbClr val="111410"/>
                </a:solidFill>
                <a:latin typeface="Montserrat"/>
                <a:ea typeface="Montserrat"/>
                <a:cs typeface="Montserrat"/>
              </a:defRPr>
            </a:pPr>
            <a:r>
              <a:rPr sz="1050" b="1" dirty="0">
                <a:solidFill>
                  <a:srgbClr val="111410"/>
                </a:solidFill>
                <a:latin typeface="Montserrat"/>
                <a:ea typeface="Montserrat"/>
                <a:cs typeface="Montserrat"/>
              </a:rPr>
              <a:t>Evaluation</a:t>
            </a:r>
          </a:p>
        </p:txBody>
      </p:sp>
      <p:cxnSp>
        <p:nvCxnSpPr>
          <p:cNvPr id="1096" name="Straight Arrow Connector 1011"/>
          <p:cNvCxnSpPr>
            <a:stCxn id="866" idx="2"/>
            <a:endCxn id="868" idx="1"/>
          </p:cNvCxnSpPr>
          <p:nvPr/>
        </p:nvCxnSpPr>
        <p:spPr>
          <a:xfrm>
            <a:off x="5405438" y="1634791"/>
            <a:ext cx="357188" cy="561975"/>
          </a:xfrm>
          <a:prstGeom prst="straightConnector1">
            <a:avLst/>
          </a:prstGeom>
          <a:ln w="17145">
            <a:solidFill>
              <a:srgbClr val="6C766B"/>
            </a:solidFill>
            <a:prstDash val="solid"/>
            <a:tailEnd type="triangle" w="sm" len="sm"/>
          </a:ln>
        </p:spPr>
      </p:cxnSp>
      <p:cxnSp>
        <p:nvCxnSpPr>
          <p:cNvPr id="1097" name="Straight Arrow Connector 1012"/>
          <p:cNvCxnSpPr>
            <a:stCxn id="867" idx="2"/>
            <a:endCxn id="868" idx="3"/>
          </p:cNvCxnSpPr>
          <p:nvPr/>
        </p:nvCxnSpPr>
        <p:spPr>
          <a:xfrm flipH="1">
            <a:off x="6953250" y="1634791"/>
            <a:ext cx="261938" cy="561975"/>
          </a:xfrm>
          <a:prstGeom prst="straightConnector1">
            <a:avLst/>
          </a:prstGeom>
          <a:ln w="17145">
            <a:solidFill>
              <a:srgbClr val="6C766B"/>
            </a:solidFill>
            <a:prstDash val="solid"/>
            <a:tailEnd type="triangle" w="sm" len="sm"/>
          </a:ln>
        </p:spPr>
      </p:cxnSp>
      <p:cxnSp>
        <p:nvCxnSpPr>
          <p:cNvPr id="1098" name="Straight Arrow Connector 1013"/>
          <p:cNvCxnSpPr>
            <a:stCxn id="868" idx="2"/>
            <a:endCxn id="869" idx="0"/>
          </p:cNvCxnSpPr>
          <p:nvPr/>
        </p:nvCxnSpPr>
        <p:spPr>
          <a:xfrm flipH="1">
            <a:off x="5453063" y="2492041"/>
            <a:ext cx="904875" cy="314325"/>
          </a:xfrm>
          <a:prstGeom prst="straightConnector1">
            <a:avLst/>
          </a:prstGeom>
          <a:ln w="17145">
            <a:solidFill>
              <a:srgbClr val="6C766B"/>
            </a:solidFill>
            <a:prstDash val="solid"/>
            <a:tailEnd type="triangle" w="sm" len="sm"/>
          </a:ln>
        </p:spPr>
      </p:cxnSp>
      <p:cxnSp>
        <p:nvCxnSpPr>
          <p:cNvPr id="1099" name="Straight Arrow Connector 1014"/>
          <p:cNvCxnSpPr>
            <a:stCxn id="869" idx="3"/>
            <a:endCxn id="870" idx="1"/>
          </p:cNvCxnSpPr>
          <p:nvPr/>
        </p:nvCxnSpPr>
        <p:spPr>
          <a:xfrm>
            <a:off x="6048375" y="3101641"/>
            <a:ext cx="619125" cy="0"/>
          </a:xfrm>
          <a:prstGeom prst="straightConnector1">
            <a:avLst/>
          </a:prstGeom>
          <a:ln w="17145">
            <a:solidFill>
              <a:srgbClr val="6C766B"/>
            </a:solidFill>
            <a:prstDash val="solid"/>
            <a:tailEnd type="triangle" w="sm" len="sm"/>
          </a:ln>
        </p:spPr>
      </p:cxnSp>
      <p:cxnSp>
        <p:nvCxnSpPr>
          <p:cNvPr id="1100" name="Straight Arrow Connector 1015"/>
          <p:cNvCxnSpPr>
            <a:stCxn id="870" idx="2"/>
            <a:endCxn id="871" idx="3"/>
          </p:cNvCxnSpPr>
          <p:nvPr/>
        </p:nvCxnSpPr>
        <p:spPr>
          <a:xfrm flipH="1">
            <a:off x="6953250" y="3396916"/>
            <a:ext cx="261938" cy="561975"/>
          </a:xfrm>
          <a:prstGeom prst="straightConnector1">
            <a:avLst/>
          </a:prstGeom>
          <a:ln w="17145">
            <a:solidFill>
              <a:srgbClr val="6C766B"/>
            </a:solidFill>
            <a:prstDash val="solid"/>
            <a:tailEnd type="triangle" w="sm" len="sm"/>
          </a:ln>
        </p:spPr>
      </p:cxnSp>
      <p:cxnSp>
        <p:nvCxnSpPr>
          <p:cNvPr id="1101" name="Straight Arrow Connector 1016"/>
          <p:cNvCxnSpPr>
            <a:stCxn id="869" idx="2"/>
            <a:endCxn id="871" idx="1"/>
          </p:cNvCxnSpPr>
          <p:nvPr/>
        </p:nvCxnSpPr>
        <p:spPr>
          <a:xfrm>
            <a:off x="5453063" y="3396916"/>
            <a:ext cx="309563" cy="561975"/>
          </a:xfrm>
          <a:prstGeom prst="straightConnector1">
            <a:avLst/>
          </a:prstGeom>
          <a:ln w="17145">
            <a:solidFill>
              <a:srgbClr val="6C766B"/>
            </a:solidFill>
            <a:prstDash val="dash"/>
            <a:tailEnd type="triangle" w="sm" len="sm"/>
          </a:ln>
        </p:spPr>
      </p:cxnSp>
      <p:sp>
        <p:nvSpPr>
          <p:cNvPr id="1102" name="TextBox 1101"/>
          <p:cNvSpPr txBox="1"/>
          <p:nvPr/>
        </p:nvSpPr>
        <p:spPr>
          <a:xfrm>
            <a:off x="713225" y="200000"/>
            <a:ext cx="1200000" cy="260000"/>
          </a:xfrm>
          <a:prstGeom prst="rect">
            <a:avLst/>
          </a:prstGeom>
          <a:noFill/>
        </p:spPr>
        <p:txBody>
          <a:bodyPr wrap="none" lIns="0" tIns="0">
            <a:spAutoFit/>
          </a:bodyPr>
          <a:lstStyle/>
          <a:p>
            <a:pPr>
              <a:defRPr sz="1100" b="1">
                <a:solidFill>
                  <a:srgbClr val="4B8D17"/>
                </a:solidFill>
                <a:latin typeface="Montserrat"/>
              </a:defRPr>
            </a:pPr>
            <a:r>
              <a:t>#03</a:t>
            </a:r>
          </a:p>
        </p:txBody>
      </p:sp>
    </p:spTree>
    <p:extLst>
      <p:ext uri="{BB962C8B-B14F-4D97-AF65-F5344CB8AC3E}">
        <p14:creationId xmlns:p14="http://schemas.microsoft.com/office/powerpoint/2010/main" val="135219081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ctr">
              <a:defRPr sz="2600" b="1">
                <a:solidFill>
                  <a:srgbClr val="111410"/>
                </a:solidFill>
                <a:latin typeface="Cambria"/>
              </a:defRPr>
            </a:pPr>
            <a:r>
              <a:t>Kết luận</a:t>
            </a:r>
          </a:p>
        </p:txBody>
      </p:sp>
      <p:sp>
        <p:nvSpPr>
          <p:cNvPr id="3" name="Title 2"/>
          <p:cNvSpPr>
            <a:spLocks noGrp="1"/>
          </p:cNvSpPr>
          <p:nvPr>
            <p:ph type="title" idx="2"/>
          </p:nvPr>
        </p:nvSpPr>
        <p:spPr/>
        <p:txBody>
          <a:bodyPr/>
          <a:lstStyle/>
          <a:p>
            <a:pPr algn="ctr">
              <a:defRPr sz="4400" b="1">
                <a:solidFill>
                  <a:srgbClr val="4B8D17"/>
                </a:solidFill>
                <a:latin typeface="Cambria"/>
              </a:defRPr>
            </a:pPr>
            <a:r>
              <a:t>06</a:t>
            </a:r>
          </a:p>
        </p:txBody>
      </p:sp>
      <p:sp>
        <p:nvSpPr>
          <p:cNvPr id="4" name="Subtitle 3"/>
          <p:cNvSpPr>
            <a:spLocks noGrp="1"/>
          </p:cNvSpPr>
          <p:nvPr>
            <p:ph type="subTitle" idx="1"/>
          </p:nvPr>
        </p:nvSpPr>
        <p:spPr/>
        <p:txBody>
          <a:bodyPr/>
          <a:lstStyle/>
          <a:p>
            <a:pPr algn="ctr">
              <a:defRPr sz="1300">
                <a:solidFill>
                  <a:srgbClr val="526052"/>
                </a:solidFill>
                <a:latin typeface="Montserrat"/>
              </a:defRPr>
            </a:pPr>
            <a:r>
              <a:t>Đóng góp, giới hạn, lộ trình</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E8F3E5"/>
        </a:solidFill>
        <a:effectLst/>
      </p:bgPr>
    </p:bg>
    <p:spTree>
      <p:nvGrpSpPr>
        <p:cNvPr id="1" name=""/>
        <p:cNvGrpSpPr/>
        <p:nvPr/>
      </p:nvGrpSpPr>
      <p:grpSpPr>
        <a:xfrm>
          <a:off x="0" y="0"/>
          <a:ext cx="0" cy="0"/>
          <a:chOff x="0" y="0"/>
          <a:chExt cx="0" cy="0"/>
        </a:xfrm>
      </p:grpSpPr>
      <p:sp>
        <p:nvSpPr>
          <p:cNvPr id="872" name="Google Shape;872;p88">
            <a:extLst>
              <a:ext uri="{FF2B5EF4-FFF2-40B4-BE49-F238E27FC236}">
                <a16:creationId xmlns:a16="http://schemas.microsoft.com/office/drawing/2014/main" id="{06643029-4620-422E-9AEF-2E21CC88472B}"/>
              </a:ext>
            </a:extLst>
          </p:cNvPr>
          <p:cNvSpPr>
            <a:spLocks noGrp="1"/>
          </p:cNvSpPr>
          <p:nvPr>
            <p:ph type="subTitle" idx="1"/>
          </p:nvPr>
        </p:nvSpPr>
        <p:spPr>
          <a:xfrm>
            <a:off x="5556369" y="2710387"/>
            <a:ext cx="3013500" cy="780000"/>
          </a:xfrm>
          <a:prstGeom prst="rect">
            <a:avLst/>
          </a:prstGeom>
        </p:spPr>
        <p:txBody>
          <a:bodyPr spcFirstLastPara="1" wrap="square" lIns="91425" tIns="91425" rIns="91425" bIns="91425" anchor="t">
            <a:noAutofit/>
          </a:bodyPr>
          <a:lstStyle/>
          <a:p>
            <a:pPr marL="0" lvl="0" indent="0" algn="l">
              <a:spcBef>
                <a:spcPts val="0"/>
              </a:spcBef>
              <a:spcAft>
                <a:spcPts val="1000"/>
              </a:spcAft>
              <a:buClr>
                <a:schemeClr val="dk1"/>
              </a:buClr>
              <a:buSzPts val="1100"/>
              <a:buFont typeface="Arial"/>
              <a:buNone/>
              <a:defRPr sz="975" b="0">
                <a:solidFill>
                  <a:srgbClr val="526052"/>
                </a:solidFill>
                <a:latin typeface="Montserrat"/>
                <a:ea typeface="Montserrat"/>
                <a:cs typeface="Montserrat"/>
              </a:defRPr>
            </a:pPr>
            <a:r>
              <a:rPr sz="975" b="0" dirty="0">
                <a:solidFill>
                  <a:srgbClr val="526052"/>
                </a:solidFill>
                <a:latin typeface="Montserrat"/>
                <a:ea typeface="Montserrat"/>
                <a:cs typeface="Montserrat"/>
              </a:rPr>
              <a:t>Ba actor </a:t>
            </a:r>
            <a:r>
              <a:rPr sz="975" b="0" dirty="0" err="1">
                <a:solidFill>
                  <a:srgbClr val="526052"/>
                </a:solidFill>
                <a:latin typeface="Montserrat"/>
                <a:ea typeface="Montserrat"/>
                <a:cs typeface="Montserrat"/>
              </a:rPr>
              <a:t>dùng</a:t>
            </a:r>
            <a:r>
              <a:rPr sz="975" b="0" dirty="0">
                <a:solidFill>
                  <a:srgbClr val="526052"/>
                </a:solidFill>
                <a:latin typeface="Montserrat"/>
                <a:ea typeface="Montserrat"/>
                <a:cs typeface="Montserrat"/>
              </a:rPr>
              <a:t> </a:t>
            </a:r>
            <a:r>
              <a:rPr sz="975" b="0" dirty="0" err="1">
                <a:solidFill>
                  <a:srgbClr val="526052"/>
                </a:solidFill>
                <a:latin typeface="Montserrat"/>
                <a:ea typeface="Montserrat"/>
                <a:cs typeface="Montserrat"/>
              </a:rPr>
              <a:t>chung</a:t>
            </a:r>
            <a:r>
              <a:rPr sz="975" b="0" dirty="0">
                <a:solidFill>
                  <a:srgbClr val="526052"/>
                </a:solidFill>
                <a:latin typeface="Montserrat"/>
                <a:ea typeface="Montserrat"/>
                <a:cs typeface="Montserrat"/>
              </a:rPr>
              <a:t> </a:t>
            </a:r>
            <a:r>
              <a:rPr sz="975" b="0" dirty="0" err="1">
                <a:solidFill>
                  <a:srgbClr val="526052"/>
                </a:solidFill>
                <a:latin typeface="Montserrat"/>
                <a:ea typeface="Montserrat"/>
                <a:cs typeface="Montserrat"/>
              </a:rPr>
              <a:t>nền</a:t>
            </a:r>
            <a:r>
              <a:rPr sz="975" b="0" dirty="0">
                <a:solidFill>
                  <a:srgbClr val="526052"/>
                </a:solidFill>
                <a:latin typeface="Montserrat"/>
                <a:ea typeface="Montserrat"/>
                <a:cs typeface="Montserrat"/>
              </a:rPr>
              <a:t> </a:t>
            </a:r>
            <a:r>
              <a:rPr sz="975" b="0" dirty="0" err="1">
                <a:solidFill>
                  <a:srgbClr val="526052"/>
                </a:solidFill>
                <a:latin typeface="Montserrat"/>
                <a:ea typeface="Montserrat"/>
                <a:cs typeface="Montserrat"/>
              </a:rPr>
              <a:t>tảng</a:t>
            </a:r>
            <a:r>
              <a:rPr sz="975" b="0" dirty="0">
                <a:solidFill>
                  <a:srgbClr val="526052"/>
                </a:solidFill>
                <a:latin typeface="Montserrat"/>
                <a:ea typeface="Montserrat"/>
                <a:cs typeface="Montserrat"/>
              </a:rPr>
              <a:t> </a:t>
            </a:r>
            <a:r>
              <a:rPr sz="975" b="0" dirty="0" err="1">
                <a:solidFill>
                  <a:srgbClr val="526052"/>
                </a:solidFill>
                <a:latin typeface="Montserrat"/>
                <a:ea typeface="Montserrat"/>
                <a:cs typeface="Montserrat"/>
              </a:rPr>
              <a:t>nhưng</a:t>
            </a:r>
            <a:r>
              <a:rPr sz="975" b="0" dirty="0">
                <a:solidFill>
                  <a:srgbClr val="526052"/>
                </a:solidFill>
                <a:latin typeface="Montserrat"/>
                <a:ea typeface="Montserrat"/>
                <a:cs typeface="Montserrat"/>
              </a:rPr>
              <a:t> </a:t>
            </a:r>
            <a:r>
              <a:rPr sz="975" b="0" dirty="0" err="1">
                <a:solidFill>
                  <a:srgbClr val="526052"/>
                </a:solidFill>
                <a:latin typeface="Montserrat"/>
                <a:ea typeface="Montserrat"/>
                <a:cs typeface="Montserrat"/>
              </a:rPr>
              <a:t>không</a:t>
            </a:r>
            <a:r>
              <a:rPr sz="975" b="0" dirty="0">
                <a:solidFill>
                  <a:srgbClr val="526052"/>
                </a:solidFill>
                <a:latin typeface="Montserrat"/>
                <a:ea typeface="Montserrat"/>
                <a:cs typeface="Montserrat"/>
              </a:rPr>
              <a:t> chia </a:t>
            </a:r>
            <a:r>
              <a:rPr sz="975" b="0" dirty="0" err="1">
                <a:solidFill>
                  <a:srgbClr val="526052"/>
                </a:solidFill>
                <a:latin typeface="Montserrat"/>
                <a:ea typeface="Montserrat"/>
                <a:cs typeface="Montserrat"/>
              </a:rPr>
              <a:t>sẻ</a:t>
            </a:r>
            <a:r>
              <a:rPr sz="975" b="0" dirty="0">
                <a:solidFill>
                  <a:srgbClr val="526052"/>
                </a:solidFill>
                <a:latin typeface="Montserrat"/>
                <a:ea typeface="Montserrat"/>
                <a:cs typeface="Montserrat"/>
              </a:rPr>
              <a:t> </a:t>
            </a:r>
            <a:r>
              <a:rPr sz="975" b="0" dirty="0" err="1">
                <a:solidFill>
                  <a:srgbClr val="526052"/>
                </a:solidFill>
                <a:latin typeface="Montserrat"/>
                <a:ea typeface="Montserrat"/>
                <a:cs typeface="Montserrat"/>
              </a:rPr>
              <a:t>quyền</a:t>
            </a:r>
            <a:r>
              <a:rPr sz="975" b="0" dirty="0">
                <a:solidFill>
                  <a:srgbClr val="526052"/>
                </a:solidFill>
                <a:latin typeface="Montserrat"/>
                <a:ea typeface="Montserrat"/>
                <a:cs typeface="Montserrat"/>
              </a:rPr>
              <a:t> </a:t>
            </a:r>
            <a:r>
              <a:rPr sz="975" b="0" dirty="0" err="1">
                <a:solidFill>
                  <a:srgbClr val="526052"/>
                </a:solidFill>
                <a:latin typeface="Montserrat"/>
                <a:ea typeface="Montserrat"/>
                <a:cs typeface="Montserrat"/>
              </a:rPr>
              <a:t>quyết</a:t>
            </a:r>
            <a:r>
              <a:rPr sz="975" b="0" dirty="0">
                <a:solidFill>
                  <a:srgbClr val="526052"/>
                </a:solidFill>
                <a:latin typeface="Montserrat"/>
                <a:ea typeface="Montserrat"/>
                <a:cs typeface="Montserrat"/>
              </a:rPr>
              <a:t> </a:t>
            </a:r>
            <a:r>
              <a:rPr sz="975" b="0" dirty="0" err="1">
                <a:solidFill>
                  <a:srgbClr val="526052"/>
                </a:solidFill>
                <a:latin typeface="Montserrat"/>
                <a:ea typeface="Montserrat"/>
                <a:cs typeface="Montserrat"/>
              </a:rPr>
              <a:t>định</a:t>
            </a:r>
            <a:r>
              <a:rPr sz="975" b="0" dirty="0">
                <a:solidFill>
                  <a:srgbClr val="526052"/>
                </a:solidFill>
                <a:latin typeface="Montserrat"/>
                <a:ea typeface="Montserrat"/>
                <a:cs typeface="Montserrat"/>
              </a:rPr>
              <a:t>; AI </a:t>
            </a:r>
            <a:r>
              <a:rPr sz="975" b="0" dirty="0" err="1">
                <a:solidFill>
                  <a:srgbClr val="526052"/>
                </a:solidFill>
                <a:latin typeface="Montserrat"/>
                <a:ea typeface="Montserrat"/>
                <a:cs typeface="Montserrat"/>
              </a:rPr>
              <a:t>nằm</a:t>
            </a:r>
            <a:r>
              <a:rPr sz="975" b="0" dirty="0">
                <a:solidFill>
                  <a:srgbClr val="526052"/>
                </a:solidFill>
                <a:latin typeface="Montserrat"/>
                <a:ea typeface="Montserrat"/>
                <a:cs typeface="Montserrat"/>
              </a:rPr>
              <a:t> </a:t>
            </a:r>
            <a:r>
              <a:rPr sz="975" b="0" dirty="0" err="1">
                <a:solidFill>
                  <a:srgbClr val="526052"/>
                </a:solidFill>
                <a:latin typeface="Montserrat"/>
                <a:ea typeface="Montserrat"/>
                <a:cs typeface="Montserrat"/>
              </a:rPr>
              <a:t>ngoài</a:t>
            </a:r>
            <a:r>
              <a:rPr sz="975" b="0" dirty="0">
                <a:solidFill>
                  <a:srgbClr val="526052"/>
                </a:solidFill>
                <a:latin typeface="Montserrat"/>
                <a:ea typeface="Montserrat"/>
                <a:cs typeface="Montserrat"/>
              </a:rPr>
              <a:t> </a:t>
            </a:r>
            <a:r>
              <a:rPr sz="975" b="0" dirty="0" err="1">
                <a:solidFill>
                  <a:srgbClr val="526052"/>
                </a:solidFill>
                <a:latin typeface="Montserrat"/>
                <a:ea typeface="Montserrat"/>
                <a:cs typeface="Montserrat"/>
              </a:rPr>
              <a:t>biên</a:t>
            </a:r>
            <a:r>
              <a:rPr sz="975" b="0" dirty="0">
                <a:solidFill>
                  <a:srgbClr val="526052"/>
                </a:solidFill>
                <a:latin typeface="Montserrat"/>
                <a:ea typeface="Montserrat"/>
                <a:cs typeface="Montserrat"/>
              </a:rPr>
              <a:t> </a:t>
            </a:r>
            <a:r>
              <a:rPr sz="975" b="0" dirty="0" err="1">
                <a:solidFill>
                  <a:srgbClr val="526052"/>
                </a:solidFill>
                <a:latin typeface="Montserrat"/>
                <a:ea typeface="Montserrat"/>
                <a:cs typeface="Montserrat"/>
              </a:rPr>
              <a:t>tuyển</a:t>
            </a:r>
            <a:r>
              <a:rPr sz="975" b="0" dirty="0">
                <a:solidFill>
                  <a:srgbClr val="526052"/>
                </a:solidFill>
                <a:latin typeface="Montserrat"/>
                <a:ea typeface="Montserrat"/>
                <a:cs typeface="Montserrat"/>
              </a:rPr>
              <a:t> </a:t>
            </a:r>
            <a:r>
              <a:rPr sz="975" b="0" dirty="0" err="1">
                <a:solidFill>
                  <a:srgbClr val="526052"/>
                </a:solidFill>
                <a:latin typeface="Montserrat"/>
                <a:ea typeface="Montserrat"/>
                <a:cs typeface="Montserrat"/>
              </a:rPr>
              <a:t>dụng</a:t>
            </a:r>
            <a:r>
              <a:rPr sz="975" b="0" dirty="0">
                <a:solidFill>
                  <a:srgbClr val="526052"/>
                </a:solidFill>
                <a:latin typeface="Montserrat"/>
                <a:ea typeface="Montserrat"/>
                <a:cs typeface="Montserrat"/>
              </a:rPr>
              <a:t>.</a:t>
            </a:r>
            <a:endParaRPr dirty="0"/>
          </a:p>
        </p:txBody>
      </p:sp>
      <p:sp>
        <p:nvSpPr>
          <p:cNvPr id="873" name="Rectangle: Rounded Corners 872">
            <a:extLst>
              <a:ext uri="{FF2B5EF4-FFF2-40B4-BE49-F238E27FC236}">
                <a16:creationId xmlns:a16="http://schemas.microsoft.com/office/drawing/2014/main" id="{C32DCE42-3FFE-440F-8209-5AE1847508BF}"/>
              </a:ext>
            </a:extLst>
          </p:cNvPr>
          <p:cNvSpPr>
            <a:spLocks noGrp="1"/>
          </p:cNvSpPr>
          <p:nvPr/>
        </p:nvSpPr>
        <p:spPr>
          <a:xfrm>
            <a:off x="2333625" y="2143125"/>
            <a:ext cx="1428750" cy="876300"/>
          </a:xfrm>
          <a:prstGeom prst="roundRect">
            <a:avLst>
              <a:gd name="adj" fmla="val 8696"/>
            </a:avLst>
          </a:prstGeom>
          <a:solidFill>
            <a:srgbClr val="F4F7F1"/>
          </a:solidFill>
          <a:ln w="19050">
            <a:solidFill>
              <a:srgbClr val="4B8D17"/>
            </a:solidFill>
            <a:prstDash val="solid"/>
          </a:ln>
        </p:spPr>
        <p:txBody>
          <a:bodyPr lIns="76200" tIns="66675" rIns="76200" bIns="66675" anchor="ctr">
            <a:normAutofit/>
          </a:bodyPr>
          <a:lstStyle/>
          <a:p>
            <a:pPr algn="ctr">
              <a:buNone/>
              <a:defRPr sz="1200" b="1">
                <a:solidFill>
                  <a:srgbClr val="111410"/>
                </a:solidFill>
                <a:latin typeface="Montserrat"/>
                <a:ea typeface="Montserrat"/>
                <a:cs typeface="Montserrat"/>
              </a:defRPr>
            </a:pPr>
            <a:r>
              <a:rPr sz="1200" b="1">
                <a:solidFill>
                  <a:srgbClr val="111410"/>
                </a:solidFill>
                <a:latin typeface="Montserrat"/>
                <a:ea typeface="Montserrat"/>
                <a:cs typeface="Montserrat"/>
              </a:rPr>
              <a:t>InterV</a:t>
            </a:r>
          </a:p>
          <a:p>
            <a:pPr algn="ctr">
              <a:buNone/>
              <a:defRPr sz="1200" b="1">
                <a:solidFill>
                  <a:srgbClr val="111410"/>
                </a:solidFill>
                <a:latin typeface="Montserrat"/>
                <a:ea typeface="Montserrat"/>
                <a:cs typeface="Montserrat"/>
              </a:defRPr>
            </a:pPr>
            <a:r>
              <a:rPr sz="1200" b="1">
                <a:solidFill>
                  <a:srgbClr val="111410"/>
                </a:solidFill>
                <a:latin typeface="Montserrat"/>
                <a:ea typeface="Montserrat"/>
                <a:cs typeface="Montserrat"/>
              </a:rPr>
              <a:t>application core</a:t>
            </a:r>
          </a:p>
        </p:txBody>
      </p:sp>
      <p:sp>
        <p:nvSpPr>
          <p:cNvPr id="874" name="Rectangle: Rounded Corners 873">
            <a:extLst>
              <a:ext uri="{FF2B5EF4-FFF2-40B4-BE49-F238E27FC236}">
                <a16:creationId xmlns:a16="http://schemas.microsoft.com/office/drawing/2014/main" id="{9BE90825-62B6-4636-912B-2354EFF8620C}"/>
              </a:ext>
            </a:extLst>
          </p:cNvPr>
          <p:cNvSpPr>
            <a:spLocks noGrp="1"/>
          </p:cNvSpPr>
          <p:nvPr/>
        </p:nvSpPr>
        <p:spPr>
          <a:xfrm>
            <a:off x="857250" y="1143000"/>
            <a:ext cx="1143000" cy="571500"/>
          </a:xfrm>
          <a:prstGeom prst="roundRect">
            <a:avLst>
              <a:gd name="adj" fmla="val 13333"/>
            </a:avLst>
          </a:prstGeom>
          <a:solidFill>
            <a:srgbClr val="D7E7F1"/>
          </a:solidFill>
          <a:ln w="13335">
            <a:solidFill>
              <a:srgbClr val="6C766B"/>
            </a:solidFill>
            <a:prstDash val="solid"/>
          </a:ln>
        </p:spPr>
        <p:txBody>
          <a:bodyPr lIns="76200" tIns="66675" rIns="76200" bIns="66675" anchor="ctr">
            <a:normAutofit/>
          </a:bodyPr>
          <a:lstStyle/>
          <a:p>
            <a:pPr algn="ctr">
              <a:buNone/>
              <a:defRPr sz="1050" b="1">
                <a:solidFill>
                  <a:srgbClr val="111410"/>
                </a:solidFill>
                <a:latin typeface="Montserrat"/>
                <a:ea typeface="Montserrat"/>
                <a:cs typeface="Montserrat"/>
              </a:defRPr>
            </a:pPr>
            <a:r>
              <a:rPr sz="1050" b="1">
                <a:solidFill>
                  <a:srgbClr val="111410"/>
                </a:solidFill>
                <a:latin typeface="Montserrat"/>
                <a:ea typeface="Montserrat"/>
                <a:cs typeface="Montserrat"/>
              </a:rPr>
              <a:t>Ứng viên</a:t>
            </a:r>
          </a:p>
        </p:txBody>
      </p:sp>
      <p:sp>
        <p:nvSpPr>
          <p:cNvPr id="875" name="Rectangle: Rounded Corners 874">
            <a:extLst>
              <a:ext uri="{FF2B5EF4-FFF2-40B4-BE49-F238E27FC236}">
                <a16:creationId xmlns:a16="http://schemas.microsoft.com/office/drawing/2014/main" id="{37BAD1FF-D9F7-4576-AB3E-9287CA6E44A1}"/>
              </a:ext>
            </a:extLst>
          </p:cNvPr>
          <p:cNvSpPr>
            <a:spLocks noGrp="1"/>
          </p:cNvSpPr>
          <p:nvPr/>
        </p:nvSpPr>
        <p:spPr>
          <a:xfrm>
            <a:off x="857250" y="3333750"/>
            <a:ext cx="1143000" cy="571500"/>
          </a:xfrm>
          <a:prstGeom prst="roundRect">
            <a:avLst>
              <a:gd name="adj" fmla="val 13333"/>
            </a:avLst>
          </a:prstGeom>
          <a:solidFill>
            <a:srgbClr val="F7EDC8"/>
          </a:solidFill>
          <a:ln w="13335">
            <a:solidFill>
              <a:srgbClr val="6C766B"/>
            </a:solidFill>
            <a:prstDash val="solid"/>
          </a:ln>
        </p:spPr>
        <p:txBody>
          <a:bodyPr lIns="76200" tIns="66675" rIns="76200" bIns="66675" anchor="ctr">
            <a:normAutofit/>
          </a:bodyPr>
          <a:lstStyle/>
          <a:p>
            <a:pPr algn="ctr">
              <a:buNone/>
              <a:defRPr sz="1050" b="1">
                <a:solidFill>
                  <a:srgbClr val="111410"/>
                </a:solidFill>
                <a:latin typeface="Montserrat"/>
                <a:ea typeface="Montserrat"/>
                <a:cs typeface="Montserrat"/>
              </a:defRPr>
            </a:pPr>
            <a:r>
              <a:rPr sz="1050" b="1">
                <a:solidFill>
                  <a:srgbClr val="111410"/>
                </a:solidFill>
                <a:latin typeface="Montserrat"/>
                <a:ea typeface="Montserrat"/>
                <a:cs typeface="Montserrat"/>
              </a:rPr>
              <a:t>Recruiter</a:t>
            </a:r>
          </a:p>
        </p:txBody>
      </p:sp>
      <p:sp>
        <p:nvSpPr>
          <p:cNvPr id="876" name="Rectangle: Rounded Corners 875">
            <a:extLst>
              <a:ext uri="{FF2B5EF4-FFF2-40B4-BE49-F238E27FC236}">
                <a16:creationId xmlns:a16="http://schemas.microsoft.com/office/drawing/2014/main" id="{FE6DB4C1-1A14-403D-A626-0395C2CB8190}"/>
              </a:ext>
            </a:extLst>
          </p:cNvPr>
          <p:cNvSpPr>
            <a:spLocks noGrp="1"/>
          </p:cNvSpPr>
          <p:nvPr/>
        </p:nvSpPr>
        <p:spPr>
          <a:xfrm>
            <a:off x="4000500" y="1143000"/>
            <a:ext cx="1143000" cy="571500"/>
          </a:xfrm>
          <a:prstGeom prst="roundRect">
            <a:avLst>
              <a:gd name="adj" fmla="val 13333"/>
            </a:avLst>
          </a:prstGeom>
          <a:solidFill>
            <a:srgbClr val="E4D9EE"/>
          </a:solidFill>
          <a:ln w="13335">
            <a:solidFill>
              <a:srgbClr val="6C766B"/>
            </a:solidFill>
            <a:prstDash val="solid"/>
          </a:ln>
        </p:spPr>
        <p:txBody>
          <a:bodyPr lIns="76200" tIns="66675" rIns="76200" bIns="66675" anchor="ctr">
            <a:normAutofit/>
          </a:bodyPr>
          <a:lstStyle/>
          <a:p>
            <a:pPr algn="ctr">
              <a:buNone/>
              <a:defRPr sz="1050" b="1">
                <a:solidFill>
                  <a:srgbClr val="111410"/>
                </a:solidFill>
                <a:latin typeface="Montserrat"/>
                <a:ea typeface="Montserrat"/>
                <a:cs typeface="Montserrat"/>
              </a:defRPr>
            </a:pPr>
            <a:r>
              <a:rPr sz="1050" b="1">
                <a:solidFill>
                  <a:srgbClr val="111410"/>
                </a:solidFill>
                <a:latin typeface="Montserrat"/>
                <a:ea typeface="Montserrat"/>
                <a:cs typeface="Montserrat"/>
              </a:rPr>
              <a:t>Admin</a:t>
            </a:r>
          </a:p>
        </p:txBody>
      </p:sp>
      <p:sp>
        <p:nvSpPr>
          <p:cNvPr id="877" name="Rectangle: Rounded Corners 876">
            <a:extLst>
              <a:ext uri="{FF2B5EF4-FFF2-40B4-BE49-F238E27FC236}">
                <a16:creationId xmlns:a16="http://schemas.microsoft.com/office/drawing/2014/main" id="{94B4319F-E462-4EE6-8AE0-96C2392E6A3B}"/>
              </a:ext>
            </a:extLst>
          </p:cNvPr>
          <p:cNvSpPr>
            <a:spLocks noGrp="1"/>
          </p:cNvSpPr>
          <p:nvPr/>
        </p:nvSpPr>
        <p:spPr>
          <a:xfrm>
            <a:off x="4000500" y="3333750"/>
            <a:ext cx="1143000" cy="571500"/>
          </a:xfrm>
          <a:prstGeom prst="roundRect">
            <a:avLst>
              <a:gd name="adj" fmla="val 13333"/>
            </a:avLst>
          </a:prstGeom>
          <a:solidFill>
            <a:srgbClr val="F4D7D3"/>
          </a:solidFill>
          <a:ln w="13335">
            <a:solidFill>
              <a:srgbClr val="6C766B"/>
            </a:solidFill>
            <a:prstDash val="solid"/>
          </a:ln>
        </p:spPr>
        <p:txBody>
          <a:bodyPr lIns="76200" tIns="66675" rIns="76200" bIns="66675" anchor="ctr">
            <a:normAutofit/>
          </a:bodyPr>
          <a:lstStyle/>
          <a:p>
            <a:pPr algn="ctr">
              <a:buNone/>
              <a:defRPr sz="1050" b="1">
                <a:solidFill>
                  <a:srgbClr val="111410"/>
                </a:solidFill>
                <a:latin typeface="Montserrat"/>
                <a:ea typeface="Montserrat"/>
                <a:cs typeface="Montserrat"/>
              </a:defRPr>
            </a:pPr>
            <a:r>
              <a:rPr sz="1050" b="1">
                <a:solidFill>
                  <a:srgbClr val="111410"/>
                </a:solidFill>
                <a:latin typeface="Montserrat"/>
                <a:ea typeface="Montserrat"/>
                <a:cs typeface="Montserrat"/>
              </a:rPr>
              <a:t>AI providers</a:t>
            </a:r>
          </a:p>
        </p:txBody>
      </p:sp>
      <p:cxnSp>
        <p:nvCxnSpPr>
          <p:cNvPr id="1057" name="Straight Arrow Connector 990"/>
          <p:cNvCxnSpPr>
            <a:stCxn id="874" idx="3"/>
            <a:endCxn id="873" idx="1"/>
          </p:cNvCxnSpPr>
          <p:nvPr/>
        </p:nvCxnSpPr>
        <p:spPr>
          <a:xfrm>
            <a:off x="2000250" y="1428750"/>
            <a:ext cx="333375" cy="1152525"/>
          </a:xfrm>
          <a:prstGeom prst="straightConnector1">
            <a:avLst/>
          </a:prstGeom>
          <a:ln w="17145">
            <a:solidFill>
              <a:srgbClr val="6C766B"/>
            </a:solidFill>
            <a:prstDash val="solid"/>
            <a:tailEnd type="triangle" w="sm" len="sm"/>
          </a:ln>
        </p:spPr>
      </p:cxnSp>
      <p:cxnSp>
        <p:nvCxnSpPr>
          <p:cNvPr id="1058" name="Straight Arrow Connector 991"/>
          <p:cNvCxnSpPr>
            <a:stCxn id="875" idx="3"/>
            <a:endCxn id="873" idx="1"/>
          </p:cNvCxnSpPr>
          <p:nvPr/>
        </p:nvCxnSpPr>
        <p:spPr>
          <a:xfrm flipV="1">
            <a:off x="2000250" y="2581275"/>
            <a:ext cx="333375" cy="1038225"/>
          </a:xfrm>
          <a:prstGeom prst="straightConnector1">
            <a:avLst/>
          </a:prstGeom>
          <a:ln w="17145">
            <a:solidFill>
              <a:srgbClr val="6C766B"/>
            </a:solidFill>
            <a:prstDash val="solid"/>
            <a:tailEnd type="triangle" w="sm" len="sm"/>
          </a:ln>
        </p:spPr>
      </p:cxnSp>
      <p:cxnSp>
        <p:nvCxnSpPr>
          <p:cNvPr id="1059" name="Straight Arrow Connector 992"/>
          <p:cNvCxnSpPr>
            <a:stCxn id="876" idx="1"/>
            <a:endCxn id="873" idx="0"/>
          </p:cNvCxnSpPr>
          <p:nvPr/>
        </p:nvCxnSpPr>
        <p:spPr>
          <a:xfrm flipH="1">
            <a:off x="3048000" y="1428750"/>
            <a:ext cx="952500" cy="714375"/>
          </a:xfrm>
          <a:prstGeom prst="straightConnector1">
            <a:avLst/>
          </a:prstGeom>
          <a:ln w="17145">
            <a:solidFill>
              <a:srgbClr val="6C766B"/>
            </a:solidFill>
            <a:prstDash val="solid"/>
            <a:tailEnd type="triangle" w="sm" len="sm"/>
          </a:ln>
        </p:spPr>
      </p:cxnSp>
      <p:cxnSp>
        <p:nvCxnSpPr>
          <p:cNvPr id="1060" name="Straight Arrow Connector 993"/>
          <p:cNvCxnSpPr>
            <a:stCxn id="873" idx="3"/>
            <a:endCxn id="877" idx="1"/>
          </p:cNvCxnSpPr>
          <p:nvPr/>
        </p:nvCxnSpPr>
        <p:spPr>
          <a:xfrm>
            <a:off x="3762375" y="2581275"/>
            <a:ext cx="238125" cy="1038225"/>
          </a:xfrm>
          <a:prstGeom prst="straightConnector1">
            <a:avLst/>
          </a:prstGeom>
          <a:ln w="17145">
            <a:solidFill>
              <a:srgbClr val="6C766B"/>
            </a:solidFill>
            <a:prstDash val="dash"/>
            <a:tailEnd type="triangle" w="sm" len="sm"/>
          </a:ln>
        </p:spPr>
      </p:cxnSp>
      <p:sp>
        <p:nvSpPr>
          <p:cNvPr id="882" name="Rectangle 881">
            <a:extLst>
              <a:ext uri="{FF2B5EF4-FFF2-40B4-BE49-F238E27FC236}">
                <a16:creationId xmlns:a16="http://schemas.microsoft.com/office/drawing/2014/main" id="{33D1D4E7-EEAB-44AE-87F0-AD47C1872C05}"/>
              </a:ext>
            </a:extLst>
          </p:cNvPr>
          <p:cNvSpPr>
            <a:spLocks noGrp="1"/>
          </p:cNvSpPr>
          <p:nvPr/>
        </p:nvSpPr>
        <p:spPr>
          <a:xfrm>
            <a:off x="785812" y="872502"/>
            <a:ext cx="1285875" cy="247650"/>
          </a:xfrm>
          <a:prstGeom prst="rect">
            <a:avLst/>
          </a:prstGeom>
          <a:ln w="0">
            <a:prstDash val="solid"/>
          </a:ln>
        </p:spPr>
        <p:txBody>
          <a:bodyPr lIns="19050" tIns="19050" rIns="19050" bIns="19050" anchor="ctr">
            <a:normAutofit/>
          </a:bodyPr>
          <a:lstStyle/>
          <a:p>
            <a:pPr algn="ctr">
              <a:buNone/>
              <a:defRPr sz="750" b="0">
                <a:solidFill>
                  <a:srgbClr val="526052"/>
                </a:solidFill>
                <a:latin typeface="Montserrat"/>
                <a:ea typeface="Montserrat"/>
                <a:cs typeface="Montserrat"/>
              </a:defRPr>
            </a:pPr>
            <a:r>
              <a:rPr sz="750" b="0" dirty="0" err="1">
                <a:solidFill>
                  <a:srgbClr val="526052"/>
                </a:solidFill>
                <a:latin typeface="Montserrat"/>
                <a:ea typeface="Montserrat"/>
                <a:cs typeface="Montserrat"/>
              </a:rPr>
              <a:t>Luyện</a:t>
            </a:r>
            <a:r>
              <a:rPr sz="750" b="0" dirty="0">
                <a:solidFill>
                  <a:srgbClr val="526052"/>
                </a:solidFill>
                <a:latin typeface="Montserrat"/>
                <a:ea typeface="Montserrat"/>
                <a:cs typeface="Montserrat"/>
              </a:rPr>
              <a:t> </a:t>
            </a:r>
            <a:r>
              <a:rPr sz="750" b="0" dirty="0" err="1">
                <a:solidFill>
                  <a:srgbClr val="526052"/>
                </a:solidFill>
                <a:latin typeface="Montserrat"/>
                <a:ea typeface="Montserrat"/>
                <a:cs typeface="Montserrat"/>
              </a:rPr>
              <a:t>tập</a:t>
            </a:r>
            <a:r>
              <a:rPr sz="750" b="0" dirty="0">
                <a:solidFill>
                  <a:srgbClr val="526052"/>
                </a:solidFill>
                <a:latin typeface="Montserrat"/>
                <a:ea typeface="Montserrat"/>
                <a:cs typeface="Montserrat"/>
              </a:rPr>
              <a:t> / </a:t>
            </a:r>
            <a:r>
              <a:rPr sz="750" b="0" dirty="0" err="1">
                <a:solidFill>
                  <a:srgbClr val="526052"/>
                </a:solidFill>
                <a:latin typeface="Montserrat"/>
                <a:ea typeface="Montserrat"/>
                <a:cs typeface="Montserrat"/>
              </a:rPr>
              <a:t>tham</a:t>
            </a:r>
            <a:r>
              <a:rPr sz="750" b="0" dirty="0">
                <a:solidFill>
                  <a:srgbClr val="526052"/>
                </a:solidFill>
                <a:latin typeface="Montserrat"/>
                <a:ea typeface="Montserrat"/>
                <a:cs typeface="Montserrat"/>
              </a:rPr>
              <a:t> </a:t>
            </a:r>
            <a:r>
              <a:rPr sz="750" b="0" dirty="0" err="1">
                <a:solidFill>
                  <a:srgbClr val="526052"/>
                </a:solidFill>
                <a:latin typeface="Montserrat"/>
                <a:ea typeface="Montserrat"/>
                <a:cs typeface="Montserrat"/>
              </a:rPr>
              <a:t>gia</a:t>
            </a:r>
            <a:endParaRPr sz="750" b="0" dirty="0">
              <a:solidFill>
                <a:srgbClr val="526052"/>
              </a:solidFill>
              <a:latin typeface="Montserrat"/>
              <a:ea typeface="Montserrat"/>
              <a:cs typeface="Montserrat"/>
            </a:endParaRPr>
          </a:p>
        </p:txBody>
      </p:sp>
      <p:sp>
        <p:nvSpPr>
          <p:cNvPr id="883" name="Rectangle 882">
            <a:extLst>
              <a:ext uri="{FF2B5EF4-FFF2-40B4-BE49-F238E27FC236}">
                <a16:creationId xmlns:a16="http://schemas.microsoft.com/office/drawing/2014/main" id="{0EFC78D7-CFDA-4E0A-BFA0-C1F21F8EF429}"/>
              </a:ext>
            </a:extLst>
          </p:cNvPr>
          <p:cNvSpPr>
            <a:spLocks noGrp="1"/>
          </p:cNvSpPr>
          <p:nvPr/>
        </p:nvSpPr>
        <p:spPr>
          <a:xfrm>
            <a:off x="604837" y="3933825"/>
            <a:ext cx="1714500" cy="247650"/>
          </a:xfrm>
          <a:prstGeom prst="rect">
            <a:avLst/>
          </a:prstGeom>
          <a:ln w="0">
            <a:prstDash val="solid"/>
          </a:ln>
        </p:spPr>
        <p:txBody>
          <a:bodyPr lIns="19050" tIns="19050" rIns="19050" bIns="19050" anchor="ctr">
            <a:normAutofit/>
          </a:bodyPr>
          <a:lstStyle/>
          <a:p>
            <a:pPr algn="ctr">
              <a:buNone/>
              <a:defRPr sz="750" b="0">
                <a:solidFill>
                  <a:srgbClr val="526052"/>
                </a:solidFill>
                <a:latin typeface="Montserrat"/>
                <a:ea typeface="Montserrat"/>
                <a:cs typeface="Montserrat"/>
              </a:defRPr>
            </a:pPr>
            <a:r>
              <a:rPr sz="750" b="0" dirty="0">
                <a:solidFill>
                  <a:srgbClr val="526052"/>
                </a:solidFill>
                <a:latin typeface="Montserrat"/>
                <a:ea typeface="Montserrat"/>
                <a:cs typeface="Montserrat"/>
              </a:rPr>
              <a:t>JD / </a:t>
            </a:r>
            <a:r>
              <a:rPr sz="750" b="0" dirty="0" err="1">
                <a:solidFill>
                  <a:srgbClr val="526052"/>
                </a:solidFill>
                <a:latin typeface="Montserrat"/>
                <a:ea typeface="Montserrat"/>
                <a:cs typeface="Montserrat"/>
              </a:rPr>
              <a:t>chiến</a:t>
            </a:r>
            <a:r>
              <a:rPr sz="750" b="0" dirty="0">
                <a:solidFill>
                  <a:srgbClr val="526052"/>
                </a:solidFill>
                <a:latin typeface="Montserrat"/>
                <a:ea typeface="Montserrat"/>
                <a:cs typeface="Montserrat"/>
              </a:rPr>
              <a:t> </a:t>
            </a:r>
            <a:r>
              <a:rPr sz="750" b="0" dirty="0" err="1">
                <a:solidFill>
                  <a:srgbClr val="526052"/>
                </a:solidFill>
                <a:latin typeface="Montserrat"/>
                <a:ea typeface="Montserrat"/>
                <a:cs typeface="Montserrat"/>
              </a:rPr>
              <a:t>dịch</a:t>
            </a:r>
            <a:r>
              <a:rPr sz="750" b="0" dirty="0">
                <a:solidFill>
                  <a:srgbClr val="526052"/>
                </a:solidFill>
                <a:latin typeface="Montserrat"/>
                <a:ea typeface="Montserrat"/>
                <a:cs typeface="Montserrat"/>
              </a:rPr>
              <a:t> / </a:t>
            </a:r>
            <a:r>
              <a:rPr sz="750" b="0" dirty="0" err="1">
                <a:solidFill>
                  <a:srgbClr val="526052"/>
                </a:solidFill>
                <a:latin typeface="Montserrat"/>
                <a:ea typeface="Montserrat"/>
                <a:cs typeface="Montserrat"/>
              </a:rPr>
              <a:t>đánh</a:t>
            </a:r>
            <a:r>
              <a:rPr sz="750" b="0" dirty="0">
                <a:solidFill>
                  <a:srgbClr val="526052"/>
                </a:solidFill>
                <a:latin typeface="Montserrat"/>
                <a:ea typeface="Montserrat"/>
                <a:cs typeface="Montserrat"/>
              </a:rPr>
              <a:t> </a:t>
            </a:r>
            <a:r>
              <a:rPr sz="750" b="0" dirty="0" err="1">
                <a:solidFill>
                  <a:srgbClr val="526052"/>
                </a:solidFill>
                <a:latin typeface="Montserrat"/>
                <a:ea typeface="Montserrat"/>
                <a:cs typeface="Montserrat"/>
              </a:rPr>
              <a:t>giá</a:t>
            </a:r>
            <a:endParaRPr sz="750" b="0" dirty="0">
              <a:solidFill>
                <a:srgbClr val="526052"/>
              </a:solidFill>
              <a:latin typeface="Montserrat"/>
              <a:ea typeface="Montserrat"/>
              <a:cs typeface="Montserrat"/>
            </a:endParaRPr>
          </a:p>
        </p:txBody>
      </p:sp>
      <p:sp>
        <p:nvSpPr>
          <p:cNvPr id="884" name="Rectangle 883">
            <a:extLst>
              <a:ext uri="{FF2B5EF4-FFF2-40B4-BE49-F238E27FC236}">
                <a16:creationId xmlns:a16="http://schemas.microsoft.com/office/drawing/2014/main" id="{5E3031C3-CD55-4FEF-9B87-CE1E6082C002}"/>
              </a:ext>
            </a:extLst>
          </p:cNvPr>
          <p:cNvSpPr>
            <a:spLocks noGrp="1"/>
          </p:cNvSpPr>
          <p:nvPr/>
        </p:nvSpPr>
        <p:spPr>
          <a:xfrm>
            <a:off x="3762375" y="3933825"/>
            <a:ext cx="1619250" cy="247650"/>
          </a:xfrm>
          <a:prstGeom prst="rect">
            <a:avLst/>
          </a:prstGeom>
          <a:ln w="0">
            <a:prstDash val="solid"/>
          </a:ln>
        </p:spPr>
        <p:txBody>
          <a:bodyPr lIns="19050" tIns="19050" rIns="19050" bIns="19050" anchor="ctr">
            <a:normAutofit/>
          </a:bodyPr>
          <a:lstStyle/>
          <a:p>
            <a:pPr algn="ctr">
              <a:buNone/>
              <a:defRPr sz="750" b="0">
                <a:solidFill>
                  <a:srgbClr val="526052"/>
                </a:solidFill>
                <a:latin typeface="Montserrat"/>
                <a:ea typeface="Montserrat"/>
                <a:cs typeface="Montserrat"/>
              </a:defRPr>
            </a:pPr>
            <a:r>
              <a:rPr sz="750" b="0" dirty="0">
                <a:solidFill>
                  <a:srgbClr val="526052"/>
                </a:solidFill>
                <a:latin typeface="Montserrat"/>
                <a:ea typeface="Montserrat"/>
                <a:cs typeface="Montserrat"/>
              </a:rPr>
              <a:t>AI </a:t>
            </a:r>
            <a:r>
              <a:rPr sz="750" b="0" dirty="0" err="1">
                <a:solidFill>
                  <a:srgbClr val="526052"/>
                </a:solidFill>
                <a:latin typeface="Montserrat"/>
                <a:ea typeface="Montserrat"/>
                <a:cs typeface="Montserrat"/>
              </a:rPr>
              <a:t>không</a:t>
            </a:r>
            <a:r>
              <a:rPr sz="750" b="0" dirty="0">
                <a:solidFill>
                  <a:srgbClr val="526052"/>
                </a:solidFill>
                <a:latin typeface="Montserrat"/>
                <a:ea typeface="Montserrat"/>
                <a:cs typeface="Montserrat"/>
              </a:rPr>
              <a:t> </a:t>
            </a:r>
            <a:r>
              <a:rPr sz="750" b="0" dirty="0" err="1">
                <a:solidFill>
                  <a:srgbClr val="526052"/>
                </a:solidFill>
                <a:latin typeface="Montserrat"/>
                <a:ea typeface="Montserrat"/>
                <a:cs typeface="Montserrat"/>
              </a:rPr>
              <a:t>giữ</a:t>
            </a:r>
            <a:r>
              <a:rPr sz="750" b="0" dirty="0">
                <a:solidFill>
                  <a:srgbClr val="526052"/>
                </a:solidFill>
                <a:latin typeface="Montserrat"/>
                <a:ea typeface="Montserrat"/>
                <a:cs typeface="Montserrat"/>
              </a:rPr>
              <a:t> </a:t>
            </a:r>
            <a:r>
              <a:rPr sz="750" b="0" dirty="0" err="1">
                <a:solidFill>
                  <a:srgbClr val="526052"/>
                </a:solidFill>
                <a:latin typeface="Montserrat"/>
                <a:ea typeface="Montserrat"/>
                <a:cs typeface="Montserrat"/>
              </a:rPr>
              <a:t>quyền</a:t>
            </a:r>
            <a:r>
              <a:rPr sz="750" b="0" dirty="0">
                <a:solidFill>
                  <a:srgbClr val="526052"/>
                </a:solidFill>
                <a:latin typeface="Montserrat"/>
                <a:ea typeface="Montserrat"/>
                <a:cs typeface="Montserrat"/>
              </a:rPr>
              <a:t> </a:t>
            </a:r>
            <a:r>
              <a:rPr sz="750" b="0" dirty="0" err="1">
                <a:solidFill>
                  <a:srgbClr val="526052"/>
                </a:solidFill>
                <a:latin typeface="Montserrat"/>
                <a:ea typeface="Montserrat"/>
                <a:cs typeface="Montserrat"/>
              </a:rPr>
              <a:t>tuyển</a:t>
            </a:r>
            <a:r>
              <a:rPr sz="750" b="0" dirty="0">
                <a:solidFill>
                  <a:srgbClr val="526052"/>
                </a:solidFill>
                <a:latin typeface="Montserrat"/>
                <a:ea typeface="Montserrat"/>
                <a:cs typeface="Montserrat"/>
              </a:rPr>
              <a:t> </a:t>
            </a:r>
            <a:r>
              <a:rPr sz="750" b="0" dirty="0" err="1">
                <a:solidFill>
                  <a:srgbClr val="526052"/>
                </a:solidFill>
                <a:latin typeface="Montserrat"/>
                <a:ea typeface="Montserrat"/>
                <a:cs typeface="Montserrat"/>
              </a:rPr>
              <a:t>dụng</a:t>
            </a:r>
            <a:endParaRPr sz="750" b="0" dirty="0">
              <a:solidFill>
                <a:srgbClr val="526052"/>
              </a:solidFill>
              <a:latin typeface="Montserrat"/>
              <a:ea typeface="Montserrat"/>
              <a:cs typeface="Montserrat"/>
            </a:endParaRPr>
          </a:p>
        </p:txBody>
      </p:sp>
      <p:sp>
        <p:nvSpPr>
          <p:cNvPr id="2" name="Rectangle 1">
            <a:extLst>
              <a:ext uri="{FF2B5EF4-FFF2-40B4-BE49-F238E27FC236}">
                <a16:creationId xmlns:a16="http://schemas.microsoft.com/office/drawing/2014/main" id="{98446D93-5C0D-6D3C-644B-B0F97DAC9F3B}"/>
              </a:ext>
            </a:extLst>
          </p:cNvPr>
          <p:cNvSpPr>
            <a:spLocks noGrp="1"/>
          </p:cNvSpPr>
          <p:nvPr/>
        </p:nvSpPr>
        <p:spPr>
          <a:xfrm>
            <a:off x="5636999" y="1834087"/>
            <a:ext cx="3013501" cy="876300"/>
          </a:xfrm>
          <a:prstGeom prst="rect">
            <a:avLst/>
          </a:prstGeom>
          <a:ln w="0">
            <a:prstDash val="solid"/>
          </a:ln>
        </p:spPr>
        <p:txBody>
          <a:bodyPr lIns="19050" tIns="9525" rIns="19050" bIns="9525" anchor="ctr">
            <a:noAutofit/>
          </a:bodyPr>
          <a:lstStyle/>
          <a:p>
            <a:pPr algn="l">
              <a:buNone/>
              <a:defRPr sz="2363" b="0">
                <a:solidFill>
                  <a:srgbClr val="111410"/>
                </a:solidFill>
                <a:latin typeface="Cambria"/>
                <a:ea typeface="Cambria"/>
                <a:cs typeface="Cambria"/>
              </a:defRPr>
            </a:pPr>
            <a:r>
              <a:rPr lang="vi-VN" sz="2800" b="0" dirty="0">
                <a:solidFill>
                  <a:srgbClr val="111410"/>
                </a:solidFill>
                <a:latin typeface="Cambria" panose="02040503050406030204" pitchFamily="18" charset="0"/>
                <a:ea typeface="Cambria" panose="02040503050406030204" pitchFamily="18" charset="0"/>
                <a:cs typeface="Cambria"/>
              </a:rPr>
              <a:t>Use case phản ánh đúng quyền sở hữu</a:t>
            </a:r>
          </a:p>
        </p:txBody>
      </p:sp>
      <p:sp>
        <p:nvSpPr>
          <p:cNvPr id="1061" name="TextBox 1060"/>
          <p:cNvSpPr txBox="1"/>
          <p:nvPr/>
        </p:nvSpPr>
        <p:spPr>
          <a:xfrm>
            <a:off x="713225" y="200000"/>
            <a:ext cx="1200000" cy="260000"/>
          </a:xfrm>
          <a:prstGeom prst="rect">
            <a:avLst/>
          </a:prstGeom>
          <a:noFill/>
        </p:spPr>
        <p:txBody>
          <a:bodyPr wrap="none" lIns="0" tIns="0">
            <a:spAutoFit/>
          </a:bodyPr>
          <a:lstStyle/>
          <a:p>
            <a:pPr>
              <a:defRPr sz="1100" b="1">
                <a:solidFill>
                  <a:srgbClr val="4B8D17"/>
                </a:solidFill>
                <a:latin typeface="Montserrat"/>
              </a:defRPr>
            </a:pPr>
            <a:r>
              <a:t>#03</a:t>
            </a:r>
          </a:p>
        </p:txBody>
      </p:sp>
    </p:spTree>
    <p:extLst>
      <p:ext uri="{BB962C8B-B14F-4D97-AF65-F5344CB8AC3E}">
        <p14:creationId xmlns:p14="http://schemas.microsoft.com/office/powerpoint/2010/main" val="208344688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E8F3E5"/>
        </a:solidFill>
        <a:effectLst/>
      </p:bgPr>
    </p:bg>
    <p:spTree>
      <p:nvGrpSpPr>
        <p:cNvPr id="1" name=""/>
        <p:cNvGrpSpPr/>
        <p:nvPr/>
      </p:nvGrpSpPr>
      <p:grpSpPr>
        <a:xfrm>
          <a:off x="0" y="0"/>
          <a:ext cx="0" cy="0"/>
          <a:chOff x="0" y="0"/>
          <a:chExt cx="0" cy="0"/>
        </a:xfrm>
      </p:grpSpPr>
      <p:sp>
        <p:nvSpPr>
          <p:cNvPr id="52" name="Straight Connector 51">
            <a:extLst>
              <a:ext uri="{FF2B5EF4-FFF2-40B4-BE49-F238E27FC236}">
                <a16:creationId xmlns:a16="http://schemas.microsoft.com/office/drawing/2014/main" id="{68F9046A-8FAB-4F15-93DC-566FCB93B73B}"/>
              </a:ext>
            </a:extLst>
          </p:cNvPr>
          <p:cNvSpPr>
            <a:spLocks noGrp="1"/>
          </p:cNvSpPr>
          <p:nvPr/>
        </p:nvSpPr>
        <p:spPr>
          <a:xfrm>
            <a:off x="2000250" y="2362200"/>
            <a:ext cx="809625" cy="0"/>
          </a:xfrm>
          <a:prstGeom prst="line">
            <a:avLst/>
          </a:prstGeom>
          <a:ln w="20003">
            <a:solidFill>
              <a:srgbClr val="4B8D17"/>
            </a:solidFill>
            <a:prstDash val="solid"/>
          </a:ln>
        </p:spPr>
      </p:sp>
      <p:sp>
        <p:nvSpPr>
          <p:cNvPr id="2" name="Arrow: Chevron 1">
            <a:extLst>
              <a:ext uri="{FF2B5EF4-FFF2-40B4-BE49-F238E27FC236}">
                <a16:creationId xmlns:a16="http://schemas.microsoft.com/office/drawing/2014/main" id="{275ABFFC-F738-4FDC-8E44-B8A10609951E}"/>
              </a:ext>
            </a:extLst>
          </p:cNvPr>
          <p:cNvSpPr>
            <a:spLocks noGrp="1"/>
          </p:cNvSpPr>
          <p:nvPr/>
        </p:nvSpPr>
        <p:spPr>
          <a:xfrm>
            <a:off x="2724150" y="2276475"/>
            <a:ext cx="171450" cy="171450"/>
          </a:xfrm>
          <a:prstGeom prst="chevron">
            <a:avLst/>
          </a:prstGeom>
          <a:solidFill>
            <a:srgbClr val="4B8D17"/>
          </a:solidFill>
          <a:ln w="3810">
            <a:solidFill>
              <a:srgbClr val="4B8D17"/>
            </a:solidFill>
            <a:prstDash val="solid"/>
          </a:ln>
        </p:spPr>
      </p:sp>
      <p:sp>
        <p:nvSpPr>
          <p:cNvPr id="3" name="Straight Connector 2">
            <a:extLst>
              <a:ext uri="{FF2B5EF4-FFF2-40B4-BE49-F238E27FC236}">
                <a16:creationId xmlns:a16="http://schemas.microsoft.com/office/drawing/2014/main" id="{89AAC859-041C-4B32-A421-CF92CDF301A4}"/>
              </a:ext>
            </a:extLst>
          </p:cNvPr>
          <p:cNvSpPr>
            <a:spLocks noGrp="1"/>
          </p:cNvSpPr>
          <p:nvPr/>
        </p:nvSpPr>
        <p:spPr>
          <a:xfrm>
            <a:off x="3381375" y="2362200"/>
            <a:ext cx="1066800" cy="0"/>
          </a:xfrm>
          <a:prstGeom prst="line">
            <a:avLst/>
          </a:prstGeom>
          <a:ln w="20003">
            <a:solidFill>
              <a:srgbClr val="4B8D17"/>
            </a:solidFill>
            <a:prstDash val="solid"/>
          </a:ln>
        </p:spPr>
      </p:sp>
      <p:sp>
        <p:nvSpPr>
          <p:cNvPr id="4" name="Arrow: Chevron 3">
            <a:extLst>
              <a:ext uri="{FF2B5EF4-FFF2-40B4-BE49-F238E27FC236}">
                <a16:creationId xmlns:a16="http://schemas.microsoft.com/office/drawing/2014/main" id="{3DB2DF6F-74C2-4C1A-9B9B-FB53FC2F2DAB}"/>
              </a:ext>
            </a:extLst>
          </p:cNvPr>
          <p:cNvSpPr>
            <a:spLocks noGrp="1"/>
          </p:cNvSpPr>
          <p:nvPr/>
        </p:nvSpPr>
        <p:spPr>
          <a:xfrm>
            <a:off x="4343400" y="2276475"/>
            <a:ext cx="171450" cy="171450"/>
          </a:xfrm>
          <a:prstGeom prst="chevron">
            <a:avLst/>
          </a:prstGeom>
          <a:solidFill>
            <a:srgbClr val="4B8D17"/>
          </a:solidFill>
          <a:ln w="3810">
            <a:solidFill>
              <a:srgbClr val="4B8D17"/>
            </a:solidFill>
            <a:prstDash val="solid"/>
          </a:ln>
        </p:spPr>
      </p:sp>
      <p:sp>
        <p:nvSpPr>
          <p:cNvPr id="5" name="Straight Connector 4">
            <a:extLst>
              <a:ext uri="{FF2B5EF4-FFF2-40B4-BE49-F238E27FC236}">
                <a16:creationId xmlns:a16="http://schemas.microsoft.com/office/drawing/2014/main" id="{2EB5F25B-75D4-4A32-8888-6E132C21179A}"/>
              </a:ext>
            </a:extLst>
          </p:cNvPr>
          <p:cNvSpPr>
            <a:spLocks noGrp="1"/>
          </p:cNvSpPr>
          <p:nvPr/>
        </p:nvSpPr>
        <p:spPr>
          <a:xfrm>
            <a:off x="3095625" y="2562225"/>
            <a:ext cx="0" cy="1009650"/>
          </a:xfrm>
          <a:prstGeom prst="line">
            <a:avLst/>
          </a:prstGeom>
          <a:ln w="14288">
            <a:solidFill>
              <a:srgbClr val="4B8D17"/>
            </a:solidFill>
            <a:prstDash val="solid"/>
          </a:ln>
        </p:spPr>
      </p:sp>
      <p:sp>
        <p:nvSpPr>
          <p:cNvPr id="6" name="Straight Connector 5">
            <a:extLst>
              <a:ext uri="{FF2B5EF4-FFF2-40B4-BE49-F238E27FC236}">
                <a16:creationId xmlns:a16="http://schemas.microsoft.com/office/drawing/2014/main" id="{AEAAD8C5-D7E9-4DBC-9CF3-EF3F6DC1755E}"/>
              </a:ext>
            </a:extLst>
          </p:cNvPr>
          <p:cNvSpPr>
            <a:spLocks noGrp="1"/>
          </p:cNvSpPr>
          <p:nvPr/>
        </p:nvSpPr>
        <p:spPr>
          <a:xfrm>
            <a:off x="3095625" y="3571875"/>
            <a:ext cx="4286250" cy="0"/>
          </a:xfrm>
          <a:prstGeom prst="line">
            <a:avLst/>
          </a:prstGeom>
          <a:ln w="14288">
            <a:solidFill>
              <a:srgbClr val="4B8D17"/>
            </a:solidFill>
            <a:prstDash val="solid"/>
          </a:ln>
        </p:spPr>
      </p:sp>
      <p:sp>
        <p:nvSpPr>
          <p:cNvPr id="7" name="Arrow: Chevron 6">
            <a:extLst>
              <a:ext uri="{FF2B5EF4-FFF2-40B4-BE49-F238E27FC236}">
                <a16:creationId xmlns:a16="http://schemas.microsoft.com/office/drawing/2014/main" id="{66242EB3-B835-4D27-9307-7129DE56B045}"/>
              </a:ext>
            </a:extLst>
          </p:cNvPr>
          <p:cNvSpPr>
            <a:spLocks noGrp="1"/>
          </p:cNvSpPr>
          <p:nvPr/>
        </p:nvSpPr>
        <p:spPr>
          <a:xfrm>
            <a:off x="4000500" y="3505200"/>
            <a:ext cx="142875" cy="142875"/>
          </a:xfrm>
          <a:prstGeom prst="chevron">
            <a:avLst/>
          </a:prstGeom>
          <a:solidFill>
            <a:srgbClr val="4B8D17"/>
          </a:solidFill>
          <a:ln w="3810">
            <a:solidFill>
              <a:srgbClr val="4B8D17"/>
            </a:solidFill>
            <a:prstDash val="solid"/>
          </a:ln>
        </p:spPr>
      </p:sp>
      <p:sp>
        <p:nvSpPr>
          <p:cNvPr id="8" name="Arrow: Chevron 7">
            <a:extLst>
              <a:ext uri="{FF2B5EF4-FFF2-40B4-BE49-F238E27FC236}">
                <a16:creationId xmlns:a16="http://schemas.microsoft.com/office/drawing/2014/main" id="{0EE280A0-71A7-428E-8752-EC4E2ED110C9}"/>
              </a:ext>
            </a:extLst>
          </p:cNvPr>
          <p:cNvSpPr>
            <a:spLocks noGrp="1"/>
          </p:cNvSpPr>
          <p:nvPr/>
        </p:nvSpPr>
        <p:spPr>
          <a:xfrm>
            <a:off x="5095875" y="3505200"/>
            <a:ext cx="142875" cy="142875"/>
          </a:xfrm>
          <a:prstGeom prst="chevron">
            <a:avLst/>
          </a:prstGeom>
          <a:solidFill>
            <a:srgbClr val="4B8D17"/>
          </a:solidFill>
          <a:ln w="3810">
            <a:solidFill>
              <a:srgbClr val="4B8D17"/>
            </a:solidFill>
            <a:prstDash val="solid"/>
          </a:ln>
        </p:spPr>
      </p:sp>
      <p:sp>
        <p:nvSpPr>
          <p:cNvPr id="9" name="Arrow: Chevron 8">
            <a:extLst>
              <a:ext uri="{FF2B5EF4-FFF2-40B4-BE49-F238E27FC236}">
                <a16:creationId xmlns:a16="http://schemas.microsoft.com/office/drawing/2014/main" id="{E7881349-229D-4E39-AC34-BEB20D923531}"/>
              </a:ext>
            </a:extLst>
          </p:cNvPr>
          <p:cNvSpPr>
            <a:spLocks noGrp="1"/>
          </p:cNvSpPr>
          <p:nvPr/>
        </p:nvSpPr>
        <p:spPr>
          <a:xfrm>
            <a:off x="6191250" y="3505200"/>
            <a:ext cx="142875" cy="142875"/>
          </a:xfrm>
          <a:prstGeom prst="chevron">
            <a:avLst/>
          </a:prstGeom>
          <a:solidFill>
            <a:srgbClr val="4B8D17"/>
          </a:solidFill>
          <a:ln w="3810">
            <a:solidFill>
              <a:srgbClr val="4B8D17"/>
            </a:solidFill>
            <a:prstDash val="solid"/>
          </a:ln>
        </p:spPr>
      </p:sp>
      <p:sp>
        <p:nvSpPr>
          <p:cNvPr id="10" name="Arrow: Chevron 9">
            <a:extLst>
              <a:ext uri="{FF2B5EF4-FFF2-40B4-BE49-F238E27FC236}">
                <a16:creationId xmlns:a16="http://schemas.microsoft.com/office/drawing/2014/main" id="{D8F516F6-1B2A-4C9A-89F9-7934B9B48F51}"/>
              </a:ext>
            </a:extLst>
          </p:cNvPr>
          <p:cNvSpPr>
            <a:spLocks noGrp="1"/>
          </p:cNvSpPr>
          <p:nvPr/>
        </p:nvSpPr>
        <p:spPr>
          <a:xfrm>
            <a:off x="7191375" y="3505200"/>
            <a:ext cx="142875" cy="142875"/>
          </a:xfrm>
          <a:prstGeom prst="chevron">
            <a:avLst/>
          </a:prstGeom>
          <a:solidFill>
            <a:srgbClr val="4B8D17"/>
          </a:solidFill>
          <a:ln w="3810">
            <a:solidFill>
              <a:srgbClr val="4B8D17"/>
            </a:solidFill>
            <a:prstDash val="solid"/>
          </a:ln>
        </p:spPr>
      </p:sp>
      <p:sp>
        <p:nvSpPr>
          <p:cNvPr id="11" name="Rectangle 10">
            <a:extLst>
              <a:ext uri="{FF2B5EF4-FFF2-40B4-BE49-F238E27FC236}">
                <a16:creationId xmlns:a16="http://schemas.microsoft.com/office/drawing/2014/main" id="{2327C500-3522-40B0-888C-B2FB871D6211}"/>
              </a:ext>
            </a:extLst>
          </p:cNvPr>
          <p:cNvSpPr>
            <a:spLocks noGrp="1"/>
          </p:cNvSpPr>
          <p:nvPr/>
        </p:nvSpPr>
        <p:spPr>
          <a:xfrm>
            <a:off x="714375" y="476250"/>
            <a:ext cx="7000875" cy="438150"/>
          </a:xfrm>
          <a:prstGeom prst="rect">
            <a:avLst/>
          </a:prstGeom>
          <a:ln w="0">
            <a:prstDash val="solid"/>
          </a:ln>
        </p:spPr>
        <p:txBody>
          <a:bodyPr lIns="19050" tIns="9525" rIns="19050" bIns="9525" anchor="ctr">
            <a:normAutofit/>
          </a:bodyPr>
          <a:lstStyle/>
          <a:p>
            <a:pPr algn="l">
              <a:buNone/>
              <a:defRPr sz="2363" b="0">
                <a:solidFill>
                  <a:srgbClr val="111410"/>
                </a:solidFill>
                <a:latin typeface="Cambria"/>
                <a:ea typeface="Cambria"/>
                <a:cs typeface="Cambria"/>
              </a:defRPr>
            </a:pPr>
            <a:r>
              <a:rPr sz="2363" b="0" dirty="0">
                <a:solidFill>
                  <a:srgbClr val="111410"/>
                </a:solidFill>
                <a:latin typeface="Cambria" panose="02040503050406030204" pitchFamily="18" charset="0"/>
                <a:ea typeface="Cambria" panose="02040503050406030204" pitchFamily="18" charset="0"/>
                <a:cs typeface="Cambria"/>
              </a:rPr>
              <a:t>Lookahead </a:t>
            </a:r>
            <a:r>
              <a:rPr sz="2363" b="0" dirty="0" err="1">
                <a:solidFill>
                  <a:srgbClr val="111410"/>
                </a:solidFill>
                <a:latin typeface="Cambria" panose="02040503050406030204" pitchFamily="18" charset="0"/>
                <a:ea typeface="Cambria" panose="02040503050406030204" pitchFamily="18" charset="0"/>
                <a:cs typeface="Cambria"/>
              </a:rPr>
              <a:t>thích</a:t>
            </a:r>
            <a:r>
              <a:rPr sz="2363" b="0" dirty="0">
                <a:solidFill>
                  <a:srgbClr val="111410"/>
                </a:solidFill>
                <a:latin typeface="Cambria" panose="02040503050406030204" pitchFamily="18" charset="0"/>
                <a:ea typeface="Cambria" panose="02040503050406030204" pitchFamily="18" charset="0"/>
                <a:cs typeface="Cambria"/>
              </a:rPr>
              <a:t> </a:t>
            </a:r>
            <a:r>
              <a:rPr sz="2363" b="0" dirty="0" err="1">
                <a:solidFill>
                  <a:srgbClr val="111410"/>
                </a:solidFill>
                <a:latin typeface="Cambria" panose="02040503050406030204" pitchFamily="18" charset="0"/>
                <a:ea typeface="Cambria" panose="02040503050406030204" pitchFamily="18" charset="0"/>
                <a:cs typeface="Cambria"/>
              </a:rPr>
              <a:t>ứng</a:t>
            </a:r>
            <a:r>
              <a:rPr sz="2363" b="0" dirty="0">
                <a:solidFill>
                  <a:srgbClr val="111410"/>
                </a:solidFill>
                <a:latin typeface="Cambria" panose="02040503050406030204" pitchFamily="18" charset="0"/>
                <a:ea typeface="Cambria" panose="02040503050406030204" pitchFamily="18" charset="0"/>
                <a:cs typeface="Cambria"/>
              </a:rPr>
              <a:t> </a:t>
            </a:r>
            <a:r>
              <a:rPr sz="2363" b="0" dirty="0" err="1">
                <a:solidFill>
                  <a:srgbClr val="111410"/>
                </a:solidFill>
                <a:latin typeface="Cambria" panose="02040503050406030204" pitchFamily="18" charset="0"/>
                <a:ea typeface="Cambria" panose="02040503050406030204" pitchFamily="18" charset="0"/>
                <a:cs typeface="Cambria"/>
              </a:rPr>
              <a:t>câu</a:t>
            </a:r>
            <a:r>
              <a:rPr sz="2363" b="0" dirty="0">
                <a:solidFill>
                  <a:srgbClr val="111410"/>
                </a:solidFill>
                <a:latin typeface="Cambria" panose="02040503050406030204" pitchFamily="18" charset="0"/>
                <a:ea typeface="Cambria" panose="02040503050406030204" pitchFamily="18" charset="0"/>
                <a:cs typeface="Cambria"/>
              </a:rPr>
              <a:t> </a:t>
            </a:r>
            <a:r>
              <a:rPr sz="2363" b="0" dirty="0" err="1">
                <a:solidFill>
                  <a:srgbClr val="111410"/>
                </a:solidFill>
                <a:latin typeface="Cambria" panose="02040503050406030204" pitchFamily="18" charset="0"/>
                <a:ea typeface="Cambria" panose="02040503050406030204" pitchFamily="18" charset="0"/>
                <a:cs typeface="Cambria"/>
              </a:rPr>
              <a:t>hỏi</a:t>
            </a:r>
            <a:r>
              <a:rPr sz="2363" b="0" dirty="0">
                <a:solidFill>
                  <a:srgbClr val="111410"/>
                </a:solidFill>
                <a:latin typeface="Cambria" panose="02040503050406030204" pitchFamily="18" charset="0"/>
                <a:ea typeface="Cambria" panose="02040503050406030204" pitchFamily="18" charset="0"/>
                <a:cs typeface="Cambria"/>
              </a:rPr>
              <a:t> </a:t>
            </a:r>
            <a:r>
              <a:rPr sz="2363" b="0" dirty="0" err="1">
                <a:solidFill>
                  <a:srgbClr val="111410"/>
                </a:solidFill>
                <a:latin typeface="Cambria" panose="02040503050406030204" pitchFamily="18" charset="0"/>
                <a:ea typeface="Cambria" panose="02040503050406030204" pitchFamily="18" charset="0"/>
                <a:cs typeface="Cambria"/>
              </a:rPr>
              <a:t>mà</a:t>
            </a:r>
            <a:r>
              <a:rPr sz="2363" b="0" dirty="0">
                <a:solidFill>
                  <a:srgbClr val="111410"/>
                </a:solidFill>
                <a:latin typeface="Cambria" panose="02040503050406030204" pitchFamily="18" charset="0"/>
                <a:ea typeface="Cambria" panose="02040503050406030204" pitchFamily="18" charset="0"/>
                <a:cs typeface="Cambria"/>
              </a:rPr>
              <a:t> </a:t>
            </a:r>
            <a:r>
              <a:rPr sz="2363" b="0" dirty="0" err="1">
                <a:solidFill>
                  <a:srgbClr val="111410"/>
                </a:solidFill>
                <a:latin typeface="Cambria" panose="02040503050406030204" pitchFamily="18" charset="0"/>
                <a:ea typeface="Cambria" panose="02040503050406030204" pitchFamily="18" charset="0"/>
                <a:cs typeface="Cambria"/>
              </a:rPr>
              <a:t>không</a:t>
            </a:r>
            <a:r>
              <a:rPr sz="2363" b="0" dirty="0">
                <a:solidFill>
                  <a:srgbClr val="111410"/>
                </a:solidFill>
                <a:latin typeface="Cambria" panose="02040503050406030204" pitchFamily="18" charset="0"/>
                <a:ea typeface="Cambria" panose="02040503050406030204" pitchFamily="18" charset="0"/>
                <a:cs typeface="Cambria"/>
              </a:rPr>
              <a:t> </a:t>
            </a:r>
            <a:r>
              <a:rPr sz="2363" b="0" dirty="0" err="1">
                <a:solidFill>
                  <a:srgbClr val="111410"/>
                </a:solidFill>
                <a:latin typeface="Cambria" panose="02040503050406030204" pitchFamily="18" charset="0"/>
                <a:ea typeface="Cambria" panose="02040503050406030204" pitchFamily="18" charset="0"/>
                <a:cs typeface="Cambria"/>
              </a:rPr>
              <a:t>ngắt</a:t>
            </a:r>
            <a:r>
              <a:rPr sz="2363" b="0" dirty="0">
                <a:solidFill>
                  <a:srgbClr val="111410"/>
                </a:solidFill>
                <a:latin typeface="Cambria" panose="02040503050406030204" pitchFamily="18" charset="0"/>
                <a:ea typeface="Cambria" panose="02040503050406030204" pitchFamily="18" charset="0"/>
                <a:cs typeface="Cambria"/>
              </a:rPr>
              <a:t> </a:t>
            </a:r>
            <a:r>
              <a:rPr sz="2363" b="0" dirty="0" err="1">
                <a:solidFill>
                  <a:srgbClr val="111410"/>
                </a:solidFill>
                <a:latin typeface="Cambria" panose="02040503050406030204" pitchFamily="18" charset="0"/>
                <a:ea typeface="Cambria" panose="02040503050406030204" pitchFamily="18" charset="0"/>
                <a:cs typeface="Cambria"/>
              </a:rPr>
              <a:t>phiên</a:t>
            </a:r>
            <a:endParaRPr sz="2363" b="0" dirty="0">
              <a:solidFill>
                <a:srgbClr val="111410"/>
              </a:solidFill>
              <a:latin typeface="Cambria" panose="02040503050406030204" pitchFamily="18" charset="0"/>
              <a:ea typeface="Cambria" panose="02040503050406030204" pitchFamily="18" charset="0"/>
              <a:cs typeface="Cambria"/>
            </a:endParaRPr>
          </a:p>
        </p:txBody>
      </p:sp>
      <p:sp>
        <p:nvSpPr>
          <p:cNvPr id="12" name="Rectangle 11">
            <a:extLst>
              <a:ext uri="{FF2B5EF4-FFF2-40B4-BE49-F238E27FC236}">
                <a16:creationId xmlns:a16="http://schemas.microsoft.com/office/drawing/2014/main" id="{315FD960-4BDB-411E-921B-72CCF6E9B5EC}"/>
              </a:ext>
            </a:extLst>
          </p:cNvPr>
          <p:cNvSpPr>
            <a:spLocks noGrp="1"/>
          </p:cNvSpPr>
          <p:nvPr/>
        </p:nvSpPr>
        <p:spPr>
          <a:xfrm>
            <a:off x="714375" y="981075"/>
            <a:ext cx="7000875" cy="266700"/>
          </a:xfrm>
          <a:prstGeom prst="rect">
            <a:avLst/>
          </a:prstGeom>
          <a:ln w="0">
            <a:prstDash val="solid"/>
          </a:ln>
        </p:spPr>
        <p:txBody>
          <a:bodyPr lIns="19050" tIns="9525" rIns="19050" bIns="9525" anchor="ctr">
            <a:normAutofit/>
          </a:bodyPr>
          <a:lstStyle/>
          <a:p>
            <a:pPr algn="l">
              <a:buNone/>
              <a:defRPr sz="1088" b="0">
                <a:solidFill>
                  <a:srgbClr val="5C695B"/>
                </a:solidFill>
                <a:latin typeface="Montserrat"/>
                <a:ea typeface="Montserrat"/>
                <a:cs typeface="Montserrat"/>
              </a:defRPr>
            </a:pPr>
            <a:r>
              <a:rPr sz="1088" b="0">
                <a:solidFill>
                  <a:srgbClr val="5C695B"/>
                </a:solidFill>
                <a:latin typeface="Montserrat"/>
                <a:ea typeface="Montserrat"/>
                <a:cs typeface="Montserrat"/>
              </a:rPr>
              <a:t>Qᵢ₊₁ được trả ngay; after() sinh Qᵢ₊₂ từ QA vừa commit.</a:t>
            </a:r>
          </a:p>
        </p:txBody>
      </p:sp>
      <p:sp>
        <p:nvSpPr>
          <p:cNvPr id="13" name="Rectangle 12">
            <a:extLst>
              <a:ext uri="{FF2B5EF4-FFF2-40B4-BE49-F238E27FC236}">
                <a16:creationId xmlns:a16="http://schemas.microsoft.com/office/drawing/2014/main" id="{FA5D66F9-F17C-4629-88EA-DDD2C0504EAD}"/>
              </a:ext>
            </a:extLst>
          </p:cNvPr>
          <p:cNvSpPr>
            <a:spLocks noGrp="1"/>
          </p:cNvSpPr>
          <p:nvPr/>
        </p:nvSpPr>
        <p:spPr>
          <a:xfrm>
            <a:off x="7810500" y="476250"/>
            <a:ext cx="666750" cy="400050"/>
          </a:xfrm>
          <a:prstGeom prst="rect">
            <a:avLst/>
          </a:prstGeom>
          <a:ln w="0">
            <a:prstDash val="solid"/>
          </a:ln>
        </p:spPr>
        <p:txBody>
          <a:bodyPr lIns="19050" tIns="9525" rIns="19050" bIns="9525" anchor="ctr">
            <a:normAutofit/>
          </a:bodyPr>
          <a:lstStyle/>
          <a:p>
            <a:pPr algn="r">
              <a:buNone/>
              <a:defRPr sz="2100" b="1">
                <a:solidFill>
                  <a:srgbClr val="4B8D17"/>
                </a:solidFill>
                <a:latin typeface="Montserrat"/>
                <a:ea typeface="Montserrat"/>
                <a:cs typeface="Montserrat"/>
              </a:defRPr>
            </a:pPr>
          </a:p>
        </p:txBody>
      </p:sp>
      <p:sp>
        <p:nvSpPr>
          <p:cNvPr id="14" name="Rectangle 13">
            <a:extLst>
              <a:ext uri="{FF2B5EF4-FFF2-40B4-BE49-F238E27FC236}">
                <a16:creationId xmlns:a16="http://schemas.microsoft.com/office/drawing/2014/main" id="{BF3DEA1D-E657-4FD5-ABBC-C141A0F626C2}"/>
              </a:ext>
            </a:extLst>
          </p:cNvPr>
          <p:cNvSpPr>
            <a:spLocks noGrp="1"/>
          </p:cNvSpPr>
          <p:nvPr/>
        </p:nvSpPr>
        <p:spPr>
          <a:xfrm>
            <a:off x="714375" y="1495425"/>
            <a:ext cx="2000250" cy="209550"/>
          </a:xfrm>
          <a:prstGeom prst="rect">
            <a:avLst/>
          </a:prstGeom>
          <a:ln w="0">
            <a:prstDash val="solid"/>
          </a:ln>
        </p:spPr>
        <p:txBody>
          <a:bodyPr lIns="19050" tIns="9525" rIns="19050" bIns="9525" anchor="ctr">
            <a:normAutofit/>
          </a:bodyPr>
          <a:lstStyle/>
          <a:p>
            <a:pPr algn="l">
              <a:buNone/>
              <a:defRPr sz="788" b="1">
                <a:solidFill>
                  <a:srgbClr val="2E6510"/>
                </a:solidFill>
                <a:latin typeface="Montserrat"/>
                <a:ea typeface="Montserrat"/>
                <a:cs typeface="Montserrat"/>
              </a:defRPr>
            </a:pPr>
            <a:r>
              <a:rPr sz="788" b="1">
                <a:solidFill>
                  <a:srgbClr val="2E6510"/>
                </a:solidFill>
                <a:latin typeface="Montserrat"/>
                <a:ea typeface="Montserrat"/>
                <a:cs typeface="Montserrat"/>
              </a:rPr>
              <a:t>LUỒNG NGƯỜI DÙNG</a:t>
            </a:r>
          </a:p>
        </p:txBody>
      </p:sp>
      <p:sp>
        <p:nvSpPr>
          <p:cNvPr id="15" name="Straight Connector 14">
            <a:extLst>
              <a:ext uri="{FF2B5EF4-FFF2-40B4-BE49-F238E27FC236}">
                <a16:creationId xmlns:a16="http://schemas.microsoft.com/office/drawing/2014/main" id="{BE223C34-32F8-45BD-883F-FE2EB487E353}"/>
              </a:ext>
            </a:extLst>
          </p:cNvPr>
          <p:cNvSpPr>
            <a:spLocks noGrp="1"/>
          </p:cNvSpPr>
          <p:nvPr/>
        </p:nvSpPr>
        <p:spPr>
          <a:xfrm>
            <a:off x="714375" y="1752600"/>
            <a:ext cx="7715250" cy="0"/>
          </a:xfrm>
          <a:prstGeom prst="line">
            <a:avLst/>
          </a:prstGeom>
          <a:ln w="7620">
            <a:solidFill>
              <a:srgbClr val="788476"/>
            </a:solidFill>
            <a:prstDash val="solid"/>
          </a:ln>
        </p:spPr>
      </p:sp>
      <p:sp>
        <p:nvSpPr>
          <p:cNvPr id="16" name="Oval 15">
            <a:extLst>
              <a:ext uri="{FF2B5EF4-FFF2-40B4-BE49-F238E27FC236}">
                <a16:creationId xmlns:a16="http://schemas.microsoft.com/office/drawing/2014/main" id="{B3D99067-C856-4C5D-92EB-08B504A7E9B0}"/>
              </a:ext>
            </a:extLst>
          </p:cNvPr>
          <p:cNvSpPr>
            <a:spLocks noGrp="1"/>
          </p:cNvSpPr>
          <p:nvPr/>
        </p:nvSpPr>
        <p:spPr>
          <a:xfrm>
            <a:off x="1143000" y="1933575"/>
            <a:ext cx="857250" cy="857250"/>
          </a:xfrm>
          <a:prstGeom prst="ellipse">
            <a:avLst/>
          </a:prstGeom>
          <a:solidFill>
            <a:srgbClr val="D7E7F1"/>
          </a:solidFill>
          <a:ln w="13335">
            <a:solidFill>
              <a:srgbClr val="788476"/>
            </a:solidFill>
            <a:prstDash val="solid"/>
          </a:ln>
        </p:spPr>
      </p:sp>
      <p:sp>
        <p:nvSpPr>
          <p:cNvPr id="17" name="Rectangle 16">
            <a:extLst>
              <a:ext uri="{FF2B5EF4-FFF2-40B4-BE49-F238E27FC236}">
                <a16:creationId xmlns:a16="http://schemas.microsoft.com/office/drawing/2014/main" id="{AF0FCC59-CFAB-4043-BE17-4CEBFBB9FF9F}"/>
              </a:ext>
            </a:extLst>
          </p:cNvPr>
          <p:cNvSpPr>
            <a:spLocks noGrp="1"/>
          </p:cNvSpPr>
          <p:nvPr/>
        </p:nvSpPr>
        <p:spPr>
          <a:xfrm>
            <a:off x="1200150" y="2038350"/>
            <a:ext cx="742950" cy="381000"/>
          </a:xfrm>
          <a:prstGeom prst="rect">
            <a:avLst/>
          </a:prstGeom>
          <a:ln w="0">
            <a:prstDash val="solid"/>
          </a:ln>
        </p:spPr>
        <p:txBody>
          <a:bodyPr lIns="19050" tIns="9525" rIns="19050" bIns="9525" anchor="ctr">
            <a:normAutofit/>
          </a:bodyPr>
          <a:lstStyle/>
          <a:p>
            <a:pPr algn="ctr">
              <a:buNone/>
              <a:defRPr sz="1950" b="1">
                <a:solidFill>
                  <a:srgbClr val="111410"/>
                </a:solidFill>
                <a:latin typeface="Montserrat"/>
                <a:ea typeface="Montserrat"/>
                <a:cs typeface="Montserrat"/>
              </a:defRPr>
            </a:pPr>
            <a:r>
              <a:rPr sz="1950" b="1">
                <a:solidFill>
                  <a:srgbClr val="111410"/>
                </a:solidFill>
                <a:latin typeface="Montserrat"/>
                <a:ea typeface="Montserrat"/>
                <a:cs typeface="Montserrat"/>
              </a:rPr>
              <a:t>Qᵢ</a:t>
            </a:r>
          </a:p>
        </p:txBody>
      </p:sp>
      <p:sp>
        <p:nvSpPr>
          <p:cNvPr id="18" name="Rectangle 17">
            <a:extLst>
              <a:ext uri="{FF2B5EF4-FFF2-40B4-BE49-F238E27FC236}">
                <a16:creationId xmlns:a16="http://schemas.microsoft.com/office/drawing/2014/main" id="{4936C58C-6F2A-4F49-A9FD-A303A05227E4}"/>
              </a:ext>
            </a:extLst>
          </p:cNvPr>
          <p:cNvSpPr>
            <a:spLocks noGrp="1"/>
          </p:cNvSpPr>
          <p:nvPr/>
        </p:nvSpPr>
        <p:spPr>
          <a:xfrm>
            <a:off x="1000125" y="2400300"/>
            <a:ext cx="1143000" cy="228600"/>
          </a:xfrm>
          <a:prstGeom prst="rect">
            <a:avLst/>
          </a:prstGeom>
          <a:ln w="0">
            <a:prstDash val="solid"/>
          </a:ln>
        </p:spPr>
        <p:txBody>
          <a:bodyPr lIns="19050" tIns="9525" rIns="19050" bIns="9525" anchor="ctr">
            <a:normAutofit fontScale="92500" lnSpcReduction="10000"/>
          </a:bodyPr>
          <a:lstStyle/>
          <a:p>
            <a:pPr algn="ctr">
              <a:buNone/>
              <a:defRPr sz="765" b="0">
                <a:solidFill>
                  <a:srgbClr val="5C695B"/>
                </a:solidFill>
                <a:latin typeface="Montserrat"/>
                <a:ea typeface="Montserrat"/>
                <a:cs typeface="Montserrat"/>
              </a:defRPr>
            </a:pPr>
            <a:r>
              <a:rPr sz="765" b="0">
                <a:solidFill>
                  <a:srgbClr val="5C695B"/>
                </a:solidFill>
                <a:latin typeface="Montserrat"/>
                <a:ea typeface="Montserrat"/>
                <a:cs typeface="Montserrat"/>
              </a:rPr>
              <a:t>ghi âm + </a:t>
            </a:r>
          </a:p>
          <a:p>
            <a:pPr algn="ctr">
              <a:buNone/>
              <a:defRPr sz="765" b="0">
                <a:solidFill>
                  <a:srgbClr val="5C695B"/>
                </a:solidFill>
                <a:latin typeface="Montserrat"/>
                <a:ea typeface="Montserrat"/>
                <a:cs typeface="Montserrat"/>
              </a:defRPr>
            </a:pPr>
            <a:r>
              <a:rPr sz="765" b="0">
                <a:solidFill>
                  <a:srgbClr val="5C695B"/>
                </a:solidFill>
                <a:latin typeface="Montserrat"/>
                <a:ea typeface="Montserrat"/>
                <a:cs typeface="Montserrat"/>
              </a:rPr>
              <a:t>transcript</a:t>
            </a:r>
          </a:p>
        </p:txBody>
      </p:sp>
      <p:sp>
        <p:nvSpPr>
          <p:cNvPr id="19" name="Rectangle 18">
            <a:extLst>
              <a:ext uri="{FF2B5EF4-FFF2-40B4-BE49-F238E27FC236}">
                <a16:creationId xmlns:a16="http://schemas.microsoft.com/office/drawing/2014/main" id="{BD5D1C24-BEE5-43E4-BCC2-C79FDA5B9AB3}"/>
              </a:ext>
            </a:extLst>
          </p:cNvPr>
          <p:cNvSpPr>
            <a:spLocks noGrp="1"/>
          </p:cNvSpPr>
          <p:nvPr/>
        </p:nvSpPr>
        <p:spPr>
          <a:xfrm>
            <a:off x="1028700" y="2819400"/>
            <a:ext cx="1085850" cy="209550"/>
          </a:xfrm>
          <a:prstGeom prst="rect">
            <a:avLst/>
          </a:prstGeom>
          <a:ln w="0">
            <a:prstDash val="solid"/>
          </a:ln>
        </p:spPr>
        <p:txBody>
          <a:bodyPr lIns="19050" tIns="9525" rIns="19050" bIns="9525" anchor="ctr">
            <a:normAutofit/>
          </a:bodyPr>
          <a:lstStyle/>
          <a:p>
            <a:pPr algn="ctr">
              <a:buNone/>
              <a:defRPr sz="788" b="1">
                <a:solidFill>
                  <a:srgbClr val="2E6510"/>
                </a:solidFill>
                <a:latin typeface="Montserrat"/>
                <a:ea typeface="Montserrat"/>
                <a:cs typeface="Montserrat"/>
              </a:defRPr>
            </a:pPr>
            <a:r>
              <a:rPr sz="788" b="1">
                <a:solidFill>
                  <a:srgbClr val="2E6510"/>
                </a:solidFill>
                <a:latin typeface="Montserrat"/>
                <a:ea typeface="Montserrat"/>
                <a:cs typeface="Montserrat"/>
              </a:rPr>
              <a:t>Câu hiện tại</a:t>
            </a:r>
          </a:p>
        </p:txBody>
      </p:sp>
      <p:sp>
        <p:nvSpPr>
          <p:cNvPr id="20" name="Oval 19">
            <a:extLst>
              <a:ext uri="{FF2B5EF4-FFF2-40B4-BE49-F238E27FC236}">
                <a16:creationId xmlns:a16="http://schemas.microsoft.com/office/drawing/2014/main" id="{234B85EE-1A44-4B19-A48D-A45088EBE77D}"/>
              </a:ext>
            </a:extLst>
          </p:cNvPr>
          <p:cNvSpPr>
            <a:spLocks noGrp="1"/>
          </p:cNvSpPr>
          <p:nvPr/>
        </p:nvSpPr>
        <p:spPr>
          <a:xfrm>
            <a:off x="2867025" y="2133600"/>
            <a:ext cx="457200" cy="457200"/>
          </a:xfrm>
          <a:prstGeom prst="ellipse">
            <a:avLst/>
          </a:prstGeom>
          <a:solidFill>
            <a:srgbClr val="F7EDC8"/>
          </a:solidFill>
          <a:ln w="13335">
            <a:solidFill>
              <a:srgbClr val="4B8D17"/>
            </a:solidFill>
            <a:prstDash val="solid"/>
          </a:ln>
        </p:spPr>
      </p:sp>
      <p:sp>
        <p:nvSpPr>
          <p:cNvPr id="21" name="Rectangle 20">
            <a:extLst>
              <a:ext uri="{FF2B5EF4-FFF2-40B4-BE49-F238E27FC236}">
                <a16:creationId xmlns:a16="http://schemas.microsoft.com/office/drawing/2014/main" id="{B358567F-4F69-4937-B8D4-C6BDE1E59289}"/>
              </a:ext>
            </a:extLst>
          </p:cNvPr>
          <p:cNvSpPr>
            <a:spLocks noGrp="1"/>
          </p:cNvSpPr>
          <p:nvPr/>
        </p:nvSpPr>
        <p:spPr>
          <a:xfrm>
            <a:off x="2838450" y="2152650"/>
            <a:ext cx="514350" cy="419100"/>
          </a:xfrm>
          <a:prstGeom prst="rect">
            <a:avLst/>
          </a:prstGeom>
          <a:ln w="0">
            <a:prstDash val="solid"/>
          </a:ln>
        </p:spPr>
        <p:txBody>
          <a:bodyPr lIns="19050" tIns="9525" rIns="19050" bIns="9525" anchor="ctr">
            <a:normAutofit/>
          </a:bodyPr>
          <a:lstStyle/>
          <a:p>
            <a:pPr algn="ctr">
              <a:buNone/>
              <a:defRPr sz="713" b="1">
                <a:solidFill>
                  <a:srgbClr val="2E6510"/>
                </a:solidFill>
                <a:latin typeface="Montserrat"/>
                <a:ea typeface="Montserrat"/>
                <a:cs typeface="Montserrat"/>
              </a:defRPr>
            </a:pPr>
            <a:r>
              <a:rPr sz="713" b="1">
                <a:solidFill>
                  <a:srgbClr val="2E6510"/>
                </a:solidFill>
                <a:latin typeface="Montserrat"/>
                <a:ea typeface="Montserrat"/>
                <a:cs typeface="Montserrat"/>
              </a:rPr>
              <a:t>COMMIT</a:t>
            </a:r>
          </a:p>
          <a:p>
            <a:pPr algn="ctr">
              <a:buNone/>
              <a:defRPr sz="713" b="1">
                <a:solidFill>
                  <a:srgbClr val="2E6510"/>
                </a:solidFill>
                <a:latin typeface="Montserrat"/>
                <a:ea typeface="Montserrat"/>
                <a:cs typeface="Montserrat"/>
              </a:defRPr>
            </a:pPr>
            <a:r>
              <a:rPr sz="713" b="1">
                <a:solidFill>
                  <a:srgbClr val="2E6510"/>
                </a:solidFill>
                <a:latin typeface="Montserrat"/>
                <a:ea typeface="Montserrat"/>
                <a:cs typeface="Montserrat"/>
              </a:rPr>
              <a:t>QA</a:t>
            </a:r>
          </a:p>
        </p:txBody>
      </p:sp>
      <p:sp>
        <p:nvSpPr>
          <p:cNvPr id="22" name="Oval 21">
            <a:extLst>
              <a:ext uri="{FF2B5EF4-FFF2-40B4-BE49-F238E27FC236}">
                <a16:creationId xmlns:a16="http://schemas.microsoft.com/office/drawing/2014/main" id="{8AA1C8B7-440D-41BB-99DD-387AD2457AA7}"/>
              </a:ext>
            </a:extLst>
          </p:cNvPr>
          <p:cNvSpPr>
            <a:spLocks noGrp="1"/>
          </p:cNvSpPr>
          <p:nvPr/>
        </p:nvSpPr>
        <p:spPr>
          <a:xfrm>
            <a:off x="4457700" y="1866900"/>
            <a:ext cx="990600" cy="990600"/>
          </a:xfrm>
          <a:prstGeom prst="ellipse">
            <a:avLst/>
          </a:prstGeom>
          <a:solidFill>
            <a:srgbClr val="DFF0D6"/>
          </a:solidFill>
          <a:ln w="20003">
            <a:solidFill>
              <a:srgbClr val="4B8D17"/>
            </a:solidFill>
            <a:prstDash val="solid"/>
          </a:ln>
        </p:spPr>
      </p:sp>
      <p:sp>
        <p:nvSpPr>
          <p:cNvPr id="23" name="Rectangle 22">
            <a:extLst>
              <a:ext uri="{FF2B5EF4-FFF2-40B4-BE49-F238E27FC236}">
                <a16:creationId xmlns:a16="http://schemas.microsoft.com/office/drawing/2014/main" id="{5B0281B5-CB6D-4479-A2F5-62F9753629C5}"/>
              </a:ext>
            </a:extLst>
          </p:cNvPr>
          <p:cNvSpPr>
            <a:spLocks noGrp="1"/>
          </p:cNvSpPr>
          <p:nvPr/>
        </p:nvSpPr>
        <p:spPr>
          <a:xfrm>
            <a:off x="4524375" y="2009775"/>
            <a:ext cx="857250" cy="381000"/>
          </a:xfrm>
          <a:prstGeom prst="rect">
            <a:avLst/>
          </a:prstGeom>
          <a:ln w="0">
            <a:prstDash val="solid"/>
          </a:ln>
        </p:spPr>
        <p:txBody>
          <a:bodyPr lIns="19050" tIns="9525" rIns="19050" bIns="9525" anchor="ctr">
            <a:normAutofit/>
          </a:bodyPr>
          <a:lstStyle/>
          <a:p>
            <a:pPr algn="ctr">
              <a:buNone/>
              <a:defRPr sz="1913" b="1">
                <a:solidFill>
                  <a:srgbClr val="2E6510"/>
                </a:solidFill>
                <a:latin typeface="Montserrat"/>
                <a:ea typeface="Montserrat"/>
                <a:cs typeface="Montserrat"/>
              </a:defRPr>
            </a:pPr>
            <a:r>
              <a:rPr sz="1913" b="1">
                <a:solidFill>
                  <a:srgbClr val="2E6510"/>
                </a:solidFill>
                <a:latin typeface="Montserrat"/>
                <a:ea typeface="Montserrat"/>
                <a:cs typeface="Montserrat"/>
              </a:rPr>
              <a:t>Qᵢ₊₁</a:t>
            </a:r>
          </a:p>
        </p:txBody>
      </p:sp>
      <p:sp>
        <p:nvSpPr>
          <p:cNvPr id="24" name="Rectangle 23">
            <a:extLst>
              <a:ext uri="{FF2B5EF4-FFF2-40B4-BE49-F238E27FC236}">
                <a16:creationId xmlns:a16="http://schemas.microsoft.com/office/drawing/2014/main" id="{4CB26A6A-ACDF-4BA1-8FF9-AB6B38A225F6}"/>
              </a:ext>
            </a:extLst>
          </p:cNvPr>
          <p:cNvSpPr>
            <a:spLocks noGrp="1"/>
          </p:cNvSpPr>
          <p:nvPr/>
        </p:nvSpPr>
        <p:spPr>
          <a:xfrm>
            <a:off x="4400550" y="2381250"/>
            <a:ext cx="1104900" cy="342900"/>
          </a:xfrm>
          <a:prstGeom prst="rect">
            <a:avLst/>
          </a:prstGeom>
          <a:ln w="0">
            <a:prstDash val="solid"/>
          </a:ln>
        </p:spPr>
        <p:txBody>
          <a:bodyPr lIns="19050" tIns="9525" rIns="19050" bIns="9525" anchor="ctr">
            <a:normAutofit/>
          </a:bodyPr>
          <a:lstStyle/>
          <a:p>
            <a:pPr algn="ctr">
              <a:buNone/>
              <a:defRPr sz="765" b="0">
                <a:solidFill>
                  <a:srgbClr val="5C695B"/>
                </a:solidFill>
                <a:latin typeface="Montserrat"/>
                <a:ea typeface="Montserrat"/>
                <a:cs typeface="Montserrat"/>
              </a:defRPr>
            </a:pPr>
            <a:r>
              <a:rPr sz="765" b="0">
                <a:solidFill>
                  <a:srgbClr val="5C695B"/>
                </a:solidFill>
                <a:latin typeface="Montserrat"/>
                <a:ea typeface="Montserrat"/>
                <a:cs typeface="Montserrat"/>
              </a:rPr>
              <a:t>đã có trong</a:t>
            </a:r>
          </a:p>
          <a:p>
            <a:pPr algn="ctr">
              <a:buNone/>
              <a:defRPr sz="765" b="0">
                <a:solidFill>
                  <a:srgbClr val="5C695B"/>
                </a:solidFill>
                <a:latin typeface="Montserrat"/>
                <a:ea typeface="Montserrat"/>
                <a:cs typeface="Montserrat"/>
              </a:defRPr>
            </a:pPr>
            <a:r>
              <a:rPr sz="765" b="0">
                <a:solidFill>
                  <a:srgbClr val="5C695B"/>
                </a:solidFill>
                <a:latin typeface="Montserrat"/>
                <a:ea typeface="Montserrat"/>
                <a:cs typeface="Montserrat"/>
              </a:rPr>
              <a:t>questions[]</a:t>
            </a:r>
          </a:p>
        </p:txBody>
      </p:sp>
      <p:sp>
        <p:nvSpPr>
          <p:cNvPr id="25" name="Rectangle 24">
            <a:extLst>
              <a:ext uri="{FF2B5EF4-FFF2-40B4-BE49-F238E27FC236}">
                <a16:creationId xmlns:a16="http://schemas.microsoft.com/office/drawing/2014/main" id="{ABB70280-3FE2-43BF-86CC-9662475872FF}"/>
              </a:ext>
            </a:extLst>
          </p:cNvPr>
          <p:cNvSpPr>
            <a:spLocks noGrp="1"/>
          </p:cNvSpPr>
          <p:nvPr/>
        </p:nvSpPr>
        <p:spPr>
          <a:xfrm>
            <a:off x="4171950" y="2838450"/>
            <a:ext cx="1562100" cy="209550"/>
          </a:xfrm>
          <a:prstGeom prst="rect">
            <a:avLst/>
          </a:prstGeom>
          <a:ln w="0">
            <a:prstDash val="solid"/>
          </a:ln>
        </p:spPr>
        <p:txBody>
          <a:bodyPr lIns="19050" tIns="9525" rIns="19050" bIns="9525" anchor="ctr">
            <a:normAutofit/>
          </a:bodyPr>
          <a:lstStyle/>
          <a:p>
            <a:pPr algn="ctr">
              <a:buNone/>
              <a:defRPr sz="773" b="1">
                <a:solidFill>
                  <a:srgbClr val="4B8D17"/>
                </a:solidFill>
                <a:latin typeface="Montserrat"/>
                <a:ea typeface="Montserrat"/>
                <a:cs typeface="Montserrat"/>
              </a:defRPr>
            </a:pPr>
            <a:r>
              <a:rPr sz="773" b="1">
                <a:solidFill>
                  <a:srgbClr val="4B8D17"/>
                </a:solidFill>
                <a:latin typeface="Montserrat"/>
                <a:ea typeface="Montserrat"/>
                <a:cs typeface="Montserrat"/>
              </a:rPr>
              <a:t>CÂU KẾ TIẾP · TRẢ NGAY</a:t>
            </a:r>
          </a:p>
        </p:txBody>
      </p:sp>
      <p:sp>
        <p:nvSpPr>
          <p:cNvPr id="26" name="Rectangle 25">
            <a:extLst>
              <a:ext uri="{FF2B5EF4-FFF2-40B4-BE49-F238E27FC236}">
                <a16:creationId xmlns:a16="http://schemas.microsoft.com/office/drawing/2014/main" id="{29043FBA-C0F5-4C32-BBD6-8EF7759DE2F1}"/>
              </a:ext>
            </a:extLst>
          </p:cNvPr>
          <p:cNvSpPr>
            <a:spLocks noGrp="1"/>
          </p:cNvSpPr>
          <p:nvPr/>
        </p:nvSpPr>
        <p:spPr>
          <a:xfrm>
            <a:off x="6191250" y="2019300"/>
            <a:ext cx="38100" cy="838200"/>
          </a:xfrm>
          <a:prstGeom prst="rect">
            <a:avLst/>
          </a:prstGeom>
          <a:solidFill>
            <a:srgbClr val="4B8D17"/>
          </a:solidFill>
          <a:ln w="0">
            <a:solidFill>
              <a:srgbClr val="4B8D17"/>
            </a:solidFill>
            <a:prstDash val="solid"/>
          </a:ln>
        </p:spPr>
      </p:sp>
      <p:sp>
        <p:nvSpPr>
          <p:cNvPr id="27" name="Rectangle 26">
            <a:extLst>
              <a:ext uri="{FF2B5EF4-FFF2-40B4-BE49-F238E27FC236}">
                <a16:creationId xmlns:a16="http://schemas.microsoft.com/office/drawing/2014/main" id="{84054A6F-767B-44FF-AC34-4E6E635888DB}"/>
              </a:ext>
            </a:extLst>
          </p:cNvPr>
          <p:cNvSpPr>
            <a:spLocks noGrp="1"/>
          </p:cNvSpPr>
          <p:nvPr/>
        </p:nvSpPr>
        <p:spPr>
          <a:xfrm>
            <a:off x="6381750" y="1981200"/>
            <a:ext cx="1809750" cy="514350"/>
          </a:xfrm>
          <a:prstGeom prst="rect">
            <a:avLst/>
          </a:prstGeom>
          <a:ln w="0">
            <a:prstDash val="solid"/>
          </a:ln>
        </p:spPr>
        <p:txBody>
          <a:bodyPr lIns="19050" tIns="9525" rIns="19050" bIns="9525" anchor="ctr">
            <a:normAutofit/>
          </a:bodyPr>
          <a:lstStyle/>
          <a:p>
            <a:pPr algn="l">
              <a:buNone/>
              <a:defRPr sz="1500" b="1">
                <a:solidFill>
                  <a:srgbClr val="2E6510"/>
                </a:solidFill>
                <a:latin typeface="Montserrat"/>
                <a:ea typeface="Montserrat"/>
                <a:cs typeface="Montserrat"/>
              </a:defRPr>
            </a:pPr>
            <a:r>
              <a:rPr sz="1500" b="1">
                <a:solidFill>
                  <a:srgbClr val="2E6510"/>
                </a:solidFill>
                <a:latin typeface="Montserrat"/>
                <a:ea typeface="Montserrat"/>
                <a:cs typeface="Montserrat"/>
              </a:rPr>
              <a:t>Trả trước,</a:t>
            </a:r>
          </a:p>
          <a:p>
            <a:pPr algn="l">
              <a:buNone/>
              <a:defRPr sz="1500" b="1">
                <a:solidFill>
                  <a:srgbClr val="2E6510"/>
                </a:solidFill>
                <a:latin typeface="Montserrat"/>
                <a:ea typeface="Montserrat"/>
                <a:cs typeface="Montserrat"/>
              </a:defRPr>
            </a:pPr>
            <a:r>
              <a:rPr sz="1500" b="1">
                <a:solidFill>
                  <a:srgbClr val="2E6510"/>
                </a:solidFill>
                <a:latin typeface="Montserrat"/>
                <a:ea typeface="Montserrat"/>
                <a:cs typeface="Montserrat"/>
              </a:rPr>
              <a:t>thích ứng sau</a:t>
            </a:r>
          </a:p>
        </p:txBody>
      </p:sp>
      <p:sp>
        <p:nvSpPr>
          <p:cNvPr id="28" name="Rectangle 27">
            <a:extLst>
              <a:ext uri="{FF2B5EF4-FFF2-40B4-BE49-F238E27FC236}">
                <a16:creationId xmlns:a16="http://schemas.microsoft.com/office/drawing/2014/main" id="{065559D4-CFD0-4DEB-BBF5-A894B6B8B83B}"/>
              </a:ext>
            </a:extLst>
          </p:cNvPr>
          <p:cNvSpPr>
            <a:spLocks noGrp="1"/>
          </p:cNvSpPr>
          <p:nvPr/>
        </p:nvSpPr>
        <p:spPr>
          <a:xfrm>
            <a:off x="6381750" y="2514600"/>
            <a:ext cx="1857375" cy="400050"/>
          </a:xfrm>
          <a:prstGeom prst="rect">
            <a:avLst/>
          </a:prstGeom>
          <a:ln w="0">
            <a:prstDash val="solid"/>
          </a:ln>
        </p:spPr>
        <p:txBody>
          <a:bodyPr lIns="19050" tIns="9525" rIns="19050" bIns="9525" anchor="ctr">
            <a:normAutofit/>
          </a:bodyPr>
          <a:lstStyle/>
          <a:p>
            <a:pPr algn="l">
              <a:buNone/>
              <a:defRPr sz="848" b="0">
                <a:solidFill>
                  <a:srgbClr val="5C695B"/>
                </a:solidFill>
                <a:latin typeface="Montserrat"/>
                <a:ea typeface="Montserrat"/>
                <a:cs typeface="Montserrat"/>
              </a:defRPr>
            </a:pPr>
            <a:r>
              <a:rPr sz="848" b="0">
                <a:solidFill>
                  <a:srgbClr val="5C695B"/>
                </a:solidFill>
                <a:latin typeface="Montserrat"/>
                <a:ea typeface="Montserrat"/>
                <a:cs typeface="Montserrat"/>
              </a:rPr>
              <a:t>Người dùng không phải chờ DeepSeek tạo câu kế tiếp.</a:t>
            </a:r>
          </a:p>
        </p:txBody>
      </p:sp>
      <p:sp>
        <p:nvSpPr>
          <p:cNvPr id="29" name="Rectangle 28">
            <a:extLst>
              <a:ext uri="{FF2B5EF4-FFF2-40B4-BE49-F238E27FC236}">
                <a16:creationId xmlns:a16="http://schemas.microsoft.com/office/drawing/2014/main" id="{C8E905FE-FC08-492A-96D1-A738ABEF6F84}"/>
              </a:ext>
            </a:extLst>
          </p:cNvPr>
          <p:cNvSpPr>
            <a:spLocks noGrp="1"/>
          </p:cNvSpPr>
          <p:nvPr/>
        </p:nvSpPr>
        <p:spPr>
          <a:xfrm>
            <a:off x="3333750" y="3209925"/>
            <a:ext cx="2095500" cy="209550"/>
          </a:xfrm>
          <a:prstGeom prst="rect">
            <a:avLst/>
          </a:prstGeom>
          <a:ln w="0">
            <a:prstDash val="solid"/>
          </a:ln>
        </p:spPr>
        <p:txBody>
          <a:bodyPr lIns="19050" tIns="9525" rIns="19050" bIns="9525" anchor="ctr">
            <a:normAutofit/>
          </a:bodyPr>
          <a:lstStyle/>
          <a:p>
            <a:pPr algn="l">
              <a:buNone/>
              <a:defRPr sz="788" b="1">
                <a:solidFill>
                  <a:srgbClr val="2E6510"/>
                </a:solidFill>
                <a:latin typeface="Montserrat"/>
                <a:ea typeface="Montserrat"/>
                <a:cs typeface="Montserrat"/>
              </a:defRPr>
            </a:pPr>
            <a:r>
              <a:rPr sz="788" b="1">
                <a:solidFill>
                  <a:srgbClr val="2E6510"/>
                </a:solidFill>
                <a:latin typeface="Montserrat"/>
                <a:ea typeface="Montserrat"/>
                <a:cs typeface="Montserrat"/>
              </a:rPr>
              <a:t>LUỒNG NỀN · LOOKAHEAD</a:t>
            </a:r>
          </a:p>
        </p:txBody>
      </p:sp>
      <p:sp>
        <p:nvSpPr>
          <p:cNvPr id="30" name="Oval 29">
            <a:extLst>
              <a:ext uri="{FF2B5EF4-FFF2-40B4-BE49-F238E27FC236}">
                <a16:creationId xmlns:a16="http://schemas.microsoft.com/office/drawing/2014/main" id="{905B5239-8C1E-4D50-B1A8-1504F057C97A}"/>
              </a:ext>
            </a:extLst>
          </p:cNvPr>
          <p:cNvSpPr>
            <a:spLocks noGrp="1"/>
          </p:cNvSpPr>
          <p:nvPr/>
        </p:nvSpPr>
        <p:spPr>
          <a:xfrm>
            <a:off x="2962275" y="3438525"/>
            <a:ext cx="266700" cy="266700"/>
          </a:xfrm>
          <a:prstGeom prst="ellipse">
            <a:avLst/>
          </a:prstGeom>
          <a:solidFill>
            <a:srgbClr val="F7EDC8"/>
          </a:solidFill>
          <a:ln w="11430">
            <a:solidFill>
              <a:srgbClr val="4B8D17"/>
            </a:solidFill>
            <a:prstDash val="solid"/>
          </a:ln>
        </p:spPr>
      </p:sp>
      <p:sp>
        <p:nvSpPr>
          <p:cNvPr id="31" name="Rectangle 30">
            <a:extLst>
              <a:ext uri="{FF2B5EF4-FFF2-40B4-BE49-F238E27FC236}">
                <a16:creationId xmlns:a16="http://schemas.microsoft.com/office/drawing/2014/main" id="{8ECF36C8-D389-412A-9F38-140BF8679A6D}"/>
              </a:ext>
            </a:extLst>
          </p:cNvPr>
          <p:cNvSpPr>
            <a:spLocks noGrp="1"/>
          </p:cNvSpPr>
          <p:nvPr/>
        </p:nvSpPr>
        <p:spPr>
          <a:xfrm>
            <a:off x="2981325" y="3457575"/>
            <a:ext cx="228600" cy="228600"/>
          </a:xfrm>
          <a:prstGeom prst="rect">
            <a:avLst/>
          </a:prstGeom>
          <a:ln w="0">
            <a:prstDash val="solid"/>
          </a:ln>
        </p:spPr>
        <p:txBody>
          <a:bodyPr lIns="19050" tIns="9525" rIns="19050" bIns="9525" anchor="ctr">
            <a:normAutofit/>
          </a:bodyPr>
          <a:lstStyle/>
          <a:p>
            <a:pPr algn="ctr">
              <a:buNone/>
              <a:defRPr sz="788" b="1">
                <a:solidFill>
                  <a:srgbClr val="2E6510"/>
                </a:solidFill>
                <a:latin typeface="Montserrat"/>
                <a:ea typeface="Montserrat"/>
                <a:cs typeface="Montserrat"/>
              </a:defRPr>
            </a:pPr>
            <a:r>
              <a:rPr sz="788" b="1">
                <a:solidFill>
                  <a:srgbClr val="2E6510"/>
                </a:solidFill>
                <a:latin typeface="Montserrat"/>
                <a:ea typeface="Montserrat"/>
                <a:cs typeface="Montserrat"/>
              </a:rPr>
              <a:t>1</a:t>
            </a:r>
          </a:p>
        </p:txBody>
      </p:sp>
      <p:sp>
        <p:nvSpPr>
          <p:cNvPr id="32" name="Rectangle 31">
            <a:extLst>
              <a:ext uri="{FF2B5EF4-FFF2-40B4-BE49-F238E27FC236}">
                <a16:creationId xmlns:a16="http://schemas.microsoft.com/office/drawing/2014/main" id="{5D479CD5-3553-4FE6-8088-8D636ECB4AA6}"/>
              </a:ext>
            </a:extLst>
          </p:cNvPr>
          <p:cNvSpPr>
            <a:spLocks noGrp="1"/>
          </p:cNvSpPr>
          <p:nvPr/>
        </p:nvSpPr>
        <p:spPr>
          <a:xfrm>
            <a:off x="2562225" y="3790950"/>
            <a:ext cx="1066800" cy="209550"/>
          </a:xfrm>
          <a:prstGeom prst="rect">
            <a:avLst/>
          </a:prstGeom>
          <a:ln w="0">
            <a:prstDash val="solid"/>
          </a:ln>
        </p:spPr>
        <p:txBody>
          <a:bodyPr lIns="19050" tIns="9525" rIns="19050" bIns="9525" anchor="ctr">
            <a:normAutofit/>
          </a:bodyPr>
          <a:lstStyle/>
          <a:p>
            <a:pPr algn="ctr">
              <a:buNone/>
              <a:defRPr sz="773" b="1">
                <a:solidFill>
                  <a:srgbClr val="111410"/>
                </a:solidFill>
                <a:latin typeface="Montserrat"/>
                <a:ea typeface="Montserrat"/>
                <a:cs typeface="Montserrat"/>
              </a:defRPr>
            </a:pPr>
            <a:r>
              <a:rPr sz="773" b="1">
                <a:solidFill>
                  <a:srgbClr val="111410"/>
                </a:solidFill>
                <a:latin typeface="Montserrat"/>
                <a:ea typeface="Montserrat"/>
                <a:cs typeface="Montserrat"/>
              </a:rPr>
              <a:t>QA đã lưu</a:t>
            </a:r>
          </a:p>
        </p:txBody>
      </p:sp>
      <p:sp>
        <p:nvSpPr>
          <p:cNvPr id="33" name="Rectangle 32">
            <a:extLst>
              <a:ext uri="{FF2B5EF4-FFF2-40B4-BE49-F238E27FC236}">
                <a16:creationId xmlns:a16="http://schemas.microsoft.com/office/drawing/2014/main" id="{B7DFFC30-C79C-4DC6-AD16-D10E60D7B037}"/>
              </a:ext>
            </a:extLst>
          </p:cNvPr>
          <p:cNvSpPr>
            <a:spLocks noGrp="1"/>
          </p:cNvSpPr>
          <p:nvPr/>
        </p:nvSpPr>
        <p:spPr>
          <a:xfrm>
            <a:off x="2505075" y="4010025"/>
            <a:ext cx="1181100" cy="257175"/>
          </a:xfrm>
          <a:prstGeom prst="rect">
            <a:avLst/>
          </a:prstGeom>
          <a:ln w="0">
            <a:prstDash val="solid"/>
          </a:ln>
        </p:spPr>
        <p:txBody>
          <a:bodyPr lIns="19050" tIns="9525" rIns="19050" bIns="9525" anchor="ctr">
            <a:normAutofit/>
          </a:bodyPr>
          <a:lstStyle/>
          <a:p>
            <a:pPr algn="ctr">
              <a:buNone/>
              <a:defRPr sz="682" b="0">
                <a:solidFill>
                  <a:srgbClr val="5C695B"/>
                </a:solidFill>
                <a:latin typeface="Montserrat"/>
                <a:ea typeface="Montserrat"/>
                <a:cs typeface="Montserrat"/>
              </a:defRPr>
            </a:pPr>
            <a:r>
              <a:rPr sz="682" b="0">
                <a:solidFill>
                  <a:srgbClr val="5C695B"/>
                </a:solidFill>
                <a:latin typeface="Montserrat"/>
                <a:ea typeface="Montserrat"/>
                <a:cs typeface="Montserrat"/>
              </a:rPr>
              <a:t>chống ghi lặp</a:t>
            </a:r>
          </a:p>
        </p:txBody>
      </p:sp>
      <p:sp>
        <p:nvSpPr>
          <p:cNvPr id="34" name="Oval 33">
            <a:extLst>
              <a:ext uri="{FF2B5EF4-FFF2-40B4-BE49-F238E27FC236}">
                <a16:creationId xmlns:a16="http://schemas.microsoft.com/office/drawing/2014/main" id="{6B85150B-65F8-4238-95E6-FDCD485B932E}"/>
              </a:ext>
            </a:extLst>
          </p:cNvPr>
          <p:cNvSpPr>
            <a:spLocks noGrp="1"/>
          </p:cNvSpPr>
          <p:nvPr/>
        </p:nvSpPr>
        <p:spPr>
          <a:xfrm>
            <a:off x="4105275" y="3438525"/>
            <a:ext cx="266700" cy="266700"/>
          </a:xfrm>
          <a:prstGeom prst="ellipse">
            <a:avLst/>
          </a:prstGeom>
          <a:solidFill>
            <a:srgbClr val="D7E7F1"/>
          </a:solidFill>
          <a:ln w="11430">
            <a:solidFill>
              <a:srgbClr val="4B8D17"/>
            </a:solidFill>
            <a:prstDash val="solid"/>
          </a:ln>
        </p:spPr>
      </p:sp>
      <p:sp>
        <p:nvSpPr>
          <p:cNvPr id="35" name="Rectangle 34">
            <a:extLst>
              <a:ext uri="{FF2B5EF4-FFF2-40B4-BE49-F238E27FC236}">
                <a16:creationId xmlns:a16="http://schemas.microsoft.com/office/drawing/2014/main" id="{82834899-DC45-4742-A227-EF5C19569572}"/>
              </a:ext>
            </a:extLst>
          </p:cNvPr>
          <p:cNvSpPr>
            <a:spLocks noGrp="1"/>
          </p:cNvSpPr>
          <p:nvPr/>
        </p:nvSpPr>
        <p:spPr>
          <a:xfrm>
            <a:off x="4124325" y="3457575"/>
            <a:ext cx="228600" cy="228600"/>
          </a:xfrm>
          <a:prstGeom prst="rect">
            <a:avLst/>
          </a:prstGeom>
          <a:ln w="0">
            <a:prstDash val="solid"/>
          </a:ln>
        </p:spPr>
        <p:txBody>
          <a:bodyPr lIns="19050" tIns="9525" rIns="19050" bIns="9525" anchor="ctr">
            <a:normAutofit/>
          </a:bodyPr>
          <a:lstStyle/>
          <a:p>
            <a:pPr algn="ctr">
              <a:buNone/>
              <a:defRPr sz="788" b="1">
                <a:solidFill>
                  <a:srgbClr val="2E6510"/>
                </a:solidFill>
                <a:latin typeface="Montserrat"/>
                <a:ea typeface="Montserrat"/>
                <a:cs typeface="Montserrat"/>
              </a:defRPr>
            </a:pPr>
            <a:r>
              <a:rPr sz="788" b="1">
                <a:solidFill>
                  <a:srgbClr val="2E6510"/>
                </a:solidFill>
                <a:latin typeface="Montserrat"/>
                <a:ea typeface="Montserrat"/>
                <a:cs typeface="Montserrat"/>
              </a:rPr>
              <a:t>2</a:t>
            </a:r>
          </a:p>
        </p:txBody>
      </p:sp>
      <p:sp>
        <p:nvSpPr>
          <p:cNvPr id="36" name="Rectangle 35">
            <a:extLst>
              <a:ext uri="{FF2B5EF4-FFF2-40B4-BE49-F238E27FC236}">
                <a16:creationId xmlns:a16="http://schemas.microsoft.com/office/drawing/2014/main" id="{907DDCEE-6973-4CD9-92A0-69DF76A51DA9}"/>
              </a:ext>
            </a:extLst>
          </p:cNvPr>
          <p:cNvSpPr>
            <a:spLocks noGrp="1"/>
          </p:cNvSpPr>
          <p:nvPr/>
        </p:nvSpPr>
        <p:spPr>
          <a:xfrm>
            <a:off x="3705225" y="3790950"/>
            <a:ext cx="1066800" cy="209550"/>
          </a:xfrm>
          <a:prstGeom prst="rect">
            <a:avLst/>
          </a:prstGeom>
          <a:ln w="0">
            <a:prstDash val="solid"/>
          </a:ln>
        </p:spPr>
        <p:txBody>
          <a:bodyPr lIns="19050" tIns="9525" rIns="19050" bIns="9525" anchor="ctr">
            <a:normAutofit/>
          </a:bodyPr>
          <a:lstStyle/>
          <a:p>
            <a:pPr algn="ctr">
              <a:buNone/>
              <a:defRPr sz="773" b="1">
                <a:solidFill>
                  <a:srgbClr val="111410"/>
                </a:solidFill>
                <a:latin typeface="Montserrat"/>
                <a:ea typeface="Montserrat"/>
                <a:cs typeface="Montserrat"/>
              </a:defRPr>
            </a:pPr>
            <a:r>
              <a:rPr sz="773" b="1">
                <a:solidFill>
                  <a:srgbClr val="111410"/>
                </a:solidFill>
                <a:latin typeface="Montserrat"/>
                <a:ea typeface="Montserrat"/>
                <a:cs typeface="Montserrat"/>
              </a:rPr>
              <a:t>SubmitAnswer</a:t>
            </a:r>
          </a:p>
        </p:txBody>
      </p:sp>
      <p:sp>
        <p:nvSpPr>
          <p:cNvPr id="37" name="Rectangle 36">
            <a:extLst>
              <a:ext uri="{FF2B5EF4-FFF2-40B4-BE49-F238E27FC236}">
                <a16:creationId xmlns:a16="http://schemas.microsoft.com/office/drawing/2014/main" id="{8CF8E055-3F61-4ADA-AAED-1685C020A964}"/>
              </a:ext>
            </a:extLst>
          </p:cNvPr>
          <p:cNvSpPr>
            <a:spLocks noGrp="1"/>
          </p:cNvSpPr>
          <p:nvPr/>
        </p:nvSpPr>
        <p:spPr>
          <a:xfrm>
            <a:off x="3648075" y="4010025"/>
            <a:ext cx="1181100" cy="257175"/>
          </a:xfrm>
          <a:prstGeom prst="rect">
            <a:avLst/>
          </a:prstGeom>
          <a:ln w="0">
            <a:prstDash val="solid"/>
          </a:ln>
        </p:spPr>
        <p:txBody>
          <a:bodyPr lIns="19050" tIns="9525" rIns="19050" bIns="9525" anchor="ctr">
            <a:normAutofit/>
          </a:bodyPr>
          <a:lstStyle/>
          <a:p>
            <a:pPr algn="ctr">
              <a:buNone/>
              <a:defRPr sz="682" b="0">
                <a:solidFill>
                  <a:srgbClr val="5C695B"/>
                </a:solidFill>
                <a:latin typeface="Montserrat"/>
                <a:ea typeface="Montserrat"/>
                <a:cs typeface="Montserrat"/>
              </a:defRPr>
            </a:pPr>
            <a:r>
              <a:rPr sz="682" b="0">
                <a:solidFill>
                  <a:srgbClr val="5C695B"/>
                </a:solidFill>
                <a:latin typeface="Montserrat"/>
                <a:ea typeface="Montserrat"/>
                <a:cs typeface="Montserrat"/>
              </a:rPr>
              <a:t>current + history</a:t>
            </a:r>
          </a:p>
        </p:txBody>
      </p:sp>
      <p:sp>
        <p:nvSpPr>
          <p:cNvPr id="38" name="Oval 37">
            <a:extLst>
              <a:ext uri="{FF2B5EF4-FFF2-40B4-BE49-F238E27FC236}">
                <a16:creationId xmlns:a16="http://schemas.microsoft.com/office/drawing/2014/main" id="{CF47A13C-0D86-4CA8-9747-57449F5F4440}"/>
              </a:ext>
            </a:extLst>
          </p:cNvPr>
          <p:cNvSpPr>
            <a:spLocks noGrp="1"/>
          </p:cNvSpPr>
          <p:nvPr/>
        </p:nvSpPr>
        <p:spPr>
          <a:xfrm>
            <a:off x="5248275" y="3438525"/>
            <a:ext cx="266700" cy="266700"/>
          </a:xfrm>
          <a:prstGeom prst="ellipse">
            <a:avLst/>
          </a:prstGeom>
          <a:solidFill>
            <a:srgbClr val="F4D7D3"/>
          </a:solidFill>
          <a:ln w="11430">
            <a:solidFill>
              <a:srgbClr val="4B8D17"/>
            </a:solidFill>
            <a:prstDash val="solid"/>
          </a:ln>
        </p:spPr>
      </p:sp>
      <p:sp>
        <p:nvSpPr>
          <p:cNvPr id="39" name="Rectangle 38">
            <a:extLst>
              <a:ext uri="{FF2B5EF4-FFF2-40B4-BE49-F238E27FC236}">
                <a16:creationId xmlns:a16="http://schemas.microsoft.com/office/drawing/2014/main" id="{03CF74FE-03BF-46C9-860F-3CB8965A0700}"/>
              </a:ext>
            </a:extLst>
          </p:cNvPr>
          <p:cNvSpPr>
            <a:spLocks noGrp="1"/>
          </p:cNvSpPr>
          <p:nvPr/>
        </p:nvSpPr>
        <p:spPr>
          <a:xfrm>
            <a:off x="5267325" y="3457575"/>
            <a:ext cx="228600" cy="228600"/>
          </a:xfrm>
          <a:prstGeom prst="rect">
            <a:avLst/>
          </a:prstGeom>
          <a:ln w="0">
            <a:prstDash val="solid"/>
          </a:ln>
        </p:spPr>
        <p:txBody>
          <a:bodyPr lIns="19050" tIns="9525" rIns="19050" bIns="9525" anchor="ctr">
            <a:normAutofit/>
          </a:bodyPr>
          <a:lstStyle/>
          <a:p>
            <a:pPr algn="ctr">
              <a:buNone/>
              <a:defRPr sz="788" b="1">
                <a:solidFill>
                  <a:srgbClr val="2E6510"/>
                </a:solidFill>
                <a:latin typeface="Montserrat"/>
                <a:ea typeface="Montserrat"/>
                <a:cs typeface="Montserrat"/>
              </a:defRPr>
            </a:pPr>
            <a:r>
              <a:rPr sz="788" b="1">
                <a:solidFill>
                  <a:srgbClr val="2E6510"/>
                </a:solidFill>
                <a:latin typeface="Montserrat"/>
                <a:ea typeface="Montserrat"/>
                <a:cs typeface="Montserrat"/>
              </a:rPr>
              <a:t>3</a:t>
            </a:r>
          </a:p>
        </p:txBody>
      </p:sp>
      <p:sp>
        <p:nvSpPr>
          <p:cNvPr id="40" name="Rectangle 39">
            <a:extLst>
              <a:ext uri="{FF2B5EF4-FFF2-40B4-BE49-F238E27FC236}">
                <a16:creationId xmlns:a16="http://schemas.microsoft.com/office/drawing/2014/main" id="{C9658ABB-2026-4F48-B02E-F8BF2B2CA7C5}"/>
              </a:ext>
            </a:extLst>
          </p:cNvPr>
          <p:cNvSpPr>
            <a:spLocks noGrp="1"/>
          </p:cNvSpPr>
          <p:nvPr/>
        </p:nvSpPr>
        <p:spPr>
          <a:xfrm>
            <a:off x="4848225" y="3790950"/>
            <a:ext cx="1066800" cy="209550"/>
          </a:xfrm>
          <a:prstGeom prst="rect">
            <a:avLst/>
          </a:prstGeom>
          <a:ln w="0">
            <a:prstDash val="solid"/>
          </a:ln>
        </p:spPr>
        <p:txBody>
          <a:bodyPr lIns="19050" tIns="9525" rIns="19050" bIns="9525" anchor="ctr">
            <a:normAutofit/>
          </a:bodyPr>
          <a:lstStyle/>
          <a:p>
            <a:pPr algn="ctr">
              <a:buNone/>
              <a:defRPr sz="773" b="1">
                <a:solidFill>
                  <a:srgbClr val="111410"/>
                </a:solidFill>
                <a:latin typeface="Montserrat"/>
                <a:ea typeface="Montserrat"/>
                <a:cs typeface="Montserrat"/>
              </a:defRPr>
            </a:pPr>
            <a:r>
              <a:rPr sz="773" b="1">
                <a:solidFill>
                  <a:srgbClr val="111410"/>
                </a:solidFill>
                <a:latin typeface="Montserrat"/>
                <a:ea typeface="Montserrat"/>
                <a:cs typeface="Montserrat"/>
              </a:rPr>
              <a:t>RAG + DeepSeek</a:t>
            </a:r>
          </a:p>
        </p:txBody>
      </p:sp>
      <p:sp>
        <p:nvSpPr>
          <p:cNvPr id="41" name="Rectangle 40">
            <a:extLst>
              <a:ext uri="{FF2B5EF4-FFF2-40B4-BE49-F238E27FC236}">
                <a16:creationId xmlns:a16="http://schemas.microsoft.com/office/drawing/2014/main" id="{1016773E-450C-46B9-9503-0D6A9C727B6C}"/>
              </a:ext>
            </a:extLst>
          </p:cNvPr>
          <p:cNvSpPr>
            <a:spLocks noGrp="1"/>
          </p:cNvSpPr>
          <p:nvPr/>
        </p:nvSpPr>
        <p:spPr>
          <a:xfrm>
            <a:off x="4791075" y="4010025"/>
            <a:ext cx="1181100" cy="257175"/>
          </a:xfrm>
          <a:prstGeom prst="rect">
            <a:avLst/>
          </a:prstGeom>
          <a:ln w="0">
            <a:prstDash val="solid"/>
          </a:ln>
        </p:spPr>
        <p:txBody>
          <a:bodyPr lIns="19050" tIns="9525" rIns="19050" bIns="9525" anchor="ctr">
            <a:normAutofit/>
          </a:bodyPr>
          <a:lstStyle/>
          <a:p>
            <a:pPr algn="ctr">
              <a:buNone/>
              <a:defRPr sz="682" b="0">
                <a:solidFill>
                  <a:srgbClr val="5C695B"/>
                </a:solidFill>
                <a:latin typeface="Montserrat"/>
                <a:ea typeface="Montserrat"/>
                <a:cs typeface="Montserrat"/>
              </a:defRPr>
            </a:pPr>
            <a:r>
              <a:rPr sz="682" b="0">
                <a:solidFill>
                  <a:srgbClr val="5C695B"/>
                </a:solidFill>
                <a:latin typeface="Montserrat"/>
                <a:ea typeface="Montserrat"/>
                <a:cs typeface="Montserrat"/>
              </a:rPr>
              <a:t>probe gap / slot chưa phủ</a:t>
            </a:r>
          </a:p>
        </p:txBody>
      </p:sp>
      <p:sp>
        <p:nvSpPr>
          <p:cNvPr id="42" name="Oval 41">
            <a:extLst>
              <a:ext uri="{FF2B5EF4-FFF2-40B4-BE49-F238E27FC236}">
                <a16:creationId xmlns:a16="http://schemas.microsoft.com/office/drawing/2014/main" id="{28E53D87-324D-4176-BA34-540F7B8995CC}"/>
              </a:ext>
            </a:extLst>
          </p:cNvPr>
          <p:cNvSpPr>
            <a:spLocks noGrp="1"/>
          </p:cNvSpPr>
          <p:nvPr/>
        </p:nvSpPr>
        <p:spPr>
          <a:xfrm>
            <a:off x="6391275" y="3438525"/>
            <a:ext cx="266700" cy="266700"/>
          </a:xfrm>
          <a:prstGeom prst="ellipse">
            <a:avLst/>
          </a:prstGeom>
          <a:solidFill>
            <a:srgbClr val="F7FAF5"/>
          </a:solidFill>
          <a:ln w="11430">
            <a:solidFill>
              <a:srgbClr val="4B8D17"/>
            </a:solidFill>
            <a:prstDash val="solid"/>
          </a:ln>
        </p:spPr>
      </p:sp>
      <p:sp>
        <p:nvSpPr>
          <p:cNvPr id="43" name="Rectangle 42">
            <a:extLst>
              <a:ext uri="{FF2B5EF4-FFF2-40B4-BE49-F238E27FC236}">
                <a16:creationId xmlns:a16="http://schemas.microsoft.com/office/drawing/2014/main" id="{EB4EEEA6-23E1-41B9-930E-2FAC3D9AC7D0}"/>
              </a:ext>
            </a:extLst>
          </p:cNvPr>
          <p:cNvSpPr>
            <a:spLocks noGrp="1"/>
          </p:cNvSpPr>
          <p:nvPr/>
        </p:nvSpPr>
        <p:spPr>
          <a:xfrm>
            <a:off x="6410325" y="3457575"/>
            <a:ext cx="228600" cy="228600"/>
          </a:xfrm>
          <a:prstGeom prst="rect">
            <a:avLst/>
          </a:prstGeom>
          <a:ln w="0">
            <a:prstDash val="solid"/>
          </a:ln>
        </p:spPr>
        <p:txBody>
          <a:bodyPr lIns="19050" tIns="9525" rIns="19050" bIns="9525" anchor="ctr">
            <a:normAutofit/>
          </a:bodyPr>
          <a:lstStyle/>
          <a:p>
            <a:pPr algn="ctr">
              <a:buNone/>
              <a:defRPr sz="788" b="1">
                <a:solidFill>
                  <a:srgbClr val="2E6510"/>
                </a:solidFill>
                <a:latin typeface="Montserrat"/>
                <a:ea typeface="Montserrat"/>
                <a:cs typeface="Montserrat"/>
              </a:defRPr>
            </a:pPr>
            <a:r>
              <a:rPr sz="788" b="1">
                <a:solidFill>
                  <a:srgbClr val="2E6510"/>
                </a:solidFill>
                <a:latin typeface="Montserrat"/>
                <a:ea typeface="Montserrat"/>
                <a:cs typeface="Montserrat"/>
              </a:rPr>
              <a:t>4</a:t>
            </a:r>
          </a:p>
        </p:txBody>
      </p:sp>
      <p:sp>
        <p:nvSpPr>
          <p:cNvPr id="44" name="Rectangle 43">
            <a:extLst>
              <a:ext uri="{FF2B5EF4-FFF2-40B4-BE49-F238E27FC236}">
                <a16:creationId xmlns:a16="http://schemas.microsoft.com/office/drawing/2014/main" id="{E188ECE0-6A62-4078-B13A-4158E1CCFC15}"/>
              </a:ext>
            </a:extLst>
          </p:cNvPr>
          <p:cNvSpPr>
            <a:spLocks noGrp="1"/>
          </p:cNvSpPr>
          <p:nvPr/>
        </p:nvSpPr>
        <p:spPr>
          <a:xfrm>
            <a:off x="5991225" y="3790950"/>
            <a:ext cx="1066800" cy="209550"/>
          </a:xfrm>
          <a:prstGeom prst="rect">
            <a:avLst/>
          </a:prstGeom>
          <a:ln w="0">
            <a:prstDash val="solid"/>
          </a:ln>
        </p:spPr>
        <p:txBody>
          <a:bodyPr lIns="19050" tIns="9525" rIns="19050" bIns="9525" anchor="ctr">
            <a:normAutofit/>
          </a:bodyPr>
          <a:lstStyle/>
          <a:p>
            <a:pPr algn="ctr">
              <a:buNone/>
              <a:defRPr sz="773" b="1">
                <a:solidFill>
                  <a:srgbClr val="111410"/>
                </a:solidFill>
                <a:latin typeface="Montserrat"/>
                <a:ea typeface="Montserrat"/>
                <a:cs typeface="Montserrat"/>
              </a:defRPr>
            </a:pPr>
            <a:r>
              <a:rPr sz="773" b="1">
                <a:solidFill>
                  <a:srgbClr val="111410"/>
                </a:solidFill>
                <a:latin typeface="Montserrat"/>
                <a:ea typeface="Montserrat"/>
                <a:cs typeface="Montserrat"/>
              </a:rPr>
              <a:t>Validate</a:t>
            </a:r>
          </a:p>
        </p:txBody>
      </p:sp>
      <p:sp>
        <p:nvSpPr>
          <p:cNvPr id="45" name="Rectangle 44">
            <a:extLst>
              <a:ext uri="{FF2B5EF4-FFF2-40B4-BE49-F238E27FC236}">
                <a16:creationId xmlns:a16="http://schemas.microsoft.com/office/drawing/2014/main" id="{FEBF4359-5BC0-4E80-B063-22C105B3DAC1}"/>
              </a:ext>
            </a:extLst>
          </p:cNvPr>
          <p:cNvSpPr>
            <a:spLocks noGrp="1"/>
          </p:cNvSpPr>
          <p:nvPr/>
        </p:nvSpPr>
        <p:spPr>
          <a:xfrm>
            <a:off x="5934075" y="4010025"/>
            <a:ext cx="1181100" cy="257175"/>
          </a:xfrm>
          <a:prstGeom prst="rect">
            <a:avLst/>
          </a:prstGeom>
          <a:ln w="0">
            <a:prstDash val="solid"/>
          </a:ln>
        </p:spPr>
        <p:txBody>
          <a:bodyPr lIns="19050" tIns="9525" rIns="19050" bIns="9525" anchor="ctr">
            <a:normAutofit/>
          </a:bodyPr>
          <a:lstStyle/>
          <a:p>
            <a:pPr algn="ctr">
              <a:buNone/>
              <a:defRPr sz="682" b="0">
                <a:solidFill>
                  <a:srgbClr val="5C695B"/>
                </a:solidFill>
                <a:latin typeface="Montserrat"/>
                <a:ea typeface="Montserrat"/>
                <a:cs typeface="Montserrat"/>
              </a:defRPr>
            </a:pPr>
            <a:r>
              <a:rPr sz="682" b="0">
                <a:solidFill>
                  <a:srgbClr val="5C695B"/>
                </a:solidFill>
                <a:latin typeface="Montserrat"/>
                <a:ea typeface="Montserrat"/>
                <a:cs typeface="Montserrat"/>
              </a:rPr>
              <a:t>không lặp · ID hợp lệ</a:t>
            </a:r>
          </a:p>
        </p:txBody>
      </p:sp>
      <p:sp>
        <p:nvSpPr>
          <p:cNvPr id="46" name="Oval 45">
            <a:extLst>
              <a:ext uri="{FF2B5EF4-FFF2-40B4-BE49-F238E27FC236}">
                <a16:creationId xmlns:a16="http://schemas.microsoft.com/office/drawing/2014/main" id="{3EDDBD2A-6909-45C8-8901-98508957082D}"/>
              </a:ext>
            </a:extLst>
          </p:cNvPr>
          <p:cNvSpPr>
            <a:spLocks noGrp="1"/>
          </p:cNvSpPr>
          <p:nvPr/>
        </p:nvSpPr>
        <p:spPr>
          <a:xfrm>
            <a:off x="7333107" y="3114675"/>
            <a:ext cx="914397" cy="895350"/>
          </a:xfrm>
          <a:prstGeom prst="ellipse">
            <a:avLst/>
          </a:prstGeom>
          <a:solidFill>
            <a:srgbClr val="E4D9EE"/>
          </a:solidFill>
          <a:ln w="16193">
            <a:solidFill>
              <a:srgbClr val="4B8D17"/>
            </a:solidFill>
            <a:prstDash val="solid"/>
          </a:ln>
        </p:spPr>
      </p:sp>
      <p:sp>
        <p:nvSpPr>
          <p:cNvPr id="47" name="Rectangle 46">
            <a:extLst>
              <a:ext uri="{FF2B5EF4-FFF2-40B4-BE49-F238E27FC236}">
                <a16:creationId xmlns:a16="http://schemas.microsoft.com/office/drawing/2014/main" id="{C7A6E100-4014-47D9-BDFB-66DA39669398}"/>
              </a:ext>
            </a:extLst>
          </p:cNvPr>
          <p:cNvSpPr>
            <a:spLocks noGrp="1"/>
          </p:cNvSpPr>
          <p:nvPr/>
        </p:nvSpPr>
        <p:spPr>
          <a:xfrm>
            <a:off x="7447406" y="3244375"/>
            <a:ext cx="666750" cy="323850"/>
          </a:xfrm>
          <a:prstGeom prst="rect">
            <a:avLst/>
          </a:prstGeom>
          <a:ln w="0">
            <a:prstDash val="solid"/>
          </a:ln>
        </p:spPr>
        <p:txBody>
          <a:bodyPr lIns="19050" tIns="9525" rIns="19050" bIns="9525" anchor="ctr">
            <a:normAutofit/>
          </a:bodyPr>
          <a:lstStyle/>
          <a:p>
            <a:pPr algn="ctr">
              <a:buNone/>
              <a:defRPr sz="1575" b="1">
                <a:solidFill>
                  <a:srgbClr val="111410"/>
                </a:solidFill>
                <a:latin typeface="Montserrat"/>
                <a:ea typeface="Montserrat"/>
                <a:cs typeface="Montserrat"/>
              </a:defRPr>
            </a:pPr>
            <a:r>
              <a:rPr sz="1575" b="1">
                <a:solidFill>
                  <a:srgbClr val="111410"/>
                </a:solidFill>
                <a:latin typeface="Montserrat"/>
                <a:ea typeface="Montserrat"/>
                <a:cs typeface="Montserrat"/>
              </a:rPr>
              <a:t>Qᵢ₊₂</a:t>
            </a:r>
          </a:p>
        </p:txBody>
      </p:sp>
      <p:sp>
        <p:nvSpPr>
          <p:cNvPr id="48" name="Rectangle 47">
            <a:extLst>
              <a:ext uri="{FF2B5EF4-FFF2-40B4-BE49-F238E27FC236}">
                <a16:creationId xmlns:a16="http://schemas.microsoft.com/office/drawing/2014/main" id="{C2C90C27-AEBA-465F-A53F-C938FE7E44EF}"/>
              </a:ext>
            </a:extLst>
          </p:cNvPr>
          <p:cNvSpPr>
            <a:spLocks noGrp="1"/>
          </p:cNvSpPr>
          <p:nvPr/>
        </p:nvSpPr>
        <p:spPr>
          <a:xfrm>
            <a:off x="7399782" y="3516800"/>
            <a:ext cx="800100" cy="323850"/>
          </a:xfrm>
          <a:prstGeom prst="rect">
            <a:avLst/>
          </a:prstGeom>
          <a:ln w="0">
            <a:prstDash val="solid"/>
          </a:ln>
        </p:spPr>
        <p:txBody>
          <a:bodyPr lIns="19050" tIns="9525" rIns="19050" bIns="9525" anchor="ctr">
            <a:normAutofit/>
          </a:bodyPr>
          <a:lstStyle/>
          <a:p>
            <a:pPr algn="ctr">
              <a:buNone/>
              <a:defRPr sz="675" b="0">
                <a:solidFill>
                  <a:srgbClr val="5C695B"/>
                </a:solidFill>
                <a:latin typeface="Montserrat"/>
                <a:ea typeface="Montserrat"/>
                <a:cs typeface="Montserrat"/>
              </a:defRPr>
            </a:pPr>
            <a:r>
              <a:rPr sz="675" b="0">
                <a:solidFill>
                  <a:srgbClr val="5C695B"/>
                </a:solidFill>
                <a:latin typeface="Montserrat"/>
                <a:ea typeface="Montserrat"/>
                <a:cs typeface="Montserrat"/>
              </a:rPr>
              <a:t>ghi đè khi</a:t>
            </a:r>
          </a:p>
          <a:p>
            <a:pPr algn="ctr">
              <a:buNone/>
              <a:defRPr sz="675" b="0">
                <a:solidFill>
                  <a:srgbClr val="5C695B"/>
                </a:solidFill>
                <a:latin typeface="Montserrat"/>
                <a:ea typeface="Montserrat"/>
                <a:cs typeface="Montserrat"/>
              </a:defRPr>
            </a:pPr>
            <a:r>
              <a:rPr sz="675" b="0">
                <a:solidFill>
                  <a:srgbClr val="5C695B"/>
                </a:solidFill>
                <a:latin typeface="Montserrat"/>
                <a:ea typeface="Montserrat"/>
                <a:cs typeface="Montserrat"/>
              </a:rPr>
              <a:t>chưa phục vụ</a:t>
            </a:r>
          </a:p>
        </p:txBody>
      </p:sp>
      <p:sp>
        <p:nvSpPr>
          <p:cNvPr id="49" name="Rectangle 48">
            <a:extLst>
              <a:ext uri="{FF2B5EF4-FFF2-40B4-BE49-F238E27FC236}">
                <a16:creationId xmlns:a16="http://schemas.microsoft.com/office/drawing/2014/main" id="{6ED01E47-2A57-434B-97D8-7B98B3DB83C9}"/>
              </a:ext>
            </a:extLst>
          </p:cNvPr>
          <p:cNvSpPr>
            <a:spLocks noGrp="1"/>
          </p:cNvSpPr>
          <p:nvPr/>
        </p:nvSpPr>
        <p:spPr>
          <a:xfrm>
            <a:off x="7162800" y="4048125"/>
            <a:ext cx="1200150" cy="190500"/>
          </a:xfrm>
          <a:prstGeom prst="rect">
            <a:avLst/>
          </a:prstGeom>
          <a:ln w="0">
            <a:prstDash val="solid"/>
          </a:ln>
        </p:spPr>
        <p:txBody>
          <a:bodyPr lIns="19050" tIns="9525" rIns="19050" bIns="9525" anchor="ctr">
            <a:normAutofit/>
          </a:bodyPr>
          <a:lstStyle/>
          <a:p>
            <a:pPr algn="ctr">
              <a:buNone/>
              <a:defRPr sz="735" b="1">
                <a:solidFill>
                  <a:srgbClr val="2E6510"/>
                </a:solidFill>
                <a:latin typeface="Montserrat"/>
                <a:ea typeface="Montserrat"/>
                <a:cs typeface="Montserrat"/>
              </a:defRPr>
            </a:pPr>
            <a:r>
              <a:rPr sz="735" b="1">
                <a:solidFill>
                  <a:srgbClr val="2E6510"/>
                </a:solidFill>
                <a:latin typeface="Montserrat"/>
                <a:ea typeface="Montserrat"/>
                <a:cs typeface="Montserrat"/>
              </a:rPr>
              <a:t>DÙNG Ở LƯỢT SAU</a:t>
            </a:r>
          </a:p>
        </p:txBody>
      </p:sp>
      <p:sp>
        <p:nvSpPr>
          <p:cNvPr id="50" name="Rectangle 49">
            <a:extLst>
              <a:ext uri="{FF2B5EF4-FFF2-40B4-BE49-F238E27FC236}">
                <a16:creationId xmlns:a16="http://schemas.microsoft.com/office/drawing/2014/main" id="{410B066A-6B21-46EA-A04B-7DE768F3157F}"/>
              </a:ext>
            </a:extLst>
          </p:cNvPr>
          <p:cNvSpPr>
            <a:spLocks noGrp="1"/>
          </p:cNvSpPr>
          <p:nvPr/>
        </p:nvSpPr>
        <p:spPr>
          <a:xfrm>
            <a:off x="4322777" y="4358300"/>
            <a:ext cx="38100" cy="257175"/>
          </a:xfrm>
          <a:prstGeom prst="rect">
            <a:avLst/>
          </a:prstGeom>
          <a:solidFill>
            <a:srgbClr val="4B8D17"/>
          </a:solidFill>
          <a:ln w="0">
            <a:solidFill>
              <a:srgbClr val="4B8D17"/>
            </a:solidFill>
            <a:prstDash val="solid"/>
          </a:ln>
        </p:spPr>
      </p:sp>
      <p:sp>
        <p:nvSpPr>
          <p:cNvPr id="51" name="Rectangle 50">
            <a:extLst>
              <a:ext uri="{FF2B5EF4-FFF2-40B4-BE49-F238E27FC236}">
                <a16:creationId xmlns:a16="http://schemas.microsoft.com/office/drawing/2014/main" id="{50B59782-BD09-4177-A693-11BA164BAD41}"/>
              </a:ext>
            </a:extLst>
          </p:cNvPr>
          <p:cNvSpPr>
            <a:spLocks noGrp="1"/>
          </p:cNvSpPr>
          <p:nvPr/>
        </p:nvSpPr>
        <p:spPr>
          <a:xfrm>
            <a:off x="4475177" y="4329725"/>
            <a:ext cx="4762500" cy="304800"/>
          </a:xfrm>
          <a:prstGeom prst="rect">
            <a:avLst/>
          </a:prstGeom>
          <a:ln w="0">
            <a:prstDash val="solid"/>
          </a:ln>
        </p:spPr>
        <p:txBody>
          <a:bodyPr lIns="19050" tIns="9525" rIns="19050" bIns="9525" anchor="ctr">
            <a:normAutofit/>
          </a:bodyPr>
          <a:lstStyle/>
          <a:p>
            <a:pPr algn="l">
              <a:buNone/>
              <a:defRPr sz="840" b="1">
                <a:solidFill>
                  <a:srgbClr val="2E6510"/>
                </a:solidFill>
                <a:latin typeface="Montserrat"/>
                <a:ea typeface="Montserrat"/>
                <a:cs typeface="Montserrat"/>
              </a:defRPr>
            </a:pPr>
            <a:r>
              <a:rPr sz="840" b="1">
                <a:solidFill>
                  <a:srgbClr val="2E6510"/>
                </a:solidFill>
                <a:latin typeface="Montserrat"/>
                <a:ea typeface="Montserrat"/>
                <a:cs typeface="Montserrat"/>
              </a:rPr>
              <a:t>Đủ số câu → Finish → SenseVoice → EvaluateInterview → COMPLETED</a:t>
            </a:r>
          </a:p>
        </p:txBody>
      </p:sp>
      <p:sp>
        <p:nvSpPr>
          <p:cNvPr id="53" name="TextBox 52"/>
          <p:cNvSpPr txBox="1"/>
          <p:nvPr/>
        </p:nvSpPr>
        <p:spPr>
          <a:xfrm>
            <a:off x="713225" y="200000"/>
            <a:ext cx="1200000" cy="260000"/>
          </a:xfrm>
          <a:prstGeom prst="rect">
            <a:avLst/>
          </a:prstGeom>
          <a:noFill/>
        </p:spPr>
        <p:txBody>
          <a:bodyPr wrap="none" lIns="0" tIns="0">
            <a:spAutoFit/>
          </a:bodyPr>
          <a:lstStyle/>
          <a:p>
            <a:pPr>
              <a:defRPr sz="1100" b="1">
                <a:solidFill>
                  <a:srgbClr val="4B8D17"/>
                </a:solidFill>
                <a:latin typeface="Montserrat"/>
              </a:defRPr>
            </a:pPr>
            <a:r>
              <a:t>#03</a:t>
            </a:r>
          </a:p>
        </p:txBody>
      </p:sp>
    </p:spTree>
    <p:extLst>
      <p:ext uri="{BB962C8B-B14F-4D97-AF65-F5344CB8AC3E}">
        <p14:creationId xmlns:p14="http://schemas.microsoft.com/office/powerpoint/2010/main" val="65122326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E8F3E5"/>
        </a:solidFill>
        <a:effectLst/>
      </p:bgPr>
    </p:bg>
    <p:spTree>
      <p:nvGrpSpPr>
        <p:cNvPr id="1" name=""/>
        <p:cNvGrpSpPr/>
        <p:nvPr/>
      </p:nvGrpSpPr>
      <p:grpSpPr>
        <a:xfrm>
          <a:off x="0" y="0"/>
          <a:ext cx="0" cy="0"/>
          <a:chOff x="0" y="0"/>
          <a:chExt cx="0" cy="0"/>
        </a:xfrm>
      </p:grpSpPr>
      <p:sp>
        <p:nvSpPr>
          <p:cNvPr id="31" name="Rectangle 30">
            <a:extLst>
              <a:ext uri="{FF2B5EF4-FFF2-40B4-BE49-F238E27FC236}">
                <a16:creationId xmlns:a16="http://schemas.microsoft.com/office/drawing/2014/main" id="{ECE770C3-B651-4054-B3F6-AC5700894D40}"/>
              </a:ext>
            </a:extLst>
          </p:cNvPr>
          <p:cNvSpPr>
            <a:spLocks noGrp="1"/>
          </p:cNvSpPr>
          <p:nvPr/>
        </p:nvSpPr>
        <p:spPr>
          <a:xfrm>
            <a:off x="714375" y="457200"/>
            <a:ext cx="5905500" cy="552450"/>
          </a:xfrm>
          <a:prstGeom prst="rect">
            <a:avLst/>
          </a:prstGeom>
          <a:ln w="0">
            <a:prstDash val="solid"/>
          </a:ln>
        </p:spPr>
        <p:txBody>
          <a:bodyPr lIns="28575" tIns="19050" rIns="28575" bIns="19050" anchor="ctr">
            <a:normAutofit/>
          </a:bodyPr>
          <a:lstStyle/>
          <a:p>
            <a:pPr algn="l">
              <a:buNone/>
              <a:defRPr sz="3000" b="0">
                <a:solidFill>
                  <a:srgbClr val="111410"/>
                </a:solidFill>
                <a:latin typeface="Cambria"/>
                <a:ea typeface="Cambria"/>
                <a:cs typeface="Cambria"/>
              </a:defRPr>
            </a:pPr>
            <a:r>
              <a:rPr sz="3000" b="0" dirty="0">
                <a:solidFill>
                  <a:srgbClr val="111410"/>
                </a:solidFill>
                <a:latin typeface="Cambria"/>
                <a:ea typeface="Cambria"/>
                <a:cs typeface="Cambria"/>
              </a:rPr>
              <a:t>Grounded generation</a:t>
            </a:r>
          </a:p>
        </p:txBody>
      </p:sp>
      <p:sp>
        <p:nvSpPr>
          <p:cNvPr id="2" name="Rectangle 1">
            <a:extLst>
              <a:ext uri="{FF2B5EF4-FFF2-40B4-BE49-F238E27FC236}">
                <a16:creationId xmlns:a16="http://schemas.microsoft.com/office/drawing/2014/main" id="{7CED3B76-B07A-40BE-A845-3A96D287FD5E}"/>
              </a:ext>
            </a:extLst>
          </p:cNvPr>
          <p:cNvSpPr>
            <a:spLocks noGrp="1"/>
          </p:cNvSpPr>
          <p:nvPr/>
        </p:nvSpPr>
        <p:spPr>
          <a:xfrm>
            <a:off x="714375" y="1028700"/>
            <a:ext cx="6572250" cy="342900"/>
          </a:xfrm>
          <a:prstGeom prst="rect">
            <a:avLst/>
          </a:prstGeom>
          <a:ln w="0">
            <a:prstDash val="solid"/>
          </a:ln>
        </p:spPr>
        <p:txBody>
          <a:bodyPr lIns="28575" tIns="19050" rIns="28575" bIns="19050" anchor="ctr">
            <a:normAutofit/>
          </a:bodyPr>
          <a:lstStyle/>
          <a:p>
            <a:pPr algn="l">
              <a:buNone/>
              <a:defRPr sz="1200" b="0">
                <a:solidFill>
                  <a:srgbClr val="526052"/>
                </a:solidFill>
                <a:latin typeface="Montserrat"/>
                <a:ea typeface="Montserrat"/>
                <a:cs typeface="Montserrat"/>
              </a:defRPr>
            </a:pPr>
            <a:r>
              <a:rPr sz="1200" b="0">
                <a:solidFill>
                  <a:srgbClr val="526052"/>
                </a:solidFill>
                <a:latin typeface="Montserrat"/>
                <a:ea typeface="Montserrat"/>
                <a:cs typeface="Montserrat"/>
              </a:rPr>
              <a:t>Chuẩn hóa context → truy hồi evidence → sinh JSON → hậu kiểm schema và citation.</a:t>
            </a:r>
          </a:p>
        </p:txBody>
      </p:sp>
      <p:sp>
        <p:nvSpPr>
          <p:cNvPr id="3" name="Rectangle 2">
            <a:extLst>
              <a:ext uri="{FF2B5EF4-FFF2-40B4-BE49-F238E27FC236}">
                <a16:creationId xmlns:a16="http://schemas.microsoft.com/office/drawing/2014/main" id="{08B21C85-E195-449D-BC72-C574D10ED650}"/>
              </a:ext>
            </a:extLst>
          </p:cNvPr>
          <p:cNvSpPr>
            <a:spLocks noGrp="1"/>
          </p:cNvSpPr>
          <p:nvPr/>
        </p:nvSpPr>
        <p:spPr>
          <a:xfrm>
            <a:off x="7524750" y="457200"/>
            <a:ext cx="904875" cy="514350"/>
          </a:xfrm>
          <a:prstGeom prst="rect">
            <a:avLst/>
          </a:prstGeom>
          <a:ln w="0">
            <a:prstDash val="solid"/>
          </a:ln>
        </p:spPr>
        <p:txBody>
          <a:bodyPr lIns="28575" tIns="19050" rIns="28575" bIns="19050" anchor="ctr">
            <a:normAutofit/>
          </a:bodyPr>
          <a:lstStyle/>
          <a:p>
            <a:pPr algn="r">
              <a:buNone/>
              <a:defRPr sz="2250" b="1">
                <a:solidFill>
                  <a:srgbClr val="4B8D17"/>
                </a:solidFill>
                <a:latin typeface="Montserrat"/>
                <a:ea typeface="Montserrat"/>
                <a:cs typeface="Montserrat"/>
              </a:defRPr>
            </a:pPr>
          </a:p>
        </p:txBody>
      </p:sp>
      <p:sp>
        <p:nvSpPr>
          <p:cNvPr id="4" name="Rectangle 3">
            <a:extLst>
              <a:ext uri="{FF2B5EF4-FFF2-40B4-BE49-F238E27FC236}">
                <a16:creationId xmlns:a16="http://schemas.microsoft.com/office/drawing/2014/main" id="{52491852-343E-4326-B961-82A3DC4A9F4F}"/>
              </a:ext>
            </a:extLst>
          </p:cNvPr>
          <p:cNvSpPr>
            <a:spLocks noGrp="1"/>
          </p:cNvSpPr>
          <p:nvPr/>
        </p:nvSpPr>
        <p:spPr>
          <a:xfrm>
            <a:off x="714375" y="1504950"/>
            <a:ext cx="2190750" cy="266700"/>
          </a:xfrm>
          <a:prstGeom prst="rect">
            <a:avLst/>
          </a:prstGeom>
          <a:ln w="0">
            <a:prstDash val="solid"/>
          </a:ln>
        </p:spPr>
        <p:txBody>
          <a:bodyPr lIns="28575" tIns="19050" rIns="28575" bIns="19050" anchor="ctr">
            <a:normAutofit/>
          </a:bodyPr>
          <a:lstStyle/>
          <a:p>
            <a:pPr algn="l">
              <a:buNone/>
              <a:defRPr sz="863" b="1">
                <a:solidFill>
                  <a:srgbClr val="4B8D17"/>
                </a:solidFill>
                <a:latin typeface="Montserrat"/>
                <a:ea typeface="Montserrat"/>
                <a:cs typeface="Montserrat"/>
              </a:defRPr>
            </a:pPr>
            <a:r>
              <a:rPr sz="863" b="1">
                <a:solidFill>
                  <a:srgbClr val="4B8D17"/>
                </a:solidFill>
                <a:latin typeface="Montserrat"/>
                <a:ea typeface="Montserrat"/>
                <a:cs typeface="Montserrat"/>
              </a:rPr>
              <a:t>CƠ CHẾ KIỂM SOÁT</a:t>
            </a:r>
          </a:p>
        </p:txBody>
      </p:sp>
      <p:sp>
        <p:nvSpPr>
          <p:cNvPr id="5" name="Rectangle: Rounded Corners 4">
            <a:extLst>
              <a:ext uri="{FF2B5EF4-FFF2-40B4-BE49-F238E27FC236}">
                <a16:creationId xmlns:a16="http://schemas.microsoft.com/office/drawing/2014/main" id="{770BE57A-6D6E-4946-8295-CA3111A00C5E}"/>
              </a:ext>
            </a:extLst>
          </p:cNvPr>
          <p:cNvSpPr>
            <a:spLocks noGrp="1"/>
          </p:cNvSpPr>
          <p:nvPr/>
        </p:nvSpPr>
        <p:spPr>
          <a:xfrm>
            <a:off x="666750" y="1905000"/>
            <a:ext cx="1381125" cy="1619250"/>
          </a:xfrm>
          <a:prstGeom prst="roundRect">
            <a:avLst>
              <a:gd name="adj" fmla="val 5517"/>
            </a:avLst>
          </a:prstGeom>
          <a:solidFill>
            <a:srgbClr val="D7E7F1"/>
          </a:solidFill>
          <a:ln w="11430">
            <a:solidFill>
              <a:srgbClr val="788476"/>
            </a:solidFill>
            <a:prstDash val="solid"/>
          </a:ln>
        </p:spPr>
      </p:sp>
      <p:sp>
        <p:nvSpPr>
          <p:cNvPr id="6" name="Rectangle 5">
            <a:extLst>
              <a:ext uri="{FF2B5EF4-FFF2-40B4-BE49-F238E27FC236}">
                <a16:creationId xmlns:a16="http://schemas.microsoft.com/office/drawing/2014/main" id="{492B75CC-9DD3-4A65-9856-7616A9165BA3}"/>
              </a:ext>
            </a:extLst>
          </p:cNvPr>
          <p:cNvSpPr>
            <a:spLocks noGrp="1"/>
          </p:cNvSpPr>
          <p:nvPr/>
        </p:nvSpPr>
        <p:spPr>
          <a:xfrm>
            <a:off x="800100" y="2038350"/>
            <a:ext cx="428625" cy="247650"/>
          </a:xfrm>
          <a:prstGeom prst="rect">
            <a:avLst/>
          </a:prstGeom>
          <a:ln w="0">
            <a:prstDash val="solid"/>
          </a:ln>
        </p:spPr>
        <p:txBody>
          <a:bodyPr lIns="28575" tIns="19050" rIns="28575" bIns="19050" anchor="ctr">
            <a:normAutofit/>
          </a:bodyPr>
          <a:lstStyle/>
          <a:p>
            <a:pPr algn="l">
              <a:buNone/>
              <a:defRPr sz="938" b="1">
                <a:solidFill>
                  <a:srgbClr val="4B8D17"/>
                </a:solidFill>
                <a:latin typeface="Montserrat"/>
                <a:ea typeface="Montserrat"/>
                <a:cs typeface="Montserrat"/>
              </a:defRPr>
            </a:pPr>
            <a:r>
              <a:rPr sz="938" b="1">
                <a:solidFill>
                  <a:srgbClr val="4B8D17"/>
                </a:solidFill>
                <a:latin typeface="Montserrat"/>
                <a:ea typeface="Montserrat"/>
                <a:cs typeface="Montserrat"/>
              </a:rPr>
              <a:t>01</a:t>
            </a:r>
          </a:p>
        </p:txBody>
      </p:sp>
      <p:sp>
        <p:nvSpPr>
          <p:cNvPr id="7" name="Rectangle 6">
            <a:extLst>
              <a:ext uri="{FF2B5EF4-FFF2-40B4-BE49-F238E27FC236}">
                <a16:creationId xmlns:a16="http://schemas.microsoft.com/office/drawing/2014/main" id="{E19539DA-5496-4E8F-AD02-D7D62A90E717}"/>
              </a:ext>
            </a:extLst>
          </p:cNvPr>
          <p:cNvSpPr>
            <a:spLocks noGrp="1"/>
          </p:cNvSpPr>
          <p:nvPr/>
        </p:nvSpPr>
        <p:spPr>
          <a:xfrm>
            <a:off x="800100" y="2381250"/>
            <a:ext cx="1114425" cy="590550"/>
          </a:xfrm>
          <a:prstGeom prst="rect">
            <a:avLst/>
          </a:prstGeom>
          <a:ln w="0">
            <a:prstDash val="solid"/>
          </a:ln>
        </p:spPr>
        <p:txBody>
          <a:bodyPr lIns="28575" tIns="19050" rIns="28575" bIns="19050" anchor="ctr">
            <a:normAutofit/>
          </a:bodyPr>
          <a:lstStyle/>
          <a:p>
            <a:pPr algn="ctr">
              <a:buNone/>
              <a:defRPr sz="1238" b="1">
                <a:solidFill>
                  <a:srgbClr val="111410"/>
                </a:solidFill>
                <a:latin typeface="Montserrat"/>
                <a:ea typeface="Montserrat"/>
                <a:cs typeface="Montserrat"/>
              </a:defRPr>
            </a:pPr>
            <a:r>
              <a:rPr sz="1238" b="1">
                <a:solidFill>
                  <a:srgbClr val="111410"/>
                </a:solidFill>
                <a:latin typeface="Montserrat"/>
                <a:ea typeface="Montserrat"/>
                <a:cs typeface="Montserrat"/>
              </a:rPr>
              <a:t>Chuẩn hóa</a:t>
            </a:r>
          </a:p>
          <a:p>
            <a:pPr algn="ctr">
              <a:buNone/>
              <a:defRPr sz="1238" b="1">
                <a:solidFill>
                  <a:srgbClr val="111410"/>
                </a:solidFill>
                <a:latin typeface="Montserrat"/>
                <a:ea typeface="Montserrat"/>
                <a:cs typeface="Montserrat"/>
              </a:defRPr>
            </a:pPr>
            <a:r>
              <a:rPr sz="1238" b="1">
                <a:solidFill>
                  <a:srgbClr val="111410"/>
                </a:solidFill>
                <a:latin typeface="Montserrat"/>
                <a:ea typeface="Montserrat"/>
                <a:cs typeface="Montserrat"/>
              </a:rPr>
              <a:t>context</a:t>
            </a:r>
          </a:p>
        </p:txBody>
      </p:sp>
      <p:sp>
        <p:nvSpPr>
          <p:cNvPr id="8" name="Rectangle 7">
            <a:extLst>
              <a:ext uri="{FF2B5EF4-FFF2-40B4-BE49-F238E27FC236}">
                <a16:creationId xmlns:a16="http://schemas.microsoft.com/office/drawing/2014/main" id="{4C311B2B-F7CE-478C-92AB-14712020D92F}"/>
              </a:ext>
            </a:extLst>
          </p:cNvPr>
          <p:cNvSpPr>
            <a:spLocks noGrp="1"/>
          </p:cNvSpPr>
          <p:nvPr/>
        </p:nvSpPr>
        <p:spPr>
          <a:xfrm>
            <a:off x="781050" y="3067050"/>
            <a:ext cx="1152525" cy="247650"/>
          </a:xfrm>
          <a:prstGeom prst="rect">
            <a:avLst/>
          </a:prstGeom>
          <a:ln w="0">
            <a:prstDash val="solid"/>
          </a:ln>
        </p:spPr>
        <p:txBody>
          <a:bodyPr lIns="28575" tIns="19050" rIns="28575" bIns="19050" anchor="ctr">
            <a:normAutofit/>
          </a:bodyPr>
          <a:lstStyle/>
          <a:p>
            <a:pPr algn="ctr">
              <a:buNone/>
              <a:defRPr sz="863" b="0">
                <a:solidFill>
                  <a:srgbClr val="526052"/>
                </a:solidFill>
                <a:latin typeface="Montserrat"/>
                <a:ea typeface="Montserrat"/>
                <a:cs typeface="Montserrat"/>
              </a:defRPr>
            </a:pPr>
            <a:r>
              <a:rPr sz="863" b="0">
                <a:solidFill>
                  <a:srgbClr val="526052"/>
                </a:solidFill>
                <a:latin typeface="Montserrat"/>
                <a:ea typeface="Montserrat"/>
                <a:cs typeface="Montserrat"/>
              </a:rPr>
              <a:t>Input contract</a:t>
            </a:r>
          </a:p>
        </p:txBody>
      </p:sp>
      <p:sp>
        <p:nvSpPr>
          <p:cNvPr id="9" name="Arrow: Chevron 8">
            <a:extLst>
              <a:ext uri="{FF2B5EF4-FFF2-40B4-BE49-F238E27FC236}">
                <a16:creationId xmlns:a16="http://schemas.microsoft.com/office/drawing/2014/main" id="{54FE3D02-9E56-4940-92BF-5B68BDDA4724}"/>
              </a:ext>
            </a:extLst>
          </p:cNvPr>
          <p:cNvSpPr>
            <a:spLocks noGrp="1"/>
          </p:cNvSpPr>
          <p:nvPr/>
        </p:nvSpPr>
        <p:spPr>
          <a:xfrm>
            <a:off x="2085975" y="2571750"/>
            <a:ext cx="152400" cy="266700"/>
          </a:xfrm>
          <a:prstGeom prst="chevron">
            <a:avLst/>
          </a:prstGeom>
          <a:solidFill>
            <a:srgbClr val="4B8D17"/>
          </a:solidFill>
          <a:ln w="4763">
            <a:solidFill>
              <a:srgbClr val="4B8D17"/>
            </a:solidFill>
            <a:prstDash val="solid"/>
          </a:ln>
        </p:spPr>
      </p:sp>
      <p:sp>
        <p:nvSpPr>
          <p:cNvPr id="10" name="Rectangle: Rounded Corners 9">
            <a:extLst>
              <a:ext uri="{FF2B5EF4-FFF2-40B4-BE49-F238E27FC236}">
                <a16:creationId xmlns:a16="http://schemas.microsoft.com/office/drawing/2014/main" id="{EF5F0798-9327-4D81-AD5A-DF04CC600CA5}"/>
              </a:ext>
            </a:extLst>
          </p:cNvPr>
          <p:cNvSpPr>
            <a:spLocks noGrp="1"/>
          </p:cNvSpPr>
          <p:nvPr/>
        </p:nvSpPr>
        <p:spPr>
          <a:xfrm>
            <a:off x="2276475" y="1905000"/>
            <a:ext cx="1381125" cy="1619250"/>
          </a:xfrm>
          <a:prstGeom prst="roundRect">
            <a:avLst>
              <a:gd name="adj" fmla="val 5517"/>
            </a:avLst>
          </a:prstGeom>
          <a:solidFill>
            <a:srgbClr val="E4D9EE"/>
          </a:solidFill>
          <a:ln w="11430">
            <a:solidFill>
              <a:srgbClr val="788476"/>
            </a:solidFill>
            <a:prstDash val="solid"/>
          </a:ln>
        </p:spPr>
      </p:sp>
      <p:sp>
        <p:nvSpPr>
          <p:cNvPr id="11" name="Rectangle 10">
            <a:extLst>
              <a:ext uri="{FF2B5EF4-FFF2-40B4-BE49-F238E27FC236}">
                <a16:creationId xmlns:a16="http://schemas.microsoft.com/office/drawing/2014/main" id="{E9B4E424-6C05-4E89-A2FC-5F21F5DC7B5A}"/>
              </a:ext>
            </a:extLst>
          </p:cNvPr>
          <p:cNvSpPr>
            <a:spLocks noGrp="1"/>
          </p:cNvSpPr>
          <p:nvPr/>
        </p:nvSpPr>
        <p:spPr>
          <a:xfrm>
            <a:off x="2409825" y="2038350"/>
            <a:ext cx="428625" cy="247650"/>
          </a:xfrm>
          <a:prstGeom prst="rect">
            <a:avLst/>
          </a:prstGeom>
          <a:ln w="0">
            <a:prstDash val="solid"/>
          </a:ln>
        </p:spPr>
        <p:txBody>
          <a:bodyPr lIns="28575" tIns="19050" rIns="28575" bIns="19050" anchor="ctr">
            <a:normAutofit/>
          </a:bodyPr>
          <a:lstStyle/>
          <a:p>
            <a:pPr algn="l">
              <a:buNone/>
              <a:defRPr sz="938" b="1">
                <a:solidFill>
                  <a:srgbClr val="4B8D17"/>
                </a:solidFill>
                <a:latin typeface="Montserrat"/>
                <a:ea typeface="Montserrat"/>
                <a:cs typeface="Montserrat"/>
              </a:defRPr>
            </a:pPr>
            <a:r>
              <a:rPr sz="938" b="1">
                <a:solidFill>
                  <a:srgbClr val="4B8D17"/>
                </a:solidFill>
                <a:latin typeface="Montserrat"/>
                <a:ea typeface="Montserrat"/>
                <a:cs typeface="Montserrat"/>
              </a:rPr>
              <a:t>02</a:t>
            </a:r>
          </a:p>
        </p:txBody>
      </p:sp>
      <p:sp>
        <p:nvSpPr>
          <p:cNvPr id="12" name="Rectangle 11">
            <a:extLst>
              <a:ext uri="{FF2B5EF4-FFF2-40B4-BE49-F238E27FC236}">
                <a16:creationId xmlns:a16="http://schemas.microsoft.com/office/drawing/2014/main" id="{94C7D50D-A98F-421C-A191-87AAC10F3874}"/>
              </a:ext>
            </a:extLst>
          </p:cNvPr>
          <p:cNvSpPr>
            <a:spLocks noGrp="1"/>
          </p:cNvSpPr>
          <p:nvPr/>
        </p:nvSpPr>
        <p:spPr>
          <a:xfrm>
            <a:off x="2409825" y="2381250"/>
            <a:ext cx="1114425" cy="590550"/>
          </a:xfrm>
          <a:prstGeom prst="rect">
            <a:avLst/>
          </a:prstGeom>
          <a:ln w="0">
            <a:prstDash val="solid"/>
          </a:ln>
        </p:spPr>
        <p:txBody>
          <a:bodyPr lIns="28575" tIns="19050" rIns="28575" bIns="19050" anchor="ctr">
            <a:normAutofit/>
          </a:bodyPr>
          <a:lstStyle/>
          <a:p>
            <a:pPr algn="ctr">
              <a:buNone/>
              <a:defRPr sz="1238" b="1">
                <a:solidFill>
                  <a:srgbClr val="111410"/>
                </a:solidFill>
                <a:latin typeface="Montserrat"/>
                <a:ea typeface="Montserrat"/>
                <a:cs typeface="Montserrat"/>
              </a:defRPr>
            </a:pPr>
            <a:r>
              <a:rPr sz="1238" b="1">
                <a:solidFill>
                  <a:srgbClr val="111410"/>
                </a:solidFill>
                <a:latin typeface="Montserrat"/>
                <a:ea typeface="Montserrat"/>
                <a:cs typeface="Montserrat"/>
              </a:rPr>
              <a:t>Hybrid</a:t>
            </a:r>
          </a:p>
          <a:p>
            <a:pPr algn="ctr">
              <a:buNone/>
              <a:defRPr sz="1238" b="1">
                <a:solidFill>
                  <a:srgbClr val="111410"/>
                </a:solidFill>
                <a:latin typeface="Montserrat"/>
                <a:ea typeface="Montserrat"/>
                <a:cs typeface="Montserrat"/>
              </a:defRPr>
            </a:pPr>
            <a:r>
              <a:rPr sz="1238" b="1">
                <a:solidFill>
                  <a:srgbClr val="111410"/>
                </a:solidFill>
                <a:latin typeface="Montserrat"/>
                <a:ea typeface="Montserrat"/>
                <a:cs typeface="Montserrat"/>
              </a:rPr>
              <a:t>retrieval</a:t>
            </a:r>
          </a:p>
        </p:txBody>
      </p:sp>
      <p:sp>
        <p:nvSpPr>
          <p:cNvPr id="13" name="Rectangle 12">
            <a:extLst>
              <a:ext uri="{FF2B5EF4-FFF2-40B4-BE49-F238E27FC236}">
                <a16:creationId xmlns:a16="http://schemas.microsoft.com/office/drawing/2014/main" id="{12FEB288-8ACC-4D85-A2C3-9C03B838DDA7}"/>
              </a:ext>
            </a:extLst>
          </p:cNvPr>
          <p:cNvSpPr>
            <a:spLocks noGrp="1"/>
          </p:cNvSpPr>
          <p:nvPr/>
        </p:nvSpPr>
        <p:spPr>
          <a:xfrm>
            <a:off x="2390775" y="3067050"/>
            <a:ext cx="1152525" cy="247650"/>
          </a:xfrm>
          <a:prstGeom prst="rect">
            <a:avLst/>
          </a:prstGeom>
          <a:ln w="0">
            <a:prstDash val="solid"/>
          </a:ln>
        </p:spPr>
        <p:txBody>
          <a:bodyPr lIns="28575" tIns="19050" rIns="28575" bIns="19050" anchor="ctr">
            <a:normAutofit/>
          </a:bodyPr>
          <a:lstStyle/>
          <a:p>
            <a:pPr algn="ctr">
              <a:buNone/>
              <a:defRPr sz="863" b="0">
                <a:solidFill>
                  <a:srgbClr val="526052"/>
                </a:solidFill>
                <a:latin typeface="Montserrat"/>
                <a:ea typeface="Montserrat"/>
                <a:cs typeface="Montserrat"/>
              </a:defRPr>
            </a:pPr>
            <a:r>
              <a:rPr sz="863" b="0">
                <a:solidFill>
                  <a:srgbClr val="526052"/>
                </a:solidFill>
                <a:latin typeface="Montserrat"/>
                <a:ea typeface="Montserrat"/>
                <a:cs typeface="Montserrat"/>
              </a:rPr>
              <a:t>Evidence IDs</a:t>
            </a:r>
          </a:p>
        </p:txBody>
      </p:sp>
      <p:sp>
        <p:nvSpPr>
          <p:cNvPr id="14" name="Arrow: Chevron 13">
            <a:extLst>
              <a:ext uri="{FF2B5EF4-FFF2-40B4-BE49-F238E27FC236}">
                <a16:creationId xmlns:a16="http://schemas.microsoft.com/office/drawing/2014/main" id="{79E3F7B4-E41B-4F62-8AF3-5193A64A8400}"/>
              </a:ext>
            </a:extLst>
          </p:cNvPr>
          <p:cNvSpPr>
            <a:spLocks noGrp="1"/>
          </p:cNvSpPr>
          <p:nvPr/>
        </p:nvSpPr>
        <p:spPr>
          <a:xfrm>
            <a:off x="3695700" y="2571750"/>
            <a:ext cx="152400" cy="266700"/>
          </a:xfrm>
          <a:prstGeom prst="chevron">
            <a:avLst/>
          </a:prstGeom>
          <a:solidFill>
            <a:srgbClr val="4B8D17"/>
          </a:solidFill>
          <a:ln w="4763">
            <a:solidFill>
              <a:srgbClr val="4B8D17"/>
            </a:solidFill>
            <a:prstDash val="solid"/>
          </a:ln>
        </p:spPr>
      </p:sp>
      <p:sp>
        <p:nvSpPr>
          <p:cNvPr id="15" name="Rectangle: Rounded Corners 14">
            <a:extLst>
              <a:ext uri="{FF2B5EF4-FFF2-40B4-BE49-F238E27FC236}">
                <a16:creationId xmlns:a16="http://schemas.microsoft.com/office/drawing/2014/main" id="{3F611708-990B-4988-9C0E-4EE1EA305678}"/>
              </a:ext>
            </a:extLst>
          </p:cNvPr>
          <p:cNvSpPr>
            <a:spLocks noGrp="1"/>
          </p:cNvSpPr>
          <p:nvPr/>
        </p:nvSpPr>
        <p:spPr>
          <a:xfrm>
            <a:off x="3886200" y="1905000"/>
            <a:ext cx="1381125" cy="1619250"/>
          </a:xfrm>
          <a:prstGeom prst="roundRect">
            <a:avLst>
              <a:gd name="adj" fmla="val 5517"/>
            </a:avLst>
          </a:prstGeom>
          <a:solidFill>
            <a:srgbClr val="F7EDC8"/>
          </a:solidFill>
          <a:ln w="11430">
            <a:solidFill>
              <a:srgbClr val="788476"/>
            </a:solidFill>
            <a:prstDash val="solid"/>
          </a:ln>
        </p:spPr>
      </p:sp>
      <p:sp>
        <p:nvSpPr>
          <p:cNvPr id="16" name="Rectangle 15">
            <a:extLst>
              <a:ext uri="{FF2B5EF4-FFF2-40B4-BE49-F238E27FC236}">
                <a16:creationId xmlns:a16="http://schemas.microsoft.com/office/drawing/2014/main" id="{8028FDE7-4E8D-4F19-BBCE-D60C4B189650}"/>
              </a:ext>
            </a:extLst>
          </p:cNvPr>
          <p:cNvSpPr>
            <a:spLocks noGrp="1"/>
          </p:cNvSpPr>
          <p:nvPr/>
        </p:nvSpPr>
        <p:spPr>
          <a:xfrm>
            <a:off x="4019550" y="2038350"/>
            <a:ext cx="428625" cy="247650"/>
          </a:xfrm>
          <a:prstGeom prst="rect">
            <a:avLst/>
          </a:prstGeom>
          <a:ln w="0">
            <a:prstDash val="solid"/>
          </a:ln>
        </p:spPr>
        <p:txBody>
          <a:bodyPr lIns="28575" tIns="19050" rIns="28575" bIns="19050" anchor="ctr">
            <a:normAutofit/>
          </a:bodyPr>
          <a:lstStyle/>
          <a:p>
            <a:pPr algn="l">
              <a:buNone/>
              <a:defRPr sz="938" b="1">
                <a:solidFill>
                  <a:srgbClr val="4B8D17"/>
                </a:solidFill>
                <a:latin typeface="Montserrat"/>
                <a:ea typeface="Montserrat"/>
                <a:cs typeface="Montserrat"/>
              </a:defRPr>
            </a:pPr>
            <a:r>
              <a:rPr sz="938" b="1">
                <a:solidFill>
                  <a:srgbClr val="4B8D17"/>
                </a:solidFill>
                <a:latin typeface="Montserrat"/>
                <a:ea typeface="Montserrat"/>
                <a:cs typeface="Montserrat"/>
              </a:rPr>
              <a:t>03</a:t>
            </a:r>
          </a:p>
        </p:txBody>
      </p:sp>
      <p:sp>
        <p:nvSpPr>
          <p:cNvPr id="17" name="Rectangle 16">
            <a:extLst>
              <a:ext uri="{FF2B5EF4-FFF2-40B4-BE49-F238E27FC236}">
                <a16:creationId xmlns:a16="http://schemas.microsoft.com/office/drawing/2014/main" id="{7084E695-28EE-4219-B969-C1B068B0FB7B}"/>
              </a:ext>
            </a:extLst>
          </p:cNvPr>
          <p:cNvSpPr>
            <a:spLocks noGrp="1"/>
          </p:cNvSpPr>
          <p:nvPr/>
        </p:nvSpPr>
        <p:spPr>
          <a:xfrm>
            <a:off x="4019550" y="2381250"/>
            <a:ext cx="1114425" cy="590550"/>
          </a:xfrm>
          <a:prstGeom prst="rect">
            <a:avLst/>
          </a:prstGeom>
          <a:ln w="0">
            <a:prstDash val="solid"/>
          </a:ln>
        </p:spPr>
        <p:txBody>
          <a:bodyPr lIns="28575" tIns="19050" rIns="28575" bIns="19050" anchor="ctr">
            <a:normAutofit/>
          </a:bodyPr>
          <a:lstStyle/>
          <a:p>
            <a:pPr algn="ctr">
              <a:buNone/>
              <a:defRPr sz="1238" b="1">
                <a:solidFill>
                  <a:srgbClr val="111410"/>
                </a:solidFill>
                <a:latin typeface="Montserrat"/>
                <a:ea typeface="Montserrat"/>
                <a:cs typeface="Montserrat"/>
              </a:defRPr>
            </a:pPr>
            <a:r>
              <a:rPr sz="1238" b="1">
                <a:solidFill>
                  <a:srgbClr val="111410"/>
                </a:solidFill>
                <a:latin typeface="Montserrat"/>
                <a:ea typeface="Montserrat"/>
                <a:cs typeface="Montserrat"/>
              </a:rPr>
              <a:t>DeepSeek</a:t>
            </a:r>
          </a:p>
          <a:p>
            <a:pPr algn="ctr">
              <a:buNone/>
              <a:defRPr sz="1238" b="1">
                <a:solidFill>
                  <a:srgbClr val="111410"/>
                </a:solidFill>
                <a:latin typeface="Montserrat"/>
                <a:ea typeface="Montserrat"/>
                <a:cs typeface="Montserrat"/>
              </a:defRPr>
            </a:pPr>
            <a:r>
              <a:rPr sz="1238" b="1">
                <a:solidFill>
                  <a:srgbClr val="111410"/>
                </a:solidFill>
                <a:latin typeface="Montserrat"/>
                <a:ea typeface="Montserrat"/>
                <a:cs typeface="Montserrat"/>
              </a:rPr>
              <a:t>JSON</a:t>
            </a:r>
          </a:p>
        </p:txBody>
      </p:sp>
      <p:sp>
        <p:nvSpPr>
          <p:cNvPr id="18" name="Rectangle 17">
            <a:extLst>
              <a:ext uri="{FF2B5EF4-FFF2-40B4-BE49-F238E27FC236}">
                <a16:creationId xmlns:a16="http://schemas.microsoft.com/office/drawing/2014/main" id="{11BE9838-48DD-4E9D-AEEA-234B23ED75E9}"/>
              </a:ext>
            </a:extLst>
          </p:cNvPr>
          <p:cNvSpPr>
            <a:spLocks noGrp="1"/>
          </p:cNvSpPr>
          <p:nvPr/>
        </p:nvSpPr>
        <p:spPr>
          <a:xfrm>
            <a:off x="4000500" y="3067050"/>
            <a:ext cx="1152525" cy="247650"/>
          </a:xfrm>
          <a:prstGeom prst="rect">
            <a:avLst/>
          </a:prstGeom>
          <a:ln w="0">
            <a:prstDash val="solid"/>
          </a:ln>
        </p:spPr>
        <p:txBody>
          <a:bodyPr lIns="28575" tIns="19050" rIns="28575" bIns="19050" anchor="ctr">
            <a:normAutofit/>
          </a:bodyPr>
          <a:lstStyle/>
          <a:p>
            <a:pPr algn="ctr">
              <a:buNone/>
              <a:defRPr sz="863" b="0">
                <a:solidFill>
                  <a:srgbClr val="526052"/>
                </a:solidFill>
                <a:latin typeface="Montserrat"/>
                <a:ea typeface="Montserrat"/>
                <a:cs typeface="Montserrat"/>
              </a:defRPr>
            </a:pPr>
            <a:r>
              <a:rPr sz="863" b="0">
                <a:solidFill>
                  <a:srgbClr val="526052"/>
                </a:solidFill>
                <a:latin typeface="Montserrat"/>
                <a:ea typeface="Montserrat"/>
                <a:cs typeface="Montserrat"/>
              </a:rPr>
              <a:t>Structured output</a:t>
            </a:r>
          </a:p>
        </p:txBody>
      </p:sp>
      <p:sp>
        <p:nvSpPr>
          <p:cNvPr id="19" name="Arrow: Chevron 18">
            <a:extLst>
              <a:ext uri="{FF2B5EF4-FFF2-40B4-BE49-F238E27FC236}">
                <a16:creationId xmlns:a16="http://schemas.microsoft.com/office/drawing/2014/main" id="{68418B07-DCEE-4C20-8F2A-4CBA71602BA8}"/>
              </a:ext>
            </a:extLst>
          </p:cNvPr>
          <p:cNvSpPr>
            <a:spLocks noGrp="1"/>
          </p:cNvSpPr>
          <p:nvPr/>
        </p:nvSpPr>
        <p:spPr>
          <a:xfrm>
            <a:off x="5305425" y="2571750"/>
            <a:ext cx="152400" cy="266700"/>
          </a:xfrm>
          <a:prstGeom prst="chevron">
            <a:avLst/>
          </a:prstGeom>
          <a:solidFill>
            <a:srgbClr val="4B8D17"/>
          </a:solidFill>
          <a:ln w="4763">
            <a:solidFill>
              <a:srgbClr val="4B8D17"/>
            </a:solidFill>
            <a:prstDash val="solid"/>
          </a:ln>
        </p:spPr>
      </p:sp>
      <p:sp>
        <p:nvSpPr>
          <p:cNvPr id="20" name="Rectangle: Rounded Corners 19">
            <a:extLst>
              <a:ext uri="{FF2B5EF4-FFF2-40B4-BE49-F238E27FC236}">
                <a16:creationId xmlns:a16="http://schemas.microsoft.com/office/drawing/2014/main" id="{FDDFC8F4-6FE3-45AE-BD51-5F9ED9549C83}"/>
              </a:ext>
            </a:extLst>
          </p:cNvPr>
          <p:cNvSpPr>
            <a:spLocks noGrp="1"/>
          </p:cNvSpPr>
          <p:nvPr/>
        </p:nvSpPr>
        <p:spPr>
          <a:xfrm>
            <a:off x="5495925" y="1905000"/>
            <a:ext cx="1381125" cy="1619250"/>
          </a:xfrm>
          <a:prstGeom prst="roundRect">
            <a:avLst>
              <a:gd name="adj" fmla="val 5517"/>
            </a:avLst>
          </a:prstGeom>
          <a:solidFill>
            <a:srgbClr val="F4F7F1"/>
          </a:solidFill>
          <a:ln w="11430">
            <a:solidFill>
              <a:srgbClr val="788476"/>
            </a:solidFill>
            <a:prstDash val="solid"/>
          </a:ln>
        </p:spPr>
      </p:sp>
      <p:sp>
        <p:nvSpPr>
          <p:cNvPr id="21" name="Rectangle 20">
            <a:extLst>
              <a:ext uri="{FF2B5EF4-FFF2-40B4-BE49-F238E27FC236}">
                <a16:creationId xmlns:a16="http://schemas.microsoft.com/office/drawing/2014/main" id="{04141947-11DB-4BBE-9F17-E7B71434EF98}"/>
              </a:ext>
            </a:extLst>
          </p:cNvPr>
          <p:cNvSpPr>
            <a:spLocks noGrp="1"/>
          </p:cNvSpPr>
          <p:nvPr/>
        </p:nvSpPr>
        <p:spPr>
          <a:xfrm>
            <a:off x="5629275" y="2038350"/>
            <a:ext cx="428625" cy="247650"/>
          </a:xfrm>
          <a:prstGeom prst="rect">
            <a:avLst/>
          </a:prstGeom>
          <a:ln w="0">
            <a:prstDash val="solid"/>
          </a:ln>
        </p:spPr>
        <p:txBody>
          <a:bodyPr lIns="28575" tIns="19050" rIns="28575" bIns="19050" anchor="ctr">
            <a:normAutofit/>
          </a:bodyPr>
          <a:lstStyle/>
          <a:p>
            <a:pPr algn="l">
              <a:buNone/>
              <a:defRPr sz="938" b="1">
                <a:solidFill>
                  <a:srgbClr val="4B8D17"/>
                </a:solidFill>
                <a:latin typeface="Montserrat"/>
                <a:ea typeface="Montserrat"/>
                <a:cs typeface="Montserrat"/>
              </a:defRPr>
            </a:pPr>
            <a:r>
              <a:rPr sz="938" b="1">
                <a:solidFill>
                  <a:srgbClr val="4B8D17"/>
                </a:solidFill>
                <a:latin typeface="Montserrat"/>
                <a:ea typeface="Montserrat"/>
                <a:cs typeface="Montserrat"/>
              </a:rPr>
              <a:t>04</a:t>
            </a:r>
          </a:p>
        </p:txBody>
      </p:sp>
      <p:sp>
        <p:nvSpPr>
          <p:cNvPr id="22" name="Rectangle 21">
            <a:extLst>
              <a:ext uri="{FF2B5EF4-FFF2-40B4-BE49-F238E27FC236}">
                <a16:creationId xmlns:a16="http://schemas.microsoft.com/office/drawing/2014/main" id="{FCBD3ECF-1816-49DF-BD03-6BC49CBC087F}"/>
              </a:ext>
            </a:extLst>
          </p:cNvPr>
          <p:cNvSpPr>
            <a:spLocks noGrp="1"/>
          </p:cNvSpPr>
          <p:nvPr/>
        </p:nvSpPr>
        <p:spPr>
          <a:xfrm>
            <a:off x="5629275" y="2381250"/>
            <a:ext cx="1114425" cy="590550"/>
          </a:xfrm>
          <a:prstGeom prst="rect">
            <a:avLst/>
          </a:prstGeom>
          <a:ln w="0">
            <a:prstDash val="solid"/>
          </a:ln>
        </p:spPr>
        <p:txBody>
          <a:bodyPr lIns="28575" tIns="19050" rIns="28575" bIns="19050" anchor="ctr">
            <a:normAutofit/>
          </a:bodyPr>
          <a:lstStyle/>
          <a:p>
            <a:pPr algn="ctr">
              <a:buNone/>
              <a:defRPr sz="1238" b="1">
                <a:solidFill>
                  <a:srgbClr val="111410"/>
                </a:solidFill>
                <a:latin typeface="Montserrat"/>
                <a:ea typeface="Montserrat"/>
                <a:cs typeface="Montserrat"/>
              </a:defRPr>
            </a:pPr>
            <a:r>
              <a:rPr sz="1238" b="1">
                <a:solidFill>
                  <a:srgbClr val="111410"/>
                </a:solidFill>
                <a:latin typeface="Montserrat"/>
                <a:ea typeface="Montserrat"/>
                <a:cs typeface="Montserrat"/>
              </a:rPr>
              <a:t>Schema</a:t>
            </a:r>
          </a:p>
          <a:p>
            <a:pPr algn="ctr">
              <a:buNone/>
              <a:defRPr sz="1238" b="1">
                <a:solidFill>
                  <a:srgbClr val="111410"/>
                </a:solidFill>
                <a:latin typeface="Montserrat"/>
                <a:ea typeface="Montserrat"/>
                <a:cs typeface="Montserrat"/>
              </a:defRPr>
            </a:pPr>
            <a:r>
              <a:rPr sz="1238" b="1">
                <a:solidFill>
                  <a:srgbClr val="111410"/>
                </a:solidFill>
                <a:latin typeface="Montserrat"/>
                <a:ea typeface="Montserrat"/>
                <a:cs typeface="Montserrat"/>
              </a:rPr>
              <a:t>validation</a:t>
            </a:r>
          </a:p>
        </p:txBody>
      </p:sp>
      <p:sp>
        <p:nvSpPr>
          <p:cNvPr id="23" name="Rectangle 22">
            <a:extLst>
              <a:ext uri="{FF2B5EF4-FFF2-40B4-BE49-F238E27FC236}">
                <a16:creationId xmlns:a16="http://schemas.microsoft.com/office/drawing/2014/main" id="{99FBE2E8-BA8B-424D-B4B7-1A117B849DCE}"/>
              </a:ext>
            </a:extLst>
          </p:cNvPr>
          <p:cNvSpPr>
            <a:spLocks noGrp="1"/>
          </p:cNvSpPr>
          <p:nvPr/>
        </p:nvSpPr>
        <p:spPr>
          <a:xfrm>
            <a:off x="5610225" y="3067050"/>
            <a:ext cx="1152525" cy="247650"/>
          </a:xfrm>
          <a:prstGeom prst="rect">
            <a:avLst/>
          </a:prstGeom>
          <a:ln w="0">
            <a:prstDash val="solid"/>
          </a:ln>
        </p:spPr>
        <p:txBody>
          <a:bodyPr lIns="28575" tIns="19050" rIns="28575" bIns="19050" anchor="ctr">
            <a:normAutofit/>
          </a:bodyPr>
          <a:lstStyle/>
          <a:p>
            <a:pPr algn="ctr">
              <a:buNone/>
              <a:defRPr sz="863" b="0">
                <a:solidFill>
                  <a:srgbClr val="526052"/>
                </a:solidFill>
                <a:latin typeface="Montserrat"/>
                <a:ea typeface="Montserrat"/>
                <a:cs typeface="Montserrat"/>
              </a:defRPr>
            </a:pPr>
            <a:r>
              <a:rPr sz="863" b="0">
                <a:solidFill>
                  <a:srgbClr val="526052"/>
                </a:solidFill>
                <a:latin typeface="Montserrat"/>
                <a:ea typeface="Montserrat"/>
                <a:cs typeface="Montserrat"/>
              </a:rPr>
              <a:t>Validation gate</a:t>
            </a:r>
          </a:p>
        </p:txBody>
      </p:sp>
      <p:sp>
        <p:nvSpPr>
          <p:cNvPr id="24" name="Arrow: Chevron 23">
            <a:extLst>
              <a:ext uri="{FF2B5EF4-FFF2-40B4-BE49-F238E27FC236}">
                <a16:creationId xmlns:a16="http://schemas.microsoft.com/office/drawing/2014/main" id="{998A3D7D-FDA7-4691-8BB8-82CEAA420397}"/>
              </a:ext>
            </a:extLst>
          </p:cNvPr>
          <p:cNvSpPr>
            <a:spLocks noGrp="1"/>
          </p:cNvSpPr>
          <p:nvPr/>
        </p:nvSpPr>
        <p:spPr>
          <a:xfrm>
            <a:off x="6915150" y="2571750"/>
            <a:ext cx="152400" cy="266700"/>
          </a:xfrm>
          <a:prstGeom prst="chevron">
            <a:avLst/>
          </a:prstGeom>
          <a:solidFill>
            <a:srgbClr val="4B8D17"/>
          </a:solidFill>
          <a:ln w="4763">
            <a:solidFill>
              <a:srgbClr val="4B8D17"/>
            </a:solidFill>
            <a:prstDash val="solid"/>
          </a:ln>
        </p:spPr>
      </p:sp>
      <p:sp>
        <p:nvSpPr>
          <p:cNvPr id="25" name="Rectangle: Rounded Corners 24">
            <a:extLst>
              <a:ext uri="{FF2B5EF4-FFF2-40B4-BE49-F238E27FC236}">
                <a16:creationId xmlns:a16="http://schemas.microsoft.com/office/drawing/2014/main" id="{8C80DCD2-329B-4EC8-81AF-825287D14678}"/>
              </a:ext>
            </a:extLst>
          </p:cNvPr>
          <p:cNvSpPr>
            <a:spLocks noGrp="1"/>
          </p:cNvSpPr>
          <p:nvPr/>
        </p:nvSpPr>
        <p:spPr>
          <a:xfrm>
            <a:off x="7105650" y="1905000"/>
            <a:ext cx="1381125" cy="1619250"/>
          </a:xfrm>
          <a:prstGeom prst="roundRect">
            <a:avLst>
              <a:gd name="adj" fmla="val 5517"/>
            </a:avLst>
          </a:prstGeom>
          <a:solidFill>
            <a:srgbClr val="F4D7D3"/>
          </a:solidFill>
          <a:ln w="17145">
            <a:solidFill>
              <a:srgbClr val="4B8D17"/>
            </a:solidFill>
            <a:prstDash val="solid"/>
          </a:ln>
        </p:spPr>
      </p:sp>
      <p:sp>
        <p:nvSpPr>
          <p:cNvPr id="26" name="Rectangle 25">
            <a:extLst>
              <a:ext uri="{FF2B5EF4-FFF2-40B4-BE49-F238E27FC236}">
                <a16:creationId xmlns:a16="http://schemas.microsoft.com/office/drawing/2014/main" id="{633AE50A-F3D6-49A5-9A3F-2C00EDC6040E}"/>
              </a:ext>
            </a:extLst>
          </p:cNvPr>
          <p:cNvSpPr>
            <a:spLocks noGrp="1"/>
          </p:cNvSpPr>
          <p:nvPr/>
        </p:nvSpPr>
        <p:spPr>
          <a:xfrm>
            <a:off x="7239000" y="2038350"/>
            <a:ext cx="428625" cy="247650"/>
          </a:xfrm>
          <a:prstGeom prst="rect">
            <a:avLst/>
          </a:prstGeom>
          <a:ln w="0">
            <a:prstDash val="solid"/>
          </a:ln>
        </p:spPr>
        <p:txBody>
          <a:bodyPr lIns="28575" tIns="19050" rIns="28575" bIns="19050" anchor="ctr">
            <a:normAutofit/>
          </a:bodyPr>
          <a:lstStyle/>
          <a:p>
            <a:pPr algn="l">
              <a:buNone/>
              <a:defRPr sz="938" b="1">
                <a:solidFill>
                  <a:srgbClr val="4B8D17"/>
                </a:solidFill>
                <a:latin typeface="Montserrat"/>
                <a:ea typeface="Montserrat"/>
                <a:cs typeface="Montserrat"/>
              </a:defRPr>
            </a:pPr>
            <a:r>
              <a:rPr sz="938" b="1">
                <a:solidFill>
                  <a:srgbClr val="4B8D17"/>
                </a:solidFill>
                <a:latin typeface="Montserrat"/>
                <a:ea typeface="Montserrat"/>
                <a:cs typeface="Montserrat"/>
              </a:rPr>
              <a:t>05</a:t>
            </a:r>
          </a:p>
        </p:txBody>
      </p:sp>
      <p:sp>
        <p:nvSpPr>
          <p:cNvPr id="27" name="Rectangle 26">
            <a:extLst>
              <a:ext uri="{FF2B5EF4-FFF2-40B4-BE49-F238E27FC236}">
                <a16:creationId xmlns:a16="http://schemas.microsoft.com/office/drawing/2014/main" id="{A5155367-1A45-4D36-97F8-DA2957223989}"/>
              </a:ext>
            </a:extLst>
          </p:cNvPr>
          <p:cNvSpPr>
            <a:spLocks noGrp="1"/>
          </p:cNvSpPr>
          <p:nvPr/>
        </p:nvSpPr>
        <p:spPr>
          <a:xfrm>
            <a:off x="7239000" y="2381250"/>
            <a:ext cx="1114425" cy="590550"/>
          </a:xfrm>
          <a:prstGeom prst="rect">
            <a:avLst/>
          </a:prstGeom>
          <a:ln w="0">
            <a:prstDash val="solid"/>
          </a:ln>
        </p:spPr>
        <p:txBody>
          <a:bodyPr lIns="28575" tIns="19050" rIns="28575" bIns="19050" anchor="ctr">
            <a:normAutofit/>
          </a:bodyPr>
          <a:lstStyle/>
          <a:p>
            <a:pPr algn="ctr">
              <a:buNone/>
              <a:defRPr sz="1238" b="1">
                <a:solidFill>
                  <a:srgbClr val="111410"/>
                </a:solidFill>
                <a:latin typeface="Montserrat"/>
                <a:ea typeface="Montserrat"/>
                <a:cs typeface="Montserrat"/>
              </a:defRPr>
            </a:pPr>
            <a:r>
              <a:rPr sz="1238" b="1">
                <a:solidFill>
                  <a:srgbClr val="111410"/>
                </a:solidFill>
                <a:latin typeface="Montserrat"/>
                <a:ea typeface="Montserrat"/>
                <a:cs typeface="Montserrat"/>
              </a:rPr>
              <a:t>Grounding</a:t>
            </a:r>
          </a:p>
          <a:p>
            <a:pPr algn="ctr">
              <a:buNone/>
              <a:defRPr sz="1238" b="1">
                <a:solidFill>
                  <a:srgbClr val="111410"/>
                </a:solidFill>
                <a:latin typeface="Montserrat"/>
                <a:ea typeface="Montserrat"/>
                <a:cs typeface="Montserrat"/>
              </a:defRPr>
            </a:pPr>
            <a:r>
              <a:rPr sz="1238" b="1">
                <a:solidFill>
                  <a:srgbClr val="111410"/>
                </a:solidFill>
                <a:latin typeface="Montserrat"/>
                <a:ea typeface="Montserrat"/>
                <a:cs typeface="Montserrat"/>
              </a:rPr>
              <a:t>allow-list</a:t>
            </a:r>
          </a:p>
        </p:txBody>
      </p:sp>
      <p:sp>
        <p:nvSpPr>
          <p:cNvPr id="28" name="Rectangle 27">
            <a:extLst>
              <a:ext uri="{FF2B5EF4-FFF2-40B4-BE49-F238E27FC236}">
                <a16:creationId xmlns:a16="http://schemas.microsoft.com/office/drawing/2014/main" id="{A48637EC-A50E-4A2A-B20F-C78FF835DD9B}"/>
              </a:ext>
            </a:extLst>
          </p:cNvPr>
          <p:cNvSpPr>
            <a:spLocks noGrp="1"/>
          </p:cNvSpPr>
          <p:nvPr/>
        </p:nvSpPr>
        <p:spPr>
          <a:xfrm>
            <a:off x="7219950" y="3067050"/>
            <a:ext cx="1152525" cy="247650"/>
          </a:xfrm>
          <a:prstGeom prst="rect">
            <a:avLst/>
          </a:prstGeom>
          <a:ln w="0">
            <a:prstDash val="solid"/>
          </a:ln>
        </p:spPr>
        <p:txBody>
          <a:bodyPr lIns="28575" tIns="19050" rIns="28575" bIns="19050" anchor="ctr">
            <a:normAutofit/>
          </a:bodyPr>
          <a:lstStyle/>
          <a:p>
            <a:pPr algn="ctr">
              <a:buNone/>
              <a:defRPr sz="863" b="0">
                <a:solidFill>
                  <a:srgbClr val="526052"/>
                </a:solidFill>
                <a:latin typeface="Montserrat"/>
                <a:ea typeface="Montserrat"/>
                <a:cs typeface="Montserrat"/>
              </a:defRPr>
            </a:pPr>
            <a:r>
              <a:rPr sz="863" b="0">
                <a:solidFill>
                  <a:srgbClr val="526052"/>
                </a:solidFill>
                <a:latin typeface="Montserrat"/>
                <a:ea typeface="Montserrat"/>
                <a:cs typeface="Montserrat"/>
              </a:rPr>
              <a:t>Citation gate</a:t>
            </a:r>
          </a:p>
        </p:txBody>
      </p:sp>
      <p:sp>
        <p:nvSpPr>
          <p:cNvPr id="29" name="Rectangle: Rounded Corners 28">
            <a:extLst>
              <a:ext uri="{FF2B5EF4-FFF2-40B4-BE49-F238E27FC236}">
                <a16:creationId xmlns:a16="http://schemas.microsoft.com/office/drawing/2014/main" id="{E8F1239F-ACBB-40DF-95F2-16FD3C8CDD75}"/>
              </a:ext>
            </a:extLst>
          </p:cNvPr>
          <p:cNvSpPr>
            <a:spLocks noGrp="1"/>
          </p:cNvSpPr>
          <p:nvPr/>
        </p:nvSpPr>
        <p:spPr>
          <a:xfrm>
            <a:off x="1428750" y="3771900"/>
            <a:ext cx="6286500" cy="438150"/>
          </a:xfrm>
          <a:prstGeom prst="roundRect">
            <a:avLst>
              <a:gd name="adj" fmla="val 50000"/>
            </a:avLst>
          </a:prstGeom>
          <a:solidFill>
            <a:srgbClr val="F4F7F1"/>
          </a:solidFill>
          <a:ln w="13335">
            <a:solidFill>
              <a:srgbClr val="4B8D17"/>
            </a:solidFill>
            <a:prstDash val="solid"/>
          </a:ln>
        </p:spPr>
        <p:txBody>
          <a:bodyPr lIns="133350" tIns="66675" rIns="133350" bIns="66675" anchor="ctr">
            <a:normAutofit/>
          </a:bodyPr>
          <a:lstStyle/>
          <a:p>
            <a:pPr algn="ctr">
              <a:buNone/>
              <a:defRPr sz="1088" b="1">
                <a:solidFill>
                  <a:srgbClr val="4B8D17"/>
                </a:solidFill>
                <a:latin typeface="Montserrat"/>
                <a:ea typeface="Montserrat"/>
                <a:cs typeface="Montserrat"/>
              </a:defRPr>
            </a:pPr>
            <a:r>
              <a:rPr sz="1088" b="1">
                <a:solidFill>
                  <a:srgbClr val="4B8D17"/>
                </a:solidFill>
                <a:latin typeface="Montserrat"/>
                <a:ea typeface="Montserrat"/>
                <a:cs typeface="Montserrat"/>
              </a:rPr>
              <a:t>Evidence IDs   →   JSON có cấu trúc   →   Output hợp lệ</a:t>
            </a:r>
          </a:p>
        </p:txBody>
      </p:sp>
      <p:sp>
        <p:nvSpPr>
          <p:cNvPr id="30" name="Rectangle: Rounded Corners 29">
            <a:extLst>
              <a:ext uri="{FF2B5EF4-FFF2-40B4-BE49-F238E27FC236}">
                <a16:creationId xmlns:a16="http://schemas.microsoft.com/office/drawing/2014/main" id="{38EB25FF-B39D-49C4-BB33-9029E4B7598D}"/>
              </a:ext>
            </a:extLst>
          </p:cNvPr>
          <p:cNvSpPr>
            <a:spLocks noGrp="1"/>
          </p:cNvSpPr>
          <p:nvPr/>
        </p:nvSpPr>
        <p:spPr>
          <a:xfrm>
            <a:off x="1571625" y="4273074"/>
            <a:ext cx="6000750" cy="438150"/>
          </a:xfrm>
          <a:prstGeom prst="roundRect">
            <a:avLst>
              <a:gd name="adj" fmla="val 50000"/>
            </a:avLst>
          </a:prstGeom>
          <a:solidFill>
            <a:srgbClr val="DFF0D6"/>
          </a:solidFill>
          <a:ln w="14288">
            <a:solidFill>
              <a:srgbClr val="4B8D17"/>
            </a:solidFill>
            <a:prstDash val="solid"/>
          </a:ln>
        </p:spPr>
        <p:txBody>
          <a:bodyPr lIns="133350" tIns="66675" rIns="133350" bIns="66675" anchor="ctr">
            <a:normAutofit/>
          </a:bodyPr>
          <a:lstStyle/>
          <a:p>
            <a:pPr algn="ctr">
              <a:buNone/>
              <a:defRPr sz="975" b="1">
                <a:solidFill>
                  <a:srgbClr val="4B8D17"/>
                </a:solidFill>
                <a:latin typeface="Montserrat"/>
                <a:ea typeface="Montserrat"/>
                <a:cs typeface="Montserrat"/>
              </a:defRPr>
            </a:pPr>
            <a:r>
              <a:rPr sz="975" b="1">
                <a:solidFill>
                  <a:srgbClr val="4B8D17"/>
                </a:solidFill>
                <a:latin typeface="Montserrat"/>
                <a:ea typeface="Montserrat"/>
                <a:cs typeface="Montserrat"/>
              </a:rPr>
              <a:t>Bất biến: citation chỉ hợp lệ khi thuộc evidence đã được truy hồi.</a:t>
            </a:r>
          </a:p>
        </p:txBody>
      </p:sp>
      <p:sp>
        <p:nvSpPr>
          <p:cNvPr id="32" name="TextBox 31"/>
          <p:cNvSpPr txBox="1"/>
          <p:nvPr/>
        </p:nvSpPr>
        <p:spPr>
          <a:xfrm>
            <a:off x="713225" y="200000"/>
            <a:ext cx="1200000" cy="260000"/>
          </a:xfrm>
          <a:prstGeom prst="rect">
            <a:avLst/>
          </a:prstGeom>
          <a:noFill/>
        </p:spPr>
        <p:txBody>
          <a:bodyPr wrap="none" lIns="0" tIns="0">
            <a:spAutoFit/>
          </a:bodyPr>
          <a:lstStyle/>
          <a:p>
            <a:pPr>
              <a:defRPr sz="1100" b="1">
                <a:solidFill>
                  <a:srgbClr val="4B8D17"/>
                </a:solidFill>
                <a:latin typeface="Montserrat"/>
              </a:defRPr>
            </a:pPr>
            <a:r>
              <a:t>#03</a:t>
            </a:r>
          </a:p>
        </p:txBody>
      </p:sp>
    </p:spTree>
    <p:extLst>
      <p:ext uri="{BB962C8B-B14F-4D97-AF65-F5344CB8AC3E}">
        <p14:creationId xmlns:p14="http://schemas.microsoft.com/office/powerpoint/2010/main" val="24316257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E8F3E5"/>
        </a:solidFill>
        <a:effectLst/>
      </p:bgPr>
    </p:bg>
    <p:spTree>
      <p:nvGrpSpPr>
        <p:cNvPr id="1" name=""/>
        <p:cNvGrpSpPr/>
        <p:nvPr/>
      </p:nvGrpSpPr>
      <p:grpSpPr>
        <a:xfrm>
          <a:off x="0" y="0"/>
          <a:ext cx="0" cy="0"/>
          <a:chOff x="0" y="0"/>
          <a:chExt cx="0" cy="0"/>
        </a:xfrm>
      </p:grpSpPr>
      <p:sp>
        <p:nvSpPr>
          <p:cNvPr id="587" name="Google Shape;587;p71">
            <a:extLst>
              <a:ext uri="{FF2B5EF4-FFF2-40B4-BE49-F238E27FC236}">
                <a16:creationId xmlns:a16="http://schemas.microsoft.com/office/drawing/2014/main" id="{55D47535-4A8E-4B64-8923-E0001FA4C601}"/>
              </a:ext>
            </a:extLst>
          </p:cNvPr>
          <p:cNvSpPr>
            <a:spLocks noGrp="1"/>
          </p:cNvSpPr>
          <p:nvPr>
            <p:ph type="title"/>
          </p:nvPr>
        </p:nvSpPr>
        <p:spPr>
          <a:xfrm>
            <a:off x="781050" y="590550"/>
            <a:ext cx="7620000" cy="495300"/>
          </a:xfrm>
          <a:prstGeom prst="rect">
            <a:avLst/>
          </a:prstGeom>
        </p:spPr>
        <p:txBody>
          <a:bodyPr spcFirstLastPara="1" wrap="square" lIns="91425" tIns="91425" rIns="91425" bIns="91425" anchor="t">
            <a:noAutofit/>
          </a:bodyPr>
          <a:lstStyle/>
          <a:p>
            <a:pPr marL="0" lvl="0" indent="0" algn="l">
              <a:spcBef>
                <a:spcPts val="0"/>
              </a:spcBef>
              <a:spcAft>
                <a:spcPts val="0"/>
              </a:spcAft>
              <a:buNone/>
              <a:defRPr sz="2025" b="1">
                <a:solidFill>
                  <a:srgbClr val="111410"/>
                </a:solidFill>
                <a:latin typeface="Cambria"/>
                <a:ea typeface="Cambria"/>
                <a:cs typeface="Cambria"/>
              </a:defRPr>
            </a:pPr>
            <a:r>
              <a:rPr lang="vi-VN" sz="2025" b="1" dirty="0">
                <a:solidFill>
                  <a:srgbClr val="111410"/>
                </a:solidFill>
              </a:rPr>
              <a:t>Vòng đời tài liệu RAG có provenance</a:t>
            </a:r>
            <a:endParaRPr lang="vi-VN" dirty="0"/>
          </a:p>
        </p:txBody>
      </p:sp>
      <p:sp>
        <p:nvSpPr>
          <p:cNvPr id="588" name="Rectangle 587">
            <a:extLst>
              <a:ext uri="{FF2B5EF4-FFF2-40B4-BE49-F238E27FC236}">
                <a16:creationId xmlns:a16="http://schemas.microsoft.com/office/drawing/2014/main" id="{57EA324F-B09C-4B0D-875F-349A0096F50D}"/>
              </a:ext>
            </a:extLst>
          </p:cNvPr>
          <p:cNvSpPr>
            <a:spLocks noGrp="1"/>
          </p:cNvSpPr>
          <p:nvPr/>
        </p:nvSpPr>
        <p:spPr>
          <a:xfrm>
            <a:off x="800100" y="1152525"/>
            <a:ext cx="7524750" cy="323850"/>
          </a:xfrm>
          <a:prstGeom prst="rect">
            <a:avLst/>
          </a:prstGeom>
          <a:ln w="0">
            <a:prstDash val="solid"/>
          </a:ln>
        </p:spPr>
        <p:txBody>
          <a:bodyPr lIns="19050" tIns="19050" rIns="19050" bIns="19050" anchor="ctr">
            <a:normAutofit/>
          </a:bodyPr>
          <a:lstStyle/>
          <a:p>
            <a:pPr algn="l">
              <a:buNone/>
              <a:defRPr sz="975" b="0">
                <a:solidFill>
                  <a:srgbClr val="526052"/>
                </a:solidFill>
                <a:latin typeface="Montserrat"/>
                <a:ea typeface="Montserrat"/>
                <a:cs typeface="Montserrat"/>
              </a:defRPr>
            </a:pPr>
            <a:r>
              <a:rPr sz="975" b="0" dirty="0" err="1">
                <a:solidFill>
                  <a:srgbClr val="526052"/>
                </a:solidFill>
                <a:latin typeface="Montserrat"/>
                <a:ea typeface="Montserrat"/>
                <a:cs typeface="Montserrat"/>
              </a:rPr>
              <a:t>Mỗi</a:t>
            </a:r>
            <a:r>
              <a:rPr sz="975" b="0" dirty="0">
                <a:solidFill>
                  <a:srgbClr val="526052"/>
                </a:solidFill>
                <a:latin typeface="Montserrat"/>
                <a:ea typeface="Montserrat"/>
                <a:cs typeface="Montserrat"/>
              </a:rPr>
              <a:t> evidence ID </a:t>
            </a:r>
            <a:r>
              <a:rPr sz="975" b="0" dirty="0" err="1">
                <a:solidFill>
                  <a:srgbClr val="526052"/>
                </a:solidFill>
                <a:latin typeface="Montserrat"/>
                <a:ea typeface="Montserrat"/>
                <a:cs typeface="Montserrat"/>
              </a:rPr>
              <a:t>truy</a:t>
            </a:r>
            <a:r>
              <a:rPr sz="975" b="0" dirty="0">
                <a:solidFill>
                  <a:srgbClr val="526052"/>
                </a:solidFill>
                <a:latin typeface="Montserrat"/>
                <a:ea typeface="Montserrat"/>
                <a:cs typeface="Montserrat"/>
              </a:rPr>
              <a:t> </a:t>
            </a:r>
            <a:r>
              <a:rPr sz="975" b="0" dirty="0" err="1">
                <a:solidFill>
                  <a:srgbClr val="526052"/>
                </a:solidFill>
                <a:latin typeface="Montserrat"/>
                <a:ea typeface="Montserrat"/>
                <a:cs typeface="Montserrat"/>
              </a:rPr>
              <a:t>ngược</a:t>
            </a:r>
            <a:r>
              <a:rPr sz="975" b="0" dirty="0">
                <a:solidFill>
                  <a:srgbClr val="526052"/>
                </a:solidFill>
                <a:latin typeface="Montserrat"/>
                <a:ea typeface="Montserrat"/>
                <a:cs typeface="Montserrat"/>
              </a:rPr>
              <a:t> </a:t>
            </a:r>
            <a:r>
              <a:rPr sz="975" b="0" dirty="0" err="1">
                <a:solidFill>
                  <a:srgbClr val="526052"/>
                </a:solidFill>
                <a:latin typeface="Montserrat"/>
                <a:ea typeface="Montserrat"/>
                <a:cs typeface="Montserrat"/>
              </a:rPr>
              <a:t>được</a:t>
            </a:r>
            <a:r>
              <a:rPr sz="975" b="0" dirty="0">
                <a:solidFill>
                  <a:srgbClr val="526052"/>
                </a:solidFill>
                <a:latin typeface="Montserrat"/>
                <a:ea typeface="Montserrat"/>
                <a:cs typeface="Montserrat"/>
              </a:rPr>
              <a:t> </a:t>
            </a:r>
            <a:r>
              <a:rPr sz="975" b="0" dirty="0" err="1">
                <a:solidFill>
                  <a:srgbClr val="526052"/>
                </a:solidFill>
                <a:latin typeface="Montserrat"/>
                <a:ea typeface="Montserrat"/>
                <a:cs typeface="Montserrat"/>
              </a:rPr>
              <a:t>về</a:t>
            </a:r>
            <a:r>
              <a:rPr sz="975" b="0" dirty="0">
                <a:solidFill>
                  <a:srgbClr val="526052"/>
                </a:solidFill>
                <a:latin typeface="Montserrat"/>
                <a:ea typeface="Montserrat"/>
                <a:cs typeface="Montserrat"/>
              </a:rPr>
              <a:t> </a:t>
            </a:r>
            <a:r>
              <a:rPr sz="975" b="0" dirty="0" err="1">
                <a:solidFill>
                  <a:srgbClr val="526052"/>
                </a:solidFill>
                <a:latin typeface="Montserrat"/>
                <a:ea typeface="Montserrat"/>
                <a:cs typeface="Montserrat"/>
              </a:rPr>
              <a:t>nguồn</a:t>
            </a:r>
            <a:r>
              <a:rPr sz="975" b="0" dirty="0">
                <a:solidFill>
                  <a:srgbClr val="526052"/>
                </a:solidFill>
                <a:latin typeface="Montserrat"/>
                <a:ea typeface="Montserrat"/>
                <a:cs typeface="Montserrat"/>
              </a:rPr>
              <a:t>, </a:t>
            </a:r>
            <a:r>
              <a:rPr sz="975" b="0" dirty="0" err="1">
                <a:solidFill>
                  <a:srgbClr val="526052"/>
                </a:solidFill>
                <a:latin typeface="Montserrat"/>
                <a:ea typeface="Montserrat"/>
                <a:cs typeface="Montserrat"/>
              </a:rPr>
              <a:t>phiên</a:t>
            </a:r>
            <a:r>
              <a:rPr sz="975" b="0" dirty="0">
                <a:solidFill>
                  <a:srgbClr val="526052"/>
                </a:solidFill>
                <a:latin typeface="Montserrat"/>
                <a:ea typeface="Montserrat"/>
                <a:cs typeface="Montserrat"/>
              </a:rPr>
              <a:t> </a:t>
            </a:r>
            <a:r>
              <a:rPr sz="975" b="0" dirty="0" err="1">
                <a:solidFill>
                  <a:srgbClr val="526052"/>
                </a:solidFill>
                <a:latin typeface="Montserrat"/>
                <a:ea typeface="Montserrat"/>
                <a:cs typeface="Montserrat"/>
              </a:rPr>
              <a:t>bản</a:t>
            </a:r>
            <a:r>
              <a:rPr sz="975" b="0" dirty="0">
                <a:solidFill>
                  <a:srgbClr val="526052"/>
                </a:solidFill>
                <a:latin typeface="Montserrat"/>
                <a:ea typeface="Montserrat"/>
                <a:cs typeface="Montserrat"/>
              </a:rPr>
              <a:t> </a:t>
            </a:r>
            <a:r>
              <a:rPr sz="975" b="0" dirty="0" err="1">
                <a:solidFill>
                  <a:srgbClr val="526052"/>
                </a:solidFill>
                <a:latin typeface="Montserrat"/>
                <a:ea typeface="Montserrat"/>
                <a:cs typeface="Montserrat"/>
              </a:rPr>
              <a:t>và</a:t>
            </a:r>
            <a:r>
              <a:rPr sz="975" b="0" dirty="0">
                <a:solidFill>
                  <a:srgbClr val="526052"/>
                </a:solidFill>
                <a:latin typeface="Montserrat"/>
                <a:ea typeface="Montserrat"/>
                <a:cs typeface="Montserrat"/>
              </a:rPr>
              <a:t> </a:t>
            </a:r>
            <a:r>
              <a:rPr sz="975" b="0" dirty="0" err="1">
                <a:solidFill>
                  <a:srgbClr val="526052"/>
                </a:solidFill>
                <a:latin typeface="Montserrat"/>
                <a:ea typeface="Montserrat"/>
                <a:cs typeface="Montserrat"/>
              </a:rPr>
              <a:t>trạng</a:t>
            </a:r>
            <a:r>
              <a:rPr sz="975" b="0" dirty="0">
                <a:solidFill>
                  <a:srgbClr val="526052"/>
                </a:solidFill>
                <a:latin typeface="Montserrat"/>
                <a:ea typeface="Montserrat"/>
                <a:cs typeface="Montserrat"/>
              </a:rPr>
              <a:t> </a:t>
            </a:r>
            <a:r>
              <a:rPr sz="975" b="0" dirty="0" err="1">
                <a:solidFill>
                  <a:srgbClr val="526052"/>
                </a:solidFill>
                <a:latin typeface="Montserrat"/>
                <a:ea typeface="Montserrat"/>
                <a:cs typeface="Montserrat"/>
              </a:rPr>
              <a:t>thái</a:t>
            </a:r>
            <a:r>
              <a:rPr sz="975" b="0" dirty="0">
                <a:solidFill>
                  <a:srgbClr val="526052"/>
                </a:solidFill>
                <a:latin typeface="Montserrat"/>
                <a:ea typeface="Montserrat"/>
                <a:cs typeface="Montserrat"/>
              </a:rPr>
              <a:t> </a:t>
            </a:r>
            <a:r>
              <a:rPr sz="975" b="0" dirty="0" err="1">
                <a:solidFill>
                  <a:srgbClr val="526052"/>
                </a:solidFill>
                <a:latin typeface="Montserrat"/>
                <a:ea typeface="Montserrat"/>
                <a:cs typeface="Montserrat"/>
              </a:rPr>
              <a:t>lưu</a:t>
            </a:r>
            <a:r>
              <a:rPr sz="975" b="0" dirty="0">
                <a:solidFill>
                  <a:srgbClr val="526052"/>
                </a:solidFill>
                <a:latin typeface="Montserrat"/>
                <a:ea typeface="Montserrat"/>
                <a:cs typeface="Montserrat"/>
              </a:rPr>
              <a:t> </a:t>
            </a:r>
            <a:r>
              <a:rPr sz="975" b="0" dirty="0" err="1">
                <a:solidFill>
                  <a:srgbClr val="526052"/>
                </a:solidFill>
                <a:latin typeface="Montserrat"/>
                <a:ea typeface="Montserrat"/>
                <a:cs typeface="Montserrat"/>
              </a:rPr>
              <a:t>giữ</a:t>
            </a:r>
            <a:r>
              <a:rPr sz="975" b="0" dirty="0">
                <a:solidFill>
                  <a:srgbClr val="526052"/>
                </a:solidFill>
                <a:latin typeface="Montserrat"/>
                <a:ea typeface="Montserrat"/>
                <a:cs typeface="Montserrat"/>
              </a:rPr>
              <a:t>.</a:t>
            </a:r>
          </a:p>
        </p:txBody>
      </p:sp>
      <p:sp>
        <p:nvSpPr>
          <p:cNvPr id="589" name="Rectangle 588">
            <a:extLst>
              <a:ext uri="{FF2B5EF4-FFF2-40B4-BE49-F238E27FC236}">
                <a16:creationId xmlns:a16="http://schemas.microsoft.com/office/drawing/2014/main" id="{78E412B8-5D8E-4B59-BC0C-C5851968F2AB}"/>
              </a:ext>
            </a:extLst>
          </p:cNvPr>
          <p:cNvSpPr>
            <a:spLocks noGrp="1"/>
          </p:cNvSpPr>
          <p:nvPr/>
        </p:nvSpPr>
        <p:spPr>
          <a:xfrm>
            <a:off x="838200" y="1562173"/>
            <a:ext cx="3333750" cy="238125"/>
          </a:xfrm>
          <a:prstGeom prst="rect">
            <a:avLst/>
          </a:prstGeom>
          <a:ln w="0">
            <a:prstDash val="solid"/>
          </a:ln>
        </p:spPr>
        <p:txBody>
          <a:bodyPr lIns="19050" tIns="19050" rIns="19050" bIns="19050" anchor="ctr">
            <a:normAutofit/>
          </a:bodyPr>
          <a:lstStyle/>
          <a:p>
            <a:pPr algn="l">
              <a:buNone/>
              <a:defRPr sz="750" b="1">
                <a:solidFill>
                  <a:srgbClr val="4B8D17"/>
                </a:solidFill>
                <a:latin typeface="Montserrat"/>
                <a:ea typeface="Montserrat"/>
                <a:cs typeface="Montserrat"/>
              </a:defRPr>
            </a:pPr>
            <a:r>
              <a:rPr sz="750" b="1">
                <a:solidFill>
                  <a:srgbClr val="4B8D17"/>
                </a:solidFill>
                <a:latin typeface="Montserrat"/>
                <a:ea typeface="Montserrat"/>
                <a:cs typeface="Montserrat"/>
              </a:rPr>
              <a:t>INGEST</a:t>
            </a:r>
          </a:p>
        </p:txBody>
      </p:sp>
      <p:sp>
        <p:nvSpPr>
          <p:cNvPr id="590" name="Rectangle 589">
            <a:extLst>
              <a:ext uri="{FF2B5EF4-FFF2-40B4-BE49-F238E27FC236}">
                <a16:creationId xmlns:a16="http://schemas.microsoft.com/office/drawing/2014/main" id="{3B870F4A-4355-417F-A535-2F12969EC658}"/>
              </a:ext>
            </a:extLst>
          </p:cNvPr>
          <p:cNvSpPr>
            <a:spLocks noGrp="1"/>
          </p:cNvSpPr>
          <p:nvPr/>
        </p:nvSpPr>
        <p:spPr>
          <a:xfrm>
            <a:off x="4476750" y="1562173"/>
            <a:ext cx="1285875" cy="238125"/>
          </a:xfrm>
          <a:prstGeom prst="rect">
            <a:avLst/>
          </a:prstGeom>
          <a:ln w="0">
            <a:prstDash val="solid"/>
          </a:ln>
        </p:spPr>
        <p:txBody>
          <a:bodyPr lIns="19050" tIns="19050" rIns="19050" bIns="19050" anchor="ctr">
            <a:normAutofit/>
          </a:bodyPr>
          <a:lstStyle/>
          <a:p>
            <a:pPr algn="ctr">
              <a:buNone/>
              <a:defRPr sz="750" b="1">
                <a:solidFill>
                  <a:srgbClr val="4B8D17"/>
                </a:solidFill>
                <a:latin typeface="Montserrat"/>
                <a:ea typeface="Montserrat"/>
                <a:cs typeface="Montserrat"/>
              </a:defRPr>
            </a:pPr>
            <a:r>
              <a:rPr sz="750" b="1">
                <a:solidFill>
                  <a:srgbClr val="4B8D17"/>
                </a:solidFill>
                <a:latin typeface="Montserrat"/>
                <a:ea typeface="Montserrat"/>
                <a:cs typeface="Montserrat"/>
              </a:rPr>
              <a:t>RETRIEVE</a:t>
            </a:r>
          </a:p>
        </p:txBody>
      </p:sp>
      <p:sp>
        <p:nvSpPr>
          <p:cNvPr id="591" name="Rectangle 590">
            <a:extLst>
              <a:ext uri="{FF2B5EF4-FFF2-40B4-BE49-F238E27FC236}">
                <a16:creationId xmlns:a16="http://schemas.microsoft.com/office/drawing/2014/main" id="{F3983A94-6233-407F-91CC-998CA60AECD9}"/>
              </a:ext>
            </a:extLst>
          </p:cNvPr>
          <p:cNvSpPr>
            <a:spLocks noGrp="1"/>
          </p:cNvSpPr>
          <p:nvPr/>
        </p:nvSpPr>
        <p:spPr>
          <a:xfrm>
            <a:off x="5972175" y="1562173"/>
            <a:ext cx="2333625" cy="238125"/>
          </a:xfrm>
          <a:prstGeom prst="rect">
            <a:avLst/>
          </a:prstGeom>
          <a:ln w="0">
            <a:prstDash val="solid"/>
          </a:ln>
        </p:spPr>
        <p:txBody>
          <a:bodyPr lIns="19050" tIns="19050" rIns="19050" bIns="19050" anchor="ctr">
            <a:normAutofit/>
          </a:bodyPr>
          <a:lstStyle/>
          <a:p>
            <a:pPr algn="ctr">
              <a:buNone/>
              <a:defRPr sz="750" b="1">
                <a:solidFill>
                  <a:srgbClr val="4B8D17"/>
                </a:solidFill>
                <a:latin typeface="Montserrat"/>
                <a:ea typeface="Montserrat"/>
                <a:cs typeface="Montserrat"/>
              </a:defRPr>
            </a:pPr>
            <a:r>
              <a:rPr sz="750" b="1">
                <a:solidFill>
                  <a:srgbClr val="4B8D17"/>
                </a:solidFill>
                <a:latin typeface="Montserrat"/>
                <a:ea typeface="Montserrat"/>
                <a:cs typeface="Montserrat"/>
              </a:rPr>
              <a:t>GROUND + VERIFY</a:t>
            </a:r>
          </a:p>
        </p:txBody>
      </p:sp>
      <p:sp>
        <p:nvSpPr>
          <p:cNvPr id="592" name="Rectangle: Rounded Corners 591">
            <a:extLst>
              <a:ext uri="{FF2B5EF4-FFF2-40B4-BE49-F238E27FC236}">
                <a16:creationId xmlns:a16="http://schemas.microsoft.com/office/drawing/2014/main" id="{8CD88E10-E349-45EF-B80B-8D12AA462787}"/>
              </a:ext>
            </a:extLst>
          </p:cNvPr>
          <p:cNvSpPr>
            <a:spLocks noGrp="1"/>
          </p:cNvSpPr>
          <p:nvPr/>
        </p:nvSpPr>
        <p:spPr>
          <a:xfrm>
            <a:off x="800100" y="1952698"/>
            <a:ext cx="1162050" cy="990600"/>
          </a:xfrm>
          <a:prstGeom prst="roundRect">
            <a:avLst>
              <a:gd name="adj" fmla="val 7692"/>
            </a:avLst>
          </a:prstGeom>
          <a:solidFill>
            <a:srgbClr val="D7E7F1"/>
          </a:solidFill>
          <a:ln w="12383">
            <a:solidFill>
              <a:srgbClr val="6C766B"/>
            </a:solidFill>
            <a:prstDash val="solid"/>
          </a:ln>
        </p:spPr>
        <p:txBody>
          <a:bodyPr lIns="76200" tIns="95250" rIns="76200" bIns="76200" anchor="ctr">
            <a:normAutofit/>
          </a:bodyPr>
          <a:lstStyle/>
          <a:p>
            <a:pPr algn="ctr">
              <a:buNone/>
              <a:defRPr sz="788" b="1">
                <a:solidFill>
                  <a:srgbClr val="111410"/>
                </a:solidFill>
                <a:latin typeface="Montserrat"/>
                <a:ea typeface="Montserrat"/>
                <a:cs typeface="Montserrat"/>
              </a:defRPr>
            </a:pPr>
            <a:r>
              <a:rPr sz="788" b="1">
                <a:solidFill>
                  <a:srgbClr val="111410"/>
                </a:solidFill>
                <a:latin typeface="Montserrat"/>
                <a:ea typeface="Montserrat"/>
                <a:cs typeface="Montserrat"/>
              </a:rPr>
              <a:t>Nguồn + metadata</a:t>
            </a:r>
          </a:p>
          <a:p>
            <a:pPr algn="ctr">
              <a:buNone/>
              <a:defRPr sz="788" b="1">
                <a:solidFill>
                  <a:srgbClr val="111410"/>
                </a:solidFill>
                <a:latin typeface="Montserrat"/>
                <a:ea typeface="Montserrat"/>
                <a:cs typeface="Montserrat"/>
              </a:defRPr>
            </a:pPr>
            <a:r>
              <a:rPr sz="788" b="1">
                <a:solidFill>
                  <a:srgbClr val="111410"/>
                </a:solidFill>
                <a:latin typeface="Montserrat"/>
                <a:ea typeface="Montserrat"/>
                <a:cs typeface="Montserrat"/>
              </a:rPr>
              <a:t>Ngành • profile</a:t>
            </a:r>
          </a:p>
          <a:p>
            <a:pPr algn="ctr">
              <a:buNone/>
              <a:defRPr sz="788" b="1">
                <a:solidFill>
                  <a:srgbClr val="111410"/>
                </a:solidFill>
                <a:latin typeface="Montserrat"/>
                <a:ea typeface="Montserrat"/>
                <a:cs typeface="Montserrat"/>
              </a:defRPr>
            </a:pPr>
            <a:r>
              <a:rPr sz="788" b="1">
                <a:solidFill>
                  <a:srgbClr val="111410"/>
                </a:solidFill>
                <a:latin typeface="Montserrat"/>
                <a:ea typeface="Montserrat"/>
                <a:cs typeface="Montserrat"/>
              </a:rPr>
              <a:t>provenance</a:t>
            </a:r>
          </a:p>
        </p:txBody>
      </p:sp>
      <p:sp>
        <p:nvSpPr>
          <p:cNvPr id="593" name="Rectangle: Rounded Corners 592">
            <a:extLst>
              <a:ext uri="{FF2B5EF4-FFF2-40B4-BE49-F238E27FC236}">
                <a16:creationId xmlns:a16="http://schemas.microsoft.com/office/drawing/2014/main" id="{8A922807-53AF-410B-A45E-2ADC08687956}"/>
              </a:ext>
            </a:extLst>
          </p:cNvPr>
          <p:cNvSpPr>
            <a:spLocks noGrp="1"/>
          </p:cNvSpPr>
          <p:nvPr/>
        </p:nvSpPr>
        <p:spPr>
          <a:xfrm>
            <a:off x="2076450" y="1952698"/>
            <a:ext cx="1162050" cy="990600"/>
          </a:xfrm>
          <a:prstGeom prst="roundRect">
            <a:avLst>
              <a:gd name="adj" fmla="val 7692"/>
            </a:avLst>
          </a:prstGeom>
          <a:solidFill>
            <a:srgbClr val="F4F7F1"/>
          </a:solidFill>
          <a:ln w="12383">
            <a:solidFill>
              <a:srgbClr val="6C766B"/>
            </a:solidFill>
            <a:prstDash val="solid"/>
          </a:ln>
        </p:spPr>
        <p:txBody>
          <a:bodyPr lIns="76200" tIns="95250" rIns="76200" bIns="76200" anchor="ctr">
            <a:normAutofit/>
          </a:bodyPr>
          <a:lstStyle/>
          <a:p>
            <a:pPr algn="ctr">
              <a:buNone/>
              <a:defRPr sz="788" b="1">
                <a:solidFill>
                  <a:srgbClr val="111410"/>
                </a:solidFill>
                <a:latin typeface="Montserrat"/>
                <a:ea typeface="Montserrat"/>
                <a:cs typeface="Montserrat"/>
              </a:defRPr>
            </a:pPr>
            <a:r>
              <a:rPr sz="788" b="1">
                <a:solidFill>
                  <a:srgbClr val="111410"/>
                </a:solidFill>
                <a:latin typeface="Montserrat"/>
                <a:ea typeface="Montserrat"/>
                <a:cs typeface="Montserrat"/>
              </a:rPr>
              <a:t>Chunk + hash</a:t>
            </a:r>
          </a:p>
          <a:p>
            <a:pPr algn="ctr">
              <a:buNone/>
              <a:defRPr sz="788" b="1">
                <a:solidFill>
                  <a:srgbClr val="111410"/>
                </a:solidFill>
                <a:latin typeface="Montserrat"/>
                <a:ea typeface="Montserrat"/>
                <a:cs typeface="Montserrat"/>
              </a:defRPr>
            </a:pPr>
            <a:r>
              <a:rPr sz="788" b="1">
                <a:solidFill>
                  <a:srgbClr val="111410"/>
                </a:solidFill>
                <a:latin typeface="Montserrat"/>
                <a:ea typeface="Montserrat"/>
                <a:cs typeface="Montserrat"/>
              </a:rPr>
              <a:t>Định danh nội dung</a:t>
            </a:r>
          </a:p>
        </p:txBody>
      </p:sp>
      <p:sp>
        <p:nvSpPr>
          <p:cNvPr id="594" name="Rectangle: Rounded Corners 593">
            <a:extLst>
              <a:ext uri="{FF2B5EF4-FFF2-40B4-BE49-F238E27FC236}">
                <a16:creationId xmlns:a16="http://schemas.microsoft.com/office/drawing/2014/main" id="{3F2135A5-A6D6-428D-BD07-84867FBFFFBF}"/>
              </a:ext>
            </a:extLst>
          </p:cNvPr>
          <p:cNvSpPr>
            <a:spLocks noGrp="1"/>
          </p:cNvSpPr>
          <p:nvPr/>
        </p:nvSpPr>
        <p:spPr>
          <a:xfrm>
            <a:off x="3352800" y="1952698"/>
            <a:ext cx="1162050" cy="990600"/>
          </a:xfrm>
          <a:prstGeom prst="roundRect">
            <a:avLst>
              <a:gd name="adj" fmla="val 7692"/>
            </a:avLst>
          </a:prstGeom>
          <a:solidFill>
            <a:srgbClr val="E4D9EE"/>
          </a:solidFill>
          <a:ln w="12383">
            <a:solidFill>
              <a:srgbClr val="6C766B"/>
            </a:solidFill>
            <a:prstDash val="solid"/>
          </a:ln>
        </p:spPr>
        <p:txBody>
          <a:bodyPr lIns="76200" tIns="95250" rIns="76200" bIns="76200" anchor="ctr">
            <a:normAutofit/>
          </a:bodyPr>
          <a:lstStyle/>
          <a:p>
            <a:pPr algn="ctr">
              <a:buNone/>
              <a:defRPr sz="788" b="1">
                <a:solidFill>
                  <a:srgbClr val="111410"/>
                </a:solidFill>
                <a:latin typeface="Montserrat"/>
                <a:ea typeface="Montserrat"/>
                <a:cs typeface="Montserrat"/>
              </a:defRPr>
            </a:pPr>
            <a:r>
              <a:rPr sz="788" b="1">
                <a:solidFill>
                  <a:srgbClr val="111410"/>
                </a:solidFill>
                <a:latin typeface="Montserrat"/>
                <a:ea typeface="Montserrat"/>
                <a:cs typeface="Montserrat"/>
              </a:rPr>
              <a:t>Qdrant index</a:t>
            </a:r>
          </a:p>
          <a:p>
            <a:pPr algn="ctr">
              <a:buNone/>
              <a:defRPr sz="788" b="1">
                <a:solidFill>
                  <a:srgbClr val="111410"/>
                </a:solidFill>
                <a:latin typeface="Montserrat"/>
                <a:ea typeface="Montserrat"/>
                <a:cs typeface="Montserrat"/>
              </a:defRPr>
            </a:pPr>
            <a:r>
              <a:rPr sz="788" b="1">
                <a:solidFill>
                  <a:srgbClr val="111410"/>
                </a:solidFill>
                <a:latin typeface="Montserrat"/>
                <a:ea typeface="Montserrat"/>
                <a:cs typeface="Montserrat"/>
              </a:rPr>
              <a:t>Dense + sparse</a:t>
            </a:r>
          </a:p>
        </p:txBody>
      </p:sp>
      <p:sp>
        <p:nvSpPr>
          <p:cNvPr id="595" name="Rectangle: Rounded Corners 594">
            <a:extLst>
              <a:ext uri="{FF2B5EF4-FFF2-40B4-BE49-F238E27FC236}">
                <a16:creationId xmlns:a16="http://schemas.microsoft.com/office/drawing/2014/main" id="{8178608F-20BE-4E59-8AB5-BE95F7BF1F50}"/>
              </a:ext>
            </a:extLst>
          </p:cNvPr>
          <p:cNvSpPr>
            <a:spLocks noGrp="1"/>
          </p:cNvSpPr>
          <p:nvPr/>
        </p:nvSpPr>
        <p:spPr>
          <a:xfrm>
            <a:off x="4629150" y="1952698"/>
            <a:ext cx="1162050" cy="990600"/>
          </a:xfrm>
          <a:prstGeom prst="roundRect">
            <a:avLst>
              <a:gd name="adj" fmla="val 7692"/>
            </a:avLst>
          </a:prstGeom>
          <a:solidFill>
            <a:srgbClr val="F7EDC8"/>
          </a:solidFill>
          <a:ln w="12383">
            <a:solidFill>
              <a:srgbClr val="6C766B"/>
            </a:solidFill>
            <a:prstDash val="solid"/>
          </a:ln>
        </p:spPr>
        <p:txBody>
          <a:bodyPr lIns="76200" tIns="95250" rIns="76200" bIns="76200" anchor="ctr">
            <a:normAutofit/>
          </a:bodyPr>
          <a:lstStyle/>
          <a:p>
            <a:pPr algn="ctr">
              <a:buNone/>
              <a:defRPr sz="788" b="1">
                <a:solidFill>
                  <a:srgbClr val="111410"/>
                </a:solidFill>
                <a:latin typeface="Montserrat"/>
                <a:ea typeface="Montserrat"/>
                <a:cs typeface="Montserrat"/>
              </a:defRPr>
            </a:pPr>
            <a:r>
              <a:rPr sz="788" b="1">
                <a:solidFill>
                  <a:srgbClr val="111410"/>
                </a:solidFill>
                <a:latin typeface="Montserrat"/>
                <a:ea typeface="Montserrat"/>
                <a:cs typeface="Montserrat"/>
              </a:rPr>
              <a:t>Hybrid retrieval</a:t>
            </a:r>
          </a:p>
          <a:p>
            <a:pPr algn="ctr">
              <a:buNone/>
              <a:defRPr sz="788" b="1">
                <a:solidFill>
                  <a:srgbClr val="111410"/>
                </a:solidFill>
                <a:latin typeface="Montserrat"/>
                <a:ea typeface="Montserrat"/>
                <a:cs typeface="Montserrat"/>
              </a:defRPr>
            </a:pPr>
            <a:r>
              <a:rPr sz="788" b="1">
                <a:solidFill>
                  <a:srgbClr val="111410"/>
                </a:solidFill>
                <a:latin typeface="Montserrat"/>
                <a:ea typeface="Montserrat"/>
                <a:cs typeface="Montserrat"/>
              </a:rPr>
              <a:t>BM25 + dense → RRF</a:t>
            </a:r>
          </a:p>
        </p:txBody>
      </p:sp>
      <p:sp>
        <p:nvSpPr>
          <p:cNvPr id="596" name="Rectangle: Rounded Corners 595">
            <a:extLst>
              <a:ext uri="{FF2B5EF4-FFF2-40B4-BE49-F238E27FC236}">
                <a16:creationId xmlns:a16="http://schemas.microsoft.com/office/drawing/2014/main" id="{27CC46E4-6BA4-44B9-8B6C-AAE96144DA75}"/>
              </a:ext>
            </a:extLst>
          </p:cNvPr>
          <p:cNvSpPr>
            <a:spLocks noGrp="1"/>
          </p:cNvSpPr>
          <p:nvPr/>
        </p:nvSpPr>
        <p:spPr>
          <a:xfrm>
            <a:off x="5905500" y="1952698"/>
            <a:ext cx="1162050" cy="990600"/>
          </a:xfrm>
          <a:prstGeom prst="roundRect">
            <a:avLst>
              <a:gd name="adj" fmla="val 7692"/>
            </a:avLst>
          </a:prstGeom>
          <a:solidFill>
            <a:srgbClr val="D7E7F1"/>
          </a:solidFill>
          <a:ln w="15240">
            <a:solidFill>
              <a:srgbClr val="4B8D17"/>
            </a:solidFill>
            <a:prstDash val="solid"/>
          </a:ln>
        </p:spPr>
        <p:txBody>
          <a:bodyPr lIns="76200" tIns="95250" rIns="76200" bIns="76200" anchor="ctr">
            <a:normAutofit/>
          </a:bodyPr>
          <a:lstStyle/>
          <a:p>
            <a:pPr algn="ctr">
              <a:buNone/>
              <a:defRPr sz="788" b="1">
                <a:solidFill>
                  <a:srgbClr val="111410"/>
                </a:solidFill>
                <a:latin typeface="Montserrat"/>
                <a:ea typeface="Montserrat"/>
                <a:cs typeface="Montserrat"/>
              </a:defRPr>
            </a:pPr>
            <a:r>
              <a:rPr sz="788" b="1">
                <a:solidFill>
                  <a:srgbClr val="111410"/>
                </a:solidFill>
                <a:latin typeface="Montserrat"/>
                <a:ea typeface="Montserrat"/>
                <a:cs typeface="Montserrat"/>
              </a:rPr>
              <a:t>Grounded context</a:t>
            </a:r>
          </a:p>
          <a:p>
            <a:pPr algn="ctr">
              <a:buNone/>
              <a:defRPr sz="788" b="1">
                <a:solidFill>
                  <a:srgbClr val="111410"/>
                </a:solidFill>
                <a:latin typeface="Montserrat"/>
                <a:ea typeface="Montserrat"/>
                <a:cs typeface="Montserrat"/>
              </a:defRPr>
            </a:pPr>
            <a:r>
              <a:rPr sz="788" b="1">
                <a:solidFill>
                  <a:srgbClr val="111410"/>
                </a:solidFill>
                <a:latin typeface="Montserrat"/>
                <a:ea typeface="Montserrat"/>
                <a:cs typeface="Montserrat"/>
              </a:rPr>
              <a:t>Evidence allow-list</a:t>
            </a:r>
          </a:p>
        </p:txBody>
      </p:sp>
      <p:sp>
        <p:nvSpPr>
          <p:cNvPr id="597" name="Rectangle: Rounded Corners 596">
            <a:extLst>
              <a:ext uri="{FF2B5EF4-FFF2-40B4-BE49-F238E27FC236}">
                <a16:creationId xmlns:a16="http://schemas.microsoft.com/office/drawing/2014/main" id="{2F54EF08-94F3-444A-BFA8-4C6184968518}"/>
              </a:ext>
            </a:extLst>
          </p:cNvPr>
          <p:cNvSpPr>
            <a:spLocks noGrp="1"/>
          </p:cNvSpPr>
          <p:nvPr/>
        </p:nvSpPr>
        <p:spPr>
          <a:xfrm>
            <a:off x="7181850" y="1952698"/>
            <a:ext cx="1162050" cy="990600"/>
          </a:xfrm>
          <a:prstGeom prst="roundRect">
            <a:avLst>
              <a:gd name="adj" fmla="val 7692"/>
            </a:avLst>
          </a:prstGeom>
          <a:solidFill>
            <a:srgbClr val="F4D7D3"/>
          </a:solidFill>
          <a:ln w="15240">
            <a:solidFill>
              <a:srgbClr val="4B8D17"/>
            </a:solidFill>
            <a:prstDash val="solid"/>
          </a:ln>
        </p:spPr>
        <p:txBody>
          <a:bodyPr lIns="76200" tIns="95250" rIns="76200" bIns="76200" anchor="ctr">
            <a:normAutofit/>
          </a:bodyPr>
          <a:lstStyle/>
          <a:p>
            <a:pPr algn="ctr">
              <a:buNone/>
              <a:defRPr sz="788" b="1">
                <a:solidFill>
                  <a:srgbClr val="111410"/>
                </a:solidFill>
                <a:latin typeface="Montserrat"/>
                <a:ea typeface="Montserrat"/>
                <a:cs typeface="Montserrat"/>
              </a:defRPr>
            </a:pPr>
            <a:r>
              <a:rPr sz="788" b="1">
                <a:solidFill>
                  <a:srgbClr val="111410"/>
                </a:solidFill>
                <a:latin typeface="Montserrat"/>
                <a:ea typeface="Montserrat"/>
                <a:cs typeface="Montserrat"/>
              </a:rPr>
              <a:t>Validate output</a:t>
            </a:r>
          </a:p>
          <a:p>
            <a:pPr algn="ctr">
              <a:buNone/>
              <a:defRPr sz="788" b="1">
                <a:solidFill>
                  <a:srgbClr val="111410"/>
                </a:solidFill>
                <a:latin typeface="Montserrat"/>
                <a:ea typeface="Montserrat"/>
                <a:cs typeface="Montserrat"/>
              </a:defRPr>
            </a:pPr>
            <a:r>
              <a:rPr sz="788" b="1">
                <a:solidFill>
                  <a:srgbClr val="111410"/>
                </a:solidFill>
                <a:latin typeface="Montserrat"/>
                <a:ea typeface="Montserrat"/>
                <a:cs typeface="Montserrat"/>
              </a:rPr>
              <a:t>Schema + citation</a:t>
            </a:r>
          </a:p>
        </p:txBody>
      </p:sp>
      <p:cxnSp>
        <p:nvCxnSpPr>
          <p:cNvPr id="692" name="Straight Arrow Connector 627"/>
          <p:cNvCxnSpPr>
            <a:stCxn id="592" idx="3"/>
            <a:endCxn id="593" idx="1"/>
          </p:cNvCxnSpPr>
          <p:nvPr/>
        </p:nvCxnSpPr>
        <p:spPr>
          <a:xfrm>
            <a:off x="1962150" y="2447998"/>
            <a:ext cx="114300" cy="0"/>
          </a:xfrm>
          <a:prstGeom prst="straightConnector1">
            <a:avLst/>
          </a:prstGeom>
          <a:ln w="17145">
            <a:solidFill>
              <a:srgbClr val="4B8D17"/>
            </a:solidFill>
            <a:prstDash val="solid"/>
            <a:tailEnd type="triangle" w="sm" len="sm"/>
          </a:ln>
        </p:spPr>
      </p:cxnSp>
      <p:cxnSp>
        <p:nvCxnSpPr>
          <p:cNvPr id="693" name="Straight Arrow Connector 628"/>
          <p:cNvCxnSpPr>
            <a:stCxn id="593" idx="3"/>
            <a:endCxn id="594" idx="1"/>
          </p:cNvCxnSpPr>
          <p:nvPr/>
        </p:nvCxnSpPr>
        <p:spPr>
          <a:xfrm>
            <a:off x="3238500" y="2447998"/>
            <a:ext cx="114300" cy="0"/>
          </a:xfrm>
          <a:prstGeom prst="straightConnector1">
            <a:avLst/>
          </a:prstGeom>
          <a:ln w="17145">
            <a:solidFill>
              <a:srgbClr val="4B8D17"/>
            </a:solidFill>
            <a:prstDash val="solid"/>
            <a:tailEnd type="triangle" w="sm" len="sm"/>
          </a:ln>
        </p:spPr>
      </p:cxnSp>
      <p:cxnSp>
        <p:nvCxnSpPr>
          <p:cNvPr id="694" name="Straight Arrow Connector 629"/>
          <p:cNvCxnSpPr>
            <a:stCxn id="594" idx="3"/>
            <a:endCxn id="595" idx="1"/>
          </p:cNvCxnSpPr>
          <p:nvPr/>
        </p:nvCxnSpPr>
        <p:spPr>
          <a:xfrm>
            <a:off x="4514850" y="2447998"/>
            <a:ext cx="114300" cy="0"/>
          </a:xfrm>
          <a:prstGeom prst="straightConnector1">
            <a:avLst/>
          </a:prstGeom>
          <a:ln w="17145">
            <a:solidFill>
              <a:srgbClr val="4B8D17"/>
            </a:solidFill>
            <a:prstDash val="solid"/>
            <a:tailEnd type="triangle" w="sm" len="sm"/>
          </a:ln>
        </p:spPr>
      </p:cxnSp>
      <p:cxnSp>
        <p:nvCxnSpPr>
          <p:cNvPr id="695" name="Straight Arrow Connector 630"/>
          <p:cNvCxnSpPr>
            <a:stCxn id="595" idx="3"/>
            <a:endCxn id="596" idx="1"/>
          </p:cNvCxnSpPr>
          <p:nvPr/>
        </p:nvCxnSpPr>
        <p:spPr>
          <a:xfrm>
            <a:off x="5791200" y="2447998"/>
            <a:ext cx="114300" cy="0"/>
          </a:xfrm>
          <a:prstGeom prst="straightConnector1">
            <a:avLst/>
          </a:prstGeom>
          <a:ln w="17145">
            <a:solidFill>
              <a:srgbClr val="4B8D17"/>
            </a:solidFill>
            <a:prstDash val="solid"/>
            <a:tailEnd type="triangle" w="sm" len="sm"/>
          </a:ln>
        </p:spPr>
      </p:cxnSp>
      <p:cxnSp>
        <p:nvCxnSpPr>
          <p:cNvPr id="696" name="Straight Arrow Connector 631"/>
          <p:cNvCxnSpPr>
            <a:stCxn id="596" idx="3"/>
            <a:endCxn id="597" idx="1"/>
          </p:cNvCxnSpPr>
          <p:nvPr/>
        </p:nvCxnSpPr>
        <p:spPr>
          <a:xfrm>
            <a:off x="7067550" y="2447998"/>
            <a:ext cx="114300" cy="0"/>
          </a:xfrm>
          <a:prstGeom prst="straightConnector1">
            <a:avLst/>
          </a:prstGeom>
          <a:ln w="17145">
            <a:solidFill>
              <a:srgbClr val="4B8D17"/>
            </a:solidFill>
            <a:prstDash val="solid"/>
            <a:tailEnd type="triangle" w="sm" len="sm"/>
          </a:ln>
        </p:spPr>
      </p:cxnSp>
      <p:sp>
        <p:nvSpPr>
          <p:cNvPr id="603" name="Rectangle 602">
            <a:extLst>
              <a:ext uri="{FF2B5EF4-FFF2-40B4-BE49-F238E27FC236}">
                <a16:creationId xmlns:a16="http://schemas.microsoft.com/office/drawing/2014/main" id="{DD6FFFB0-9499-40FF-847C-53B102061A0D}"/>
              </a:ext>
            </a:extLst>
          </p:cNvPr>
          <p:cNvSpPr>
            <a:spLocks noGrp="1"/>
          </p:cNvSpPr>
          <p:nvPr/>
        </p:nvSpPr>
        <p:spPr>
          <a:xfrm>
            <a:off x="876300" y="2009848"/>
            <a:ext cx="285750" cy="209550"/>
          </a:xfrm>
          <a:prstGeom prst="rect">
            <a:avLst/>
          </a:prstGeom>
          <a:ln w="0">
            <a:prstDash val="solid"/>
          </a:ln>
        </p:spPr>
        <p:txBody>
          <a:bodyPr lIns="19050" tIns="19050" rIns="19050" bIns="19050" anchor="ctr">
            <a:normAutofit/>
          </a:bodyPr>
          <a:lstStyle/>
          <a:p>
            <a:pPr algn="l">
              <a:buNone/>
              <a:defRPr sz="1125" b="1">
                <a:solidFill>
                  <a:srgbClr val="4B8D17"/>
                </a:solidFill>
                <a:latin typeface="Cambria"/>
                <a:ea typeface="Cambria"/>
                <a:cs typeface="Cambria"/>
              </a:defRPr>
            </a:pPr>
            <a:r>
              <a:rPr sz="1125" b="1">
                <a:solidFill>
                  <a:srgbClr val="4B8D17"/>
                </a:solidFill>
                <a:latin typeface="Cambria"/>
                <a:ea typeface="Cambria"/>
                <a:cs typeface="Cambria"/>
              </a:rPr>
              <a:t>01</a:t>
            </a:r>
          </a:p>
        </p:txBody>
      </p:sp>
      <p:sp>
        <p:nvSpPr>
          <p:cNvPr id="604" name="Rectangle 603">
            <a:extLst>
              <a:ext uri="{FF2B5EF4-FFF2-40B4-BE49-F238E27FC236}">
                <a16:creationId xmlns:a16="http://schemas.microsoft.com/office/drawing/2014/main" id="{DB8BB847-B2A5-40CE-9E09-672A10F58C6B}"/>
              </a:ext>
            </a:extLst>
          </p:cNvPr>
          <p:cNvSpPr>
            <a:spLocks noGrp="1"/>
          </p:cNvSpPr>
          <p:nvPr/>
        </p:nvSpPr>
        <p:spPr>
          <a:xfrm>
            <a:off x="2152650" y="2009848"/>
            <a:ext cx="285750" cy="209550"/>
          </a:xfrm>
          <a:prstGeom prst="rect">
            <a:avLst/>
          </a:prstGeom>
          <a:ln w="0">
            <a:prstDash val="solid"/>
          </a:ln>
        </p:spPr>
        <p:txBody>
          <a:bodyPr lIns="19050" tIns="19050" rIns="19050" bIns="19050" anchor="ctr">
            <a:normAutofit/>
          </a:bodyPr>
          <a:lstStyle/>
          <a:p>
            <a:pPr algn="l">
              <a:buNone/>
              <a:defRPr sz="1125" b="1">
                <a:solidFill>
                  <a:srgbClr val="4B8D17"/>
                </a:solidFill>
                <a:latin typeface="Cambria"/>
                <a:ea typeface="Cambria"/>
                <a:cs typeface="Cambria"/>
              </a:defRPr>
            </a:pPr>
            <a:r>
              <a:rPr sz="1125" b="1">
                <a:solidFill>
                  <a:srgbClr val="4B8D17"/>
                </a:solidFill>
                <a:latin typeface="Cambria"/>
                <a:ea typeface="Cambria"/>
                <a:cs typeface="Cambria"/>
              </a:rPr>
              <a:t>02</a:t>
            </a:r>
          </a:p>
        </p:txBody>
      </p:sp>
      <p:sp>
        <p:nvSpPr>
          <p:cNvPr id="605" name="Rectangle 604">
            <a:extLst>
              <a:ext uri="{FF2B5EF4-FFF2-40B4-BE49-F238E27FC236}">
                <a16:creationId xmlns:a16="http://schemas.microsoft.com/office/drawing/2014/main" id="{2D4D6AC0-24F8-40F8-8600-7B79636FE83D}"/>
              </a:ext>
            </a:extLst>
          </p:cNvPr>
          <p:cNvSpPr>
            <a:spLocks noGrp="1"/>
          </p:cNvSpPr>
          <p:nvPr/>
        </p:nvSpPr>
        <p:spPr>
          <a:xfrm>
            <a:off x="3429000" y="2009848"/>
            <a:ext cx="285750" cy="209550"/>
          </a:xfrm>
          <a:prstGeom prst="rect">
            <a:avLst/>
          </a:prstGeom>
          <a:ln w="0">
            <a:prstDash val="solid"/>
          </a:ln>
        </p:spPr>
        <p:txBody>
          <a:bodyPr lIns="19050" tIns="19050" rIns="19050" bIns="19050" anchor="ctr">
            <a:normAutofit/>
          </a:bodyPr>
          <a:lstStyle/>
          <a:p>
            <a:pPr algn="l">
              <a:buNone/>
              <a:defRPr sz="1125" b="1">
                <a:solidFill>
                  <a:srgbClr val="4B8D17"/>
                </a:solidFill>
                <a:latin typeface="Cambria"/>
                <a:ea typeface="Cambria"/>
                <a:cs typeface="Cambria"/>
              </a:defRPr>
            </a:pPr>
            <a:r>
              <a:rPr sz="1125" b="1">
                <a:solidFill>
                  <a:srgbClr val="4B8D17"/>
                </a:solidFill>
                <a:latin typeface="Cambria"/>
                <a:ea typeface="Cambria"/>
                <a:cs typeface="Cambria"/>
              </a:rPr>
              <a:t>03</a:t>
            </a:r>
          </a:p>
        </p:txBody>
      </p:sp>
      <p:sp>
        <p:nvSpPr>
          <p:cNvPr id="606" name="Rectangle 605">
            <a:extLst>
              <a:ext uri="{FF2B5EF4-FFF2-40B4-BE49-F238E27FC236}">
                <a16:creationId xmlns:a16="http://schemas.microsoft.com/office/drawing/2014/main" id="{14ABDA36-AD50-4A34-882D-C49B6B5E8684}"/>
              </a:ext>
            </a:extLst>
          </p:cNvPr>
          <p:cNvSpPr>
            <a:spLocks noGrp="1"/>
          </p:cNvSpPr>
          <p:nvPr/>
        </p:nvSpPr>
        <p:spPr>
          <a:xfrm>
            <a:off x="4705350" y="2009848"/>
            <a:ext cx="285750" cy="209550"/>
          </a:xfrm>
          <a:prstGeom prst="rect">
            <a:avLst/>
          </a:prstGeom>
          <a:ln w="0">
            <a:prstDash val="solid"/>
          </a:ln>
        </p:spPr>
        <p:txBody>
          <a:bodyPr lIns="19050" tIns="19050" rIns="19050" bIns="19050" anchor="ctr">
            <a:normAutofit/>
          </a:bodyPr>
          <a:lstStyle/>
          <a:p>
            <a:pPr algn="l">
              <a:buNone/>
              <a:defRPr sz="1125" b="1">
                <a:solidFill>
                  <a:srgbClr val="4B8D17"/>
                </a:solidFill>
                <a:latin typeface="Cambria"/>
                <a:ea typeface="Cambria"/>
                <a:cs typeface="Cambria"/>
              </a:defRPr>
            </a:pPr>
            <a:r>
              <a:rPr sz="1125" b="1">
                <a:solidFill>
                  <a:srgbClr val="4B8D17"/>
                </a:solidFill>
                <a:latin typeface="Cambria"/>
                <a:ea typeface="Cambria"/>
                <a:cs typeface="Cambria"/>
              </a:rPr>
              <a:t>04</a:t>
            </a:r>
          </a:p>
        </p:txBody>
      </p:sp>
      <p:sp>
        <p:nvSpPr>
          <p:cNvPr id="607" name="Rectangle 606">
            <a:extLst>
              <a:ext uri="{FF2B5EF4-FFF2-40B4-BE49-F238E27FC236}">
                <a16:creationId xmlns:a16="http://schemas.microsoft.com/office/drawing/2014/main" id="{382F6E31-C079-4968-947D-6F1935FD7049}"/>
              </a:ext>
            </a:extLst>
          </p:cNvPr>
          <p:cNvSpPr>
            <a:spLocks noGrp="1"/>
          </p:cNvSpPr>
          <p:nvPr/>
        </p:nvSpPr>
        <p:spPr>
          <a:xfrm>
            <a:off x="5981700" y="2009848"/>
            <a:ext cx="285750" cy="209550"/>
          </a:xfrm>
          <a:prstGeom prst="rect">
            <a:avLst/>
          </a:prstGeom>
          <a:ln w="0">
            <a:prstDash val="solid"/>
          </a:ln>
        </p:spPr>
        <p:txBody>
          <a:bodyPr lIns="19050" tIns="19050" rIns="19050" bIns="19050" anchor="ctr">
            <a:normAutofit/>
          </a:bodyPr>
          <a:lstStyle/>
          <a:p>
            <a:pPr algn="l">
              <a:buNone/>
              <a:defRPr sz="1125" b="1">
                <a:solidFill>
                  <a:srgbClr val="4B8D17"/>
                </a:solidFill>
                <a:latin typeface="Cambria"/>
                <a:ea typeface="Cambria"/>
                <a:cs typeface="Cambria"/>
              </a:defRPr>
            </a:pPr>
            <a:r>
              <a:rPr sz="1125" b="1">
                <a:solidFill>
                  <a:srgbClr val="4B8D17"/>
                </a:solidFill>
                <a:latin typeface="Cambria"/>
                <a:ea typeface="Cambria"/>
                <a:cs typeface="Cambria"/>
              </a:rPr>
              <a:t>05</a:t>
            </a:r>
          </a:p>
        </p:txBody>
      </p:sp>
      <p:sp>
        <p:nvSpPr>
          <p:cNvPr id="608" name="Rectangle 607">
            <a:extLst>
              <a:ext uri="{FF2B5EF4-FFF2-40B4-BE49-F238E27FC236}">
                <a16:creationId xmlns:a16="http://schemas.microsoft.com/office/drawing/2014/main" id="{3D1F8D07-4D43-4BA5-BBE8-699068C5D45B}"/>
              </a:ext>
            </a:extLst>
          </p:cNvPr>
          <p:cNvSpPr>
            <a:spLocks noGrp="1"/>
          </p:cNvSpPr>
          <p:nvPr/>
        </p:nvSpPr>
        <p:spPr>
          <a:xfrm>
            <a:off x="7258050" y="2009848"/>
            <a:ext cx="285750" cy="209550"/>
          </a:xfrm>
          <a:prstGeom prst="rect">
            <a:avLst/>
          </a:prstGeom>
          <a:ln w="0">
            <a:prstDash val="solid"/>
          </a:ln>
        </p:spPr>
        <p:txBody>
          <a:bodyPr lIns="19050" tIns="19050" rIns="19050" bIns="19050" anchor="ctr">
            <a:normAutofit/>
          </a:bodyPr>
          <a:lstStyle/>
          <a:p>
            <a:pPr algn="l">
              <a:buNone/>
              <a:defRPr sz="1125" b="1">
                <a:solidFill>
                  <a:srgbClr val="4B8D17"/>
                </a:solidFill>
                <a:latin typeface="Cambria"/>
                <a:ea typeface="Cambria"/>
                <a:cs typeface="Cambria"/>
              </a:defRPr>
            </a:pPr>
            <a:r>
              <a:rPr sz="1125" b="1">
                <a:solidFill>
                  <a:srgbClr val="4B8D17"/>
                </a:solidFill>
                <a:latin typeface="Cambria"/>
                <a:ea typeface="Cambria"/>
                <a:cs typeface="Cambria"/>
              </a:rPr>
              <a:t>06</a:t>
            </a:r>
          </a:p>
        </p:txBody>
      </p:sp>
      <p:sp>
        <p:nvSpPr>
          <p:cNvPr id="609" name="Rectangle: Rounded Corners 608">
            <a:extLst>
              <a:ext uri="{FF2B5EF4-FFF2-40B4-BE49-F238E27FC236}">
                <a16:creationId xmlns:a16="http://schemas.microsoft.com/office/drawing/2014/main" id="{7FECA078-56D2-417A-8B8C-CB4A9AE449A2}"/>
              </a:ext>
            </a:extLst>
          </p:cNvPr>
          <p:cNvSpPr>
            <a:spLocks noGrp="1"/>
          </p:cNvSpPr>
          <p:nvPr/>
        </p:nvSpPr>
        <p:spPr>
          <a:xfrm>
            <a:off x="800100" y="3352873"/>
            <a:ext cx="7543800" cy="1066800"/>
          </a:xfrm>
          <a:prstGeom prst="roundRect">
            <a:avLst>
              <a:gd name="adj" fmla="val 10714"/>
            </a:avLst>
          </a:prstGeom>
          <a:solidFill>
            <a:srgbClr val="DFF0D6"/>
          </a:solidFill>
          <a:ln w="13335">
            <a:solidFill>
              <a:srgbClr val="4B8D17"/>
            </a:solidFill>
            <a:prstDash val="solid"/>
          </a:ln>
        </p:spPr>
        <p:txBody>
          <a:bodyPr/>
          <a:lstStyle/>
          <a:p>
            <a:endParaRPr/>
          </a:p>
        </p:txBody>
      </p:sp>
      <p:sp>
        <p:nvSpPr>
          <p:cNvPr id="610" name="Rectangle 609">
            <a:extLst>
              <a:ext uri="{FF2B5EF4-FFF2-40B4-BE49-F238E27FC236}">
                <a16:creationId xmlns:a16="http://schemas.microsoft.com/office/drawing/2014/main" id="{A98F54E8-6F7B-4CF5-B3C0-8C3BE6216384}"/>
              </a:ext>
            </a:extLst>
          </p:cNvPr>
          <p:cNvSpPr>
            <a:spLocks noGrp="1"/>
          </p:cNvSpPr>
          <p:nvPr/>
        </p:nvSpPr>
        <p:spPr>
          <a:xfrm>
            <a:off x="1009650" y="3457648"/>
            <a:ext cx="2190750" cy="228600"/>
          </a:xfrm>
          <a:prstGeom prst="rect">
            <a:avLst/>
          </a:prstGeom>
          <a:ln w="0">
            <a:prstDash val="solid"/>
          </a:ln>
        </p:spPr>
        <p:txBody>
          <a:bodyPr lIns="19050" tIns="19050" rIns="19050" bIns="19050" anchor="ctr">
            <a:normAutofit/>
          </a:bodyPr>
          <a:lstStyle/>
          <a:p>
            <a:pPr algn="l">
              <a:buNone/>
              <a:defRPr sz="750" b="1">
                <a:solidFill>
                  <a:srgbClr val="4B8D17"/>
                </a:solidFill>
                <a:latin typeface="Montserrat"/>
                <a:ea typeface="Montserrat"/>
                <a:cs typeface="Montserrat"/>
              </a:defRPr>
            </a:pPr>
            <a:r>
              <a:rPr sz="750" b="1">
                <a:solidFill>
                  <a:srgbClr val="4B8D17"/>
                </a:solidFill>
                <a:latin typeface="Montserrat"/>
                <a:ea typeface="Montserrat"/>
                <a:cs typeface="Montserrat"/>
              </a:rPr>
              <a:t>PROVENANCE XUYÊN SUỐT</a:t>
            </a:r>
          </a:p>
        </p:txBody>
      </p:sp>
      <p:sp>
        <p:nvSpPr>
          <p:cNvPr id="611" name="Rectangle 610">
            <a:extLst>
              <a:ext uri="{FF2B5EF4-FFF2-40B4-BE49-F238E27FC236}">
                <a16:creationId xmlns:a16="http://schemas.microsoft.com/office/drawing/2014/main" id="{05411F61-6E06-4A25-BA70-269B3D7F08C8}"/>
              </a:ext>
            </a:extLst>
          </p:cNvPr>
          <p:cNvSpPr>
            <a:spLocks noGrp="1"/>
          </p:cNvSpPr>
          <p:nvPr/>
        </p:nvSpPr>
        <p:spPr>
          <a:xfrm>
            <a:off x="1009650" y="3752923"/>
            <a:ext cx="1952625" cy="247650"/>
          </a:xfrm>
          <a:prstGeom prst="rect">
            <a:avLst/>
          </a:prstGeom>
          <a:ln w="0">
            <a:prstDash val="solid"/>
          </a:ln>
        </p:spPr>
        <p:txBody>
          <a:bodyPr lIns="19050" tIns="19050" rIns="19050" bIns="19050" anchor="ctr">
            <a:normAutofit/>
          </a:bodyPr>
          <a:lstStyle/>
          <a:p>
            <a:pPr algn="l">
              <a:buNone/>
              <a:defRPr sz="938" b="1">
                <a:solidFill>
                  <a:srgbClr val="111410"/>
                </a:solidFill>
                <a:latin typeface="Montserrat"/>
                <a:ea typeface="Montserrat"/>
                <a:cs typeface="Montserrat"/>
              </a:defRPr>
            </a:pPr>
            <a:r>
              <a:rPr sz="938" b="1" dirty="0" err="1">
                <a:solidFill>
                  <a:srgbClr val="111410"/>
                </a:solidFill>
                <a:latin typeface="Montserrat"/>
                <a:ea typeface="Montserrat"/>
                <a:cs typeface="Montserrat"/>
              </a:rPr>
              <a:t>Quản</a:t>
            </a:r>
            <a:r>
              <a:rPr sz="938" b="1" dirty="0">
                <a:solidFill>
                  <a:srgbClr val="111410"/>
                </a:solidFill>
                <a:latin typeface="Montserrat"/>
                <a:ea typeface="Montserrat"/>
                <a:cs typeface="Montserrat"/>
              </a:rPr>
              <a:t> </a:t>
            </a:r>
            <a:r>
              <a:rPr sz="938" b="1" dirty="0" err="1">
                <a:solidFill>
                  <a:srgbClr val="111410"/>
                </a:solidFill>
                <a:latin typeface="Montserrat"/>
                <a:ea typeface="Montserrat"/>
                <a:cs typeface="Montserrat"/>
              </a:rPr>
              <a:t>trị</a:t>
            </a:r>
            <a:r>
              <a:rPr sz="938" b="1" dirty="0">
                <a:solidFill>
                  <a:srgbClr val="111410"/>
                </a:solidFill>
                <a:latin typeface="Montserrat"/>
                <a:ea typeface="Montserrat"/>
                <a:cs typeface="Montserrat"/>
              </a:rPr>
              <a:t> </a:t>
            </a:r>
            <a:r>
              <a:rPr sz="938" b="1" dirty="0" err="1">
                <a:solidFill>
                  <a:srgbClr val="111410"/>
                </a:solidFill>
                <a:latin typeface="Montserrat"/>
                <a:ea typeface="Montserrat"/>
                <a:cs typeface="Montserrat"/>
              </a:rPr>
              <a:t>phiên</a:t>
            </a:r>
            <a:r>
              <a:rPr sz="938" b="1" dirty="0">
                <a:solidFill>
                  <a:srgbClr val="111410"/>
                </a:solidFill>
                <a:latin typeface="Montserrat"/>
                <a:ea typeface="Montserrat"/>
                <a:cs typeface="Montserrat"/>
              </a:rPr>
              <a:t> </a:t>
            </a:r>
            <a:r>
              <a:rPr sz="938" b="1" dirty="0" err="1">
                <a:solidFill>
                  <a:srgbClr val="111410"/>
                </a:solidFill>
                <a:latin typeface="Montserrat"/>
                <a:ea typeface="Montserrat"/>
                <a:cs typeface="Montserrat"/>
              </a:rPr>
              <a:t>bản</a:t>
            </a:r>
            <a:endParaRPr sz="938" b="1" dirty="0">
              <a:solidFill>
                <a:srgbClr val="111410"/>
              </a:solidFill>
              <a:latin typeface="Montserrat"/>
              <a:ea typeface="Montserrat"/>
              <a:cs typeface="Montserrat"/>
            </a:endParaRPr>
          </a:p>
        </p:txBody>
      </p:sp>
      <p:sp>
        <p:nvSpPr>
          <p:cNvPr id="612" name="Rectangle 611">
            <a:extLst>
              <a:ext uri="{FF2B5EF4-FFF2-40B4-BE49-F238E27FC236}">
                <a16:creationId xmlns:a16="http://schemas.microsoft.com/office/drawing/2014/main" id="{1960902B-08D5-4588-AE68-CE8F28859C63}"/>
              </a:ext>
            </a:extLst>
          </p:cNvPr>
          <p:cNvSpPr>
            <a:spLocks noGrp="1"/>
          </p:cNvSpPr>
          <p:nvPr/>
        </p:nvSpPr>
        <p:spPr>
          <a:xfrm>
            <a:off x="1009650" y="4019623"/>
            <a:ext cx="2095500" cy="238125"/>
          </a:xfrm>
          <a:prstGeom prst="rect">
            <a:avLst/>
          </a:prstGeom>
          <a:ln w="0">
            <a:prstDash val="solid"/>
          </a:ln>
        </p:spPr>
        <p:txBody>
          <a:bodyPr lIns="19050" tIns="19050" rIns="19050" bIns="19050" anchor="ctr">
            <a:normAutofit/>
          </a:bodyPr>
          <a:lstStyle/>
          <a:p>
            <a:pPr algn="l">
              <a:buNone/>
              <a:defRPr sz="788" b="0">
                <a:solidFill>
                  <a:srgbClr val="526052"/>
                </a:solidFill>
                <a:latin typeface="Montserrat"/>
                <a:ea typeface="Montserrat"/>
                <a:cs typeface="Montserrat"/>
              </a:defRPr>
            </a:pPr>
            <a:r>
              <a:rPr sz="788" b="0">
                <a:solidFill>
                  <a:srgbClr val="526052"/>
                </a:solidFill>
                <a:latin typeface="Montserrat"/>
                <a:ea typeface="Montserrat"/>
                <a:cs typeface="Montserrat"/>
              </a:rPr>
              <a:t>manifest • corpus hash • rollback</a:t>
            </a:r>
          </a:p>
        </p:txBody>
      </p:sp>
      <p:sp>
        <p:nvSpPr>
          <p:cNvPr id="613" name="Rectangle 612">
            <a:extLst>
              <a:ext uri="{FF2B5EF4-FFF2-40B4-BE49-F238E27FC236}">
                <a16:creationId xmlns:a16="http://schemas.microsoft.com/office/drawing/2014/main" id="{78DBE42B-4D5D-4BD1-B46E-1D946BF4648C}"/>
              </a:ext>
            </a:extLst>
          </p:cNvPr>
          <p:cNvSpPr>
            <a:spLocks noGrp="1"/>
          </p:cNvSpPr>
          <p:nvPr/>
        </p:nvSpPr>
        <p:spPr>
          <a:xfrm>
            <a:off x="3581400" y="3752923"/>
            <a:ext cx="1619250" cy="247650"/>
          </a:xfrm>
          <a:prstGeom prst="rect">
            <a:avLst/>
          </a:prstGeom>
          <a:ln w="0">
            <a:prstDash val="solid"/>
          </a:ln>
        </p:spPr>
        <p:txBody>
          <a:bodyPr lIns="19050" tIns="19050" rIns="19050" bIns="19050" anchor="ctr">
            <a:normAutofit/>
          </a:bodyPr>
          <a:lstStyle/>
          <a:p>
            <a:pPr algn="l">
              <a:buNone/>
              <a:defRPr sz="938" b="1">
                <a:solidFill>
                  <a:srgbClr val="111410"/>
                </a:solidFill>
                <a:latin typeface="Montserrat"/>
                <a:ea typeface="Montserrat"/>
                <a:cs typeface="Montserrat"/>
              </a:defRPr>
            </a:pPr>
            <a:r>
              <a:rPr sz="938" b="1">
                <a:solidFill>
                  <a:srgbClr val="111410"/>
                </a:solidFill>
                <a:latin typeface="Montserrat"/>
                <a:ea typeface="Montserrat"/>
                <a:cs typeface="Montserrat"/>
              </a:rPr>
              <a:t>Evidence IDs</a:t>
            </a:r>
          </a:p>
        </p:txBody>
      </p:sp>
      <p:sp>
        <p:nvSpPr>
          <p:cNvPr id="614" name="Rectangle 613">
            <a:extLst>
              <a:ext uri="{FF2B5EF4-FFF2-40B4-BE49-F238E27FC236}">
                <a16:creationId xmlns:a16="http://schemas.microsoft.com/office/drawing/2014/main" id="{98392610-0430-4414-AC2A-D2BC5B833B32}"/>
              </a:ext>
            </a:extLst>
          </p:cNvPr>
          <p:cNvSpPr>
            <a:spLocks noGrp="1"/>
          </p:cNvSpPr>
          <p:nvPr/>
        </p:nvSpPr>
        <p:spPr>
          <a:xfrm>
            <a:off x="3581400" y="4019623"/>
            <a:ext cx="1809750" cy="238125"/>
          </a:xfrm>
          <a:prstGeom prst="rect">
            <a:avLst/>
          </a:prstGeom>
          <a:ln w="0">
            <a:prstDash val="solid"/>
          </a:ln>
        </p:spPr>
        <p:txBody>
          <a:bodyPr lIns="19050" tIns="19050" rIns="19050" bIns="19050" anchor="ctr">
            <a:normAutofit/>
          </a:bodyPr>
          <a:lstStyle/>
          <a:p>
            <a:pPr algn="l">
              <a:buNone/>
              <a:defRPr sz="788" b="0">
                <a:solidFill>
                  <a:srgbClr val="526052"/>
                </a:solidFill>
                <a:latin typeface="Montserrat"/>
                <a:ea typeface="Montserrat"/>
                <a:cs typeface="Montserrat"/>
              </a:defRPr>
            </a:pPr>
            <a:r>
              <a:rPr sz="788" b="0">
                <a:solidFill>
                  <a:srgbClr val="526052"/>
                </a:solidFill>
                <a:latin typeface="Montserrat"/>
                <a:ea typeface="Montserrat"/>
                <a:cs typeface="Montserrat"/>
              </a:rPr>
              <a:t>nguồn • ngành • profile</a:t>
            </a:r>
          </a:p>
        </p:txBody>
      </p:sp>
      <p:sp>
        <p:nvSpPr>
          <p:cNvPr id="615" name="Rectangle 614">
            <a:extLst>
              <a:ext uri="{FF2B5EF4-FFF2-40B4-BE49-F238E27FC236}">
                <a16:creationId xmlns:a16="http://schemas.microsoft.com/office/drawing/2014/main" id="{71036545-7F49-493C-9910-1743A76A0F71}"/>
              </a:ext>
            </a:extLst>
          </p:cNvPr>
          <p:cNvSpPr>
            <a:spLocks noGrp="1"/>
          </p:cNvSpPr>
          <p:nvPr/>
        </p:nvSpPr>
        <p:spPr>
          <a:xfrm>
            <a:off x="6076950" y="3752923"/>
            <a:ext cx="1809750" cy="247650"/>
          </a:xfrm>
          <a:prstGeom prst="rect">
            <a:avLst/>
          </a:prstGeom>
          <a:ln w="0">
            <a:prstDash val="solid"/>
          </a:ln>
        </p:spPr>
        <p:txBody>
          <a:bodyPr lIns="19050" tIns="19050" rIns="19050" bIns="19050" anchor="ctr">
            <a:normAutofit/>
          </a:bodyPr>
          <a:lstStyle/>
          <a:p>
            <a:pPr algn="l">
              <a:buNone/>
              <a:defRPr sz="938" b="1">
                <a:solidFill>
                  <a:srgbClr val="111410"/>
                </a:solidFill>
                <a:latin typeface="Montserrat"/>
                <a:ea typeface="Montserrat"/>
                <a:cs typeface="Montserrat"/>
              </a:defRPr>
            </a:pPr>
            <a:r>
              <a:rPr sz="938" b="1">
                <a:solidFill>
                  <a:srgbClr val="111410"/>
                </a:solidFill>
                <a:latin typeface="Montserrat"/>
                <a:ea typeface="Montserrat"/>
                <a:cs typeface="Montserrat"/>
              </a:rPr>
              <a:t>Retention &amp; audit</a:t>
            </a:r>
          </a:p>
        </p:txBody>
      </p:sp>
      <p:sp>
        <p:nvSpPr>
          <p:cNvPr id="616" name="Rectangle 615">
            <a:extLst>
              <a:ext uri="{FF2B5EF4-FFF2-40B4-BE49-F238E27FC236}">
                <a16:creationId xmlns:a16="http://schemas.microsoft.com/office/drawing/2014/main" id="{C01F6BF9-DA5D-4EBE-B0A4-6DEC1CD9C387}"/>
              </a:ext>
            </a:extLst>
          </p:cNvPr>
          <p:cNvSpPr>
            <a:spLocks noGrp="1"/>
          </p:cNvSpPr>
          <p:nvPr/>
        </p:nvSpPr>
        <p:spPr>
          <a:xfrm>
            <a:off x="6076950" y="4019623"/>
            <a:ext cx="1905000" cy="238125"/>
          </a:xfrm>
          <a:prstGeom prst="rect">
            <a:avLst/>
          </a:prstGeom>
          <a:ln w="0">
            <a:prstDash val="solid"/>
          </a:ln>
        </p:spPr>
        <p:txBody>
          <a:bodyPr lIns="19050" tIns="19050" rIns="19050" bIns="19050" anchor="ctr">
            <a:normAutofit/>
          </a:bodyPr>
          <a:lstStyle/>
          <a:p>
            <a:pPr algn="l">
              <a:buNone/>
              <a:defRPr sz="788" b="0">
                <a:solidFill>
                  <a:srgbClr val="526052"/>
                </a:solidFill>
                <a:latin typeface="Montserrat"/>
                <a:ea typeface="Montserrat"/>
                <a:cs typeface="Montserrat"/>
              </a:defRPr>
            </a:pPr>
            <a:r>
              <a:rPr sz="788" b="0">
                <a:solidFill>
                  <a:srgbClr val="526052"/>
                </a:solidFill>
                <a:latin typeface="Montserrat"/>
                <a:ea typeface="Montserrat"/>
                <a:cs typeface="Montserrat"/>
              </a:rPr>
              <a:t>xóa khi quá hạn • ghi vết</a:t>
            </a:r>
          </a:p>
        </p:txBody>
      </p:sp>
      <p:sp>
        <p:nvSpPr>
          <p:cNvPr id="697" name="TextBox 696"/>
          <p:cNvSpPr txBox="1"/>
          <p:nvPr/>
        </p:nvSpPr>
        <p:spPr>
          <a:xfrm>
            <a:off x="713225" y="200000"/>
            <a:ext cx="1200000" cy="260000"/>
          </a:xfrm>
          <a:prstGeom prst="rect">
            <a:avLst/>
          </a:prstGeom>
          <a:noFill/>
        </p:spPr>
        <p:txBody>
          <a:bodyPr wrap="none" lIns="0" tIns="0">
            <a:spAutoFit/>
          </a:bodyPr>
          <a:lstStyle/>
          <a:p>
            <a:pPr>
              <a:defRPr sz="1100" b="1">
                <a:solidFill>
                  <a:srgbClr val="4B8D17"/>
                </a:solidFill>
                <a:latin typeface="Montserrat"/>
              </a:defRPr>
            </a:pPr>
            <a:r>
              <a:t>#03</a:t>
            </a:r>
          </a:p>
        </p:txBody>
      </p:sp>
    </p:spTree>
    <p:extLst>
      <p:ext uri="{BB962C8B-B14F-4D97-AF65-F5344CB8AC3E}">
        <p14:creationId xmlns:p14="http://schemas.microsoft.com/office/powerpoint/2010/main" val="165677365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E8F3E5"/>
        </a:solidFill>
        <a:effectLst/>
      </p:bgPr>
    </p:bg>
    <p:spTree>
      <p:nvGrpSpPr>
        <p:cNvPr id="1" name=""/>
        <p:cNvGrpSpPr/>
        <p:nvPr/>
      </p:nvGrpSpPr>
      <p:grpSpPr>
        <a:xfrm>
          <a:off x="0" y="0"/>
          <a:ext cx="0" cy="0"/>
          <a:chOff x="0" y="0"/>
          <a:chExt cx="0" cy="0"/>
        </a:xfrm>
      </p:grpSpPr>
      <p:sp>
        <p:nvSpPr>
          <p:cNvPr id="579" name="Google Shape;579;p70">
            <a:extLst>
              <a:ext uri="{FF2B5EF4-FFF2-40B4-BE49-F238E27FC236}">
                <a16:creationId xmlns:a16="http://schemas.microsoft.com/office/drawing/2014/main" id="{FCFC893B-D6A3-4D9A-B56D-6C2286364903}"/>
              </a:ext>
            </a:extLst>
          </p:cNvPr>
          <p:cNvSpPr>
            <a:spLocks noGrp="1"/>
          </p:cNvSpPr>
          <p:nvPr>
            <p:ph type="title"/>
          </p:nvPr>
        </p:nvSpPr>
        <p:spPr>
          <a:xfrm>
            <a:off x="819150" y="527670"/>
            <a:ext cx="6381750" cy="571500"/>
          </a:xfrm>
          <a:prstGeom prst="rect">
            <a:avLst/>
          </a:prstGeom>
        </p:spPr>
        <p:txBody>
          <a:bodyPr spcFirstLastPara="1" wrap="square" lIns="91425" tIns="91425" rIns="91425" bIns="91425" anchor="t">
            <a:noAutofit/>
          </a:bodyPr>
          <a:lstStyle/>
          <a:p>
            <a:pPr marL="0" lvl="0" indent="0" algn="l">
              <a:spcBef>
                <a:spcPts val="0"/>
              </a:spcBef>
              <a:spcAft>
                <a:spcPts val="0"/>
              </a:spcAft>
              <a:buClr>
                <a:schemeClr val="dk1"/>
              </a:buClr>
              <a:buSzPts val="1100"/>
              <a:buFont typeface="Arial"/>
              <a:buNone/>
              <a:defRPr sz="2100" b="1">
                <a:solidFill>
                  <a:srgbClr val="111410"/>
                </a:solidFill>
                <a:latin typeface="Cambria"/>
                <a:ea typeface="Cambria"/>
                <a:cs typeface="Cambria"/>
              </a:defRPr>
            </a:pPr>
            <a:r>
              <a:rPr dirty="0"/>
              <a:t>Pipeline </a:t>
            </a:r>
            <a:r>
              <a:rPr dirty="0" err="1"/>
              <a:t>tiếng</a:t>
            </a:r>
            <a:r>
              <a:rPr dirty="0"/>
              <a:t> </a:t>
            </a:r>
            <a:r>
              <a:rPr dirty="0" err="1"/>
              <a:t>nói</a:t>
            </a:r>
            <a:r>
              <a:rPr dirty="0"/>
              <a:t> </a:t>
            </a:r>
            <a:r>
              <a:rPr dirty="0" err="1"/>
              <a:t>nhiều</a:t>
            </a:r>
            <a:r>
              <a:rPr dirty="0"/>
              <a:t> </a:t>
            </a:r>
            <a:r>
              <a:rPr dirty="0" err="1"/>
              <a:t>tầng</a:t>
            </a:r>
            <a:r>
              <a:rPr dirty="0"/>
              <a:t>: Realtime &amp; </a:t>
            </a:r>
            <a:r>
              <a:rPr dirty="0" err="1"/>
              <a:t>Hậu</a:t>
            </a:r>
            <a:r>
              <a:rPr dirty="0"/>
              <a:t> </a:t>
            </a:r>
            <a:r>
              <a:rPr dirty="0" err="1"/>
              <a:t>kỳ</a:t>
            </a:r>
            <a:r>
              <a:rPr dirty="0"/>
              <a:t> </a:t>
            </a:r>
            <a:r>
              <a:rPr dirty="0" err="1"/>
              <a:t>phỏng</a:t>
            </a:r>
            <a:r>
              <a:rPr dirty="0"/>
              <a:t> </a:t>
            </a:r>
            <a:r>
              <a:rPr dirty="0" err="1"/>
              <a:t>vấn</a:t>
            </a:r>
            <a:endParaRPr dirty="0"/>
          </a:p>
        </p:txBody>
      </p:sp>
      <p:sp>
        <p:nvSpPr>
          <p:cNvPr id="580" name="Google Shape;580;p70">
            <a:extLst>
              <a:ext uri="{FF2B5EF4-FFF2-40B4-BE49-F238E27FC236}">
                <a16:creationId xmlns:a16="http://schemas.microsoft.com/office/drawing/2014/main" id="{40612DE4-5621-43EA-A828-F6C478424024}"/>
              </a:ext>
            </a:extLst>
          </p:cNvPr>
          <p:cNvSpPr>
            <a:spLocks noGrp="1"/>
          </p:cNvSpPr>
          <p:nvPr>
            <p:ph type="title" idx="2"/>
          </p:nvPr>
        </p:nvSpPr>
        <p:spPr>
          <a:xfrm>
            <a:off x="7524750" y="565770"/>
            <a:ext cx="781050" cy="438150"/>
          </a:xfrm>
          <a:prstGeom prst="rect">
            <a:avLst/>
          </a:prstGeom>
        </p:spPr>
        <p:txBody>
          <a:bodyPr spcFirstLastPara="1" wrap="square" lIns="91425" tIns="91425" rIns="91425" bIns="91425" anchor="t">
            <a:noAutofit/>
          </a:bodyPr>
          <a:lstStyle/>
          <a:p>
            <a:pPr marL="0" lvl="0" indent="0" algn="r">
              <a:spcBef>
                <a:spcPts val="0"/>
              </a:spcBef>
              <a:spcAft>
                <a:spcPts val="0"/>
              </a:spcAft>
              <a:buNone/>
              <a:defRPr sz="2025" b="1">
                <a:solidFill>
                  <a:srgbClr val="4B8D17"/>
                </a:solidFill>
                <a:latin typeface="Cambria"/>
                <a:ea typeface="Cambria"/>
                <a:cs typeface="Cambria"/>
              </a:defRPr>
            </a:pPr>
            <a:endParaRPr dirty="0"/>
          </a:p>
        </p:txBody>
      </p:sp>
      <p:sp>
        <p:nvSpPr>
          <p:cNvPr id="581" name="Google Shape;581;p70">
            <a:extLst>
              <a:ext uri="{FF2B5EF4-FFF2-40B4-BE49-F238E27FC236}">
                <a16:creationId xmlns:a16="http://schemas.microsoft.com/office/drawing/2014/main" id="{E04B37CC-7D0D-463A-9DAD-6038675C5AE7}"/>
              </a:ext>
            </a:extLst>
          </p:cNvPr>
          <p:cNvSpPr>
            <a:spLocks noGrp="1"/>
          </p:cNvSpPr>
          <p:nvPr>
            <p:ph type="subTitle" idx="1"/>
          </p:nvPr>
        </p:nvSpPr>
        <p:spPr>
          <a:xfrm>
            <a:off x="852022" y="1285013"/>
            <a:ext cx="7429500" cy="342900"/>
          </a:xfrm>
          <a:prstGeom prst="rect">
            <a:avLst/>
          </a:prstGeom>
        </p:spPr>
        <p:txBody>
          <a:bodyPr spcFirstLastPara="1" wrap="square" lIns="91425" tIns="91425" rIns="91425" bIns="91425" anchor="t">
            <a:noAutofit/>
          </a:bodyPr>
          <a:lstStyle/>
          <a:p>
            <a:pPr marL="0" lvl="0" indent="0" algn="l">
              <a:spcBef>
                <a:spcPts val="0"/>
              </a:spcBef>
              <a:spcAft>
                <a:spcPts val="0"/>
              </a:spcAft>
              <a:buClr>
                <a:schemeClr val="dk1"/>
              </a:buClr>
              <a:buSzPts val="1100"/>
              <a:buFont typeface="Arial"/>
              <a:buNone/>
              <a:defRPr sz="975" b="0">
                <a:solidFill>
                  <a:srgbClr val="526052"/>
                </a:solidFill>
                <a:latin typeface="Montserrat"/>
                <a:ea typeface="Montserrat"/>
                <a:cs typeface="Montserrat"/>
              </a:defRPr>
            </a:pPr>
            <a:r>
              <a:rPr dirty="0" err="1"/>
              <a:t>AssemblyAI</a:t>
            </a:r>
            <a:r>
              <a:rPr dirty="0"/>
              <a:t> streaming • Faster-Whisper fallback &amp; batch • </a:t>
            </a:r>
            <a:r>
              <a:rPr dirty="0" err="1"/>
              <a:t>SenseVoice</a:t>
            </a:r>
            <a:r>
              <a:rPr dirty="0"/>
              <a:t> LID/SER/AED</a:t>
            </a:r>
          </a:p>
        </p:txBody>
      </p:sp>
      <p:sp>
        <p:nvSpPr>
          <p:cNvPr id="582" name="Rectangle 581">
            <a:extLst>
              <a:ext uri="{FF2B5EF4-FFF2-40B4-BE49-F238E27FC236}">
                <a16:creationId xmlns:a16="http://schemas.microsoft.com/office/drawing/2014/main" id="{C3543A95-2796-4873-B09A-6B3DA8B24DF2}"/>
              </a:ext>
            </a:extLst>
          </p:cNvPr>
          <p:cNvSpPr>
            <a:spLocks noGrp="1"/>
          </p:cNvSpPr>
          <p:nvPr/>
        </p:nvSpPr>
        <p:spPr>
          <a:xfrm>
            <a:off x="1000124" y="1615741"/>
            <a:ext cx="4011887" cy="266700"/>
          </a:xfrm>
          <a:prstGeom prst="rect">
            <a:avLst/>
          </a:prstGeom>
          <a:ln w="0">
            <a:prstDash val="solid"/>
          </a:ln>
        </p:spPr>
        <p:txBody>
          <a:bodyPr lIns="19050" tIns="19050" rIns="19050" bIns="19050" anchor="ctr">
            <a:normAutofit/>
          </a:bodyPr>
          <a:lstStyle/>
          <a:p>
            <a:pPr algn="l">
              <a:buNone/>
              <a:defRPr sz="825" b="1">
                <a:solidFill>
                  <a:srgbClr val="4B8D17"/>
                </a:solidFill>
                <a:latin typeface="Montserrat"/>
                <a:ea typeface="Montserrat"/>
                <a:cs typeface="Montserrat"/>
              </a:defRPr>
            </a:pPr>
            <a:r>
              <a:rPr dirty="0"/>
              <a:t>1. LUỒNG REALTIME TRONG PHỎNG VẤN (TƯƠNG TÁC LIỀN MẠCH)</a:t>
            </a:r>
          </a:p>
        </p:txBody>
      </p:sp>
      <p:sp>
        <p:nvSpPr>
          <p:cNvPr id="583" name="Rectangle 582">
            <a:extLst>
              <a:ext uri="{FF2B5EF4-FFF2-40B4-BE49-F238E27FC236}">
                <a16:creationId xmlns:a16="http://schemas.microsoft.com/office/drawing/2014/main" id="{6873FF1D-43D7-4653-B19F-36826EAF83A0}"/>
              </a:ext>
            </a:extLst>
          </p:cNvPr>
          <p:cNvSpPr>
            <a:spLocks noGrp="1"/>
          </p:cNvSpPr>
          <p:nvPr/>
        </p:nvSpPr>
        <p:spPr>
          <a:xfrm>
            <a:off x="3381375" y="3139741"/>
            <a:ext cx="2524125" cy="266700"/>
          </a:xfrm>
          <a:prstGeom prst="rect">
            <a:avLst/>
          </a:prstGeom>
          <a:ln w="0">
            <a:prstDash val="solid"/>
          </a:ln>
        </p:spPr>
        <p:txBody>
          <a:bodyPr lIns="19050" tIns="19050" rIns="19050" bIns="19050" anchor="ctr">
            <a:normAutofit/>
          </a:bodyPr>
          <a:lstStyle/>
          <a:p>
            <a:pPr algn="l">
              <a:buNone/>
              <a:defRPr sz="750" b="1">
                <a:solidFill>
                  <a:srgbClr val="4B8D17"/>
                </a:solidFill>
                <a:latin typeface="Montserrat"/>
                <a:ea typeface="Montserrat"/>
                <a:cs typeface="Montserrat"/>
              </a:defRPr>
            </a:pPr>
            <a:endParaRPr/>
          </a:p>
        </p:txBody>
      </p:sp>
      <p:sp>
        <p:nvSpPr>
          <p:cNvPr id="584" name="Rectangle 583">
            <a:extLst>
              <a:ext uri="{FF2B5EF4-FFF2-40B4-BE49-F238E27FC236}">
                <a16:creationId xmlns:a16="http://schemas.microsoft.com/office/drawing/2014/main" id="{3861B306-2BA3-4EFC-B88E-AE99138BFF56}"/>
              </a:ext>
            </a:extLst>
          </p:cNvPr>
          <p:cNvSpPr>
            <a:spLocks noGrp="1"/>
          </p:cNvSpPr>
          <p:nvPr/>
        </p:nvSpPr>
        <p:spPr>
          <a:xfrm>
            <a:off x="1000124" y="3139741"/>
            <a:ext cx="3929385" cy="266700"/>
          </a:xfrm>
          <a:prstGeom prst="rect">
            <a:avLst/>
          </a:prstGeom>
          <a:ln w="0">
            <a:prstDash val="solid"/>
          </a:ln>
        </p:spPr>
        <p:txBody>
          <a:bodyPr lIns="19050" tIns="19050" rIns="19050" bIns="19050" anchor="ctr">
            <a:normAutofit/>
          </a:bodyPr>
          <a:lstStyle/>
          <a:p>
            <a:pPr algn="l">
              <a:buNone/>
              <a:defRPr sz="825" b="1">
                <a:solidFill>
                  <a:srgbClr val="4B8D17"/>
                </a:solidFill>
                <a:latin typeface="Montserrat"/>
                <a:ea typeface="Montserrat"/>
                <a:cs typeface="Montserrat"/>
              </a:defRPr>
            </a:pPr>
            <a:r>
              <a:rPr dirty="0"/>
              <a:t>2. LUỒNG XỬ LÝ HẬU KỲ SAU PHỎNG VẤN (ĐÁNH GIÁ CHUYÊN SÂU)</a:t>
            </a:r>
          </a:p>
        </p:txBody>
      </p:sp>
      <p:sp>
        <p:nvSpPr>
          <p:cNvPr id="585" name="Rectangle: Rounded Corners 584">
            <a:extLst>
              <a:ext uri="{FF2B5EF4-FFF2-40B4-BE49-F238E27FC236}">
                <a16:creationId xmlns:a16="http://schemas.microsoft.com/office/drawing/2014/main" id="{A7590320-C821-4252-B98C-D18F6B0B9AAE}"/>
              </a:ext>
            </a:extLst>
          </p:cNvPr>
          <p:cNvSpPr>
            <a:spLocks noGrp="1"/>
          </p:cNvSpPr>
          <p:nvPr/>
        </p:nvSpPr>
        <p:spPr>
          <a:xfrm>
            <a:off x="1000125" y="1996741"/>
            <a:ext cx="1809750" cy="857250"/>
          </a:xfrm>
          <a:prstGeom prst="roundRect">
            <a:avLst>
              <a:gd name="adj" fmla="val 8889"/>
            </a:avLst>
          </a:prstGeom>
          <a:solidFill>
            <a:srgbClr val="D7E7F1"/>
          </a:solidFill>
          <a:ln w="13335">
            <a:solidFill>
              <a:srgbClr val="6C766B"/>
            </a:solidFill>
            <a:prstDash val="solid"/>
          </a:ln>
        </p:spPr>
        <p:txBody>
          <a:bodyPr lIns="85725" tIns="76200" rIns="85725" bIns="76200" anchor="ctr">
            <a:normAutofit/>
          </a:bodyPr>
          <a:lstStyle/>
          <a:p>
            <a:pPr algn="ctr">
              <a:buNone/>
              <a:defRPr sz="950" b="1">
                <a:solidFill>
                  <a:srgbClr val="111410"/>
                </a:solidFill>
                <a:latin typeface="Montserrat"/>
                <a:ea typeface="Montserrat"/>
                <a:cs typeface="Montserrat"/>
              </a:defRPr>
            </a:pPr>
            <a:r>
              <a:rPr dirty="0"/>
              <a:t>Microphone</a:t>
            </a:r>
          </a:p>
          <a:p>
            <a:pPr algn="ctr">
              <a:defRPr sz="825">
                <a:solidFill>
                  <a:srgbClr val="526052"/>
                </a:solidFill>
                <a:latin typeface="Montserrat"/>
              </a:defRPr>
            </a:pPr>
            <a:r>
              <a:rPr dirty="0"/>
              <a:t>Thu </a:t>
            </a:r>
            <a:r>
              <a:rPr dirty="0" err="1"/>
              <a:t>âm</a:t>
            </a:r>
            <a:r>
              <a:rPr dirty="0"/>
              <a:t> </a:t>
            </a:r>
            <a:r>
              <a:rPr dirty="0" err="1"/>
              <a:t>AudioWorklet</a:t>
            </a:r>
            <a:r>
              <a:rPr dirty="0"/>
              <a:t> (16kHz PCM)</a:t>
            </a:r>
          </a:p>
        </p:txBody>
      </p:sp>
      <p:sp>
        <p:nvSpPr>
          <p:cNvPr id="586" name="Rectangle: Rounded Corners 585">
            <a:extLst>
              <a:ext uri="{FF2B5EF4-FFF2-40B4-BE49-F238E27FC236}">
                <a16:creationId xmlns:a16="http://schemas.microsoft.com/office/drawing/2014/main" id="{7D37841A-4F23-4ADD-B7E4-BF851B49E3D3}"/>
              </a:ext>
            </a:extLst>
          </p:cNvPr>
          <p:cNvSpPr>
            <a:spLocks noGrp="1"/>
          </p:cNvSpPr>
          <p:nvPr/>
        </p:nvSpPr>
        <p:spPr>
          <a:xfrm>
            <a:off x="3667125" y="1996741"/>
            <a:ext cx="1952625" cy="857250"/>
          </a:xfrm>
          <a:prstGeom prst="roundRect">
            <a:avLst>
              <a:gd name="adj" fmla="val 8889"/>
            </a:avLst>
          </a:prstGeom>
          <a:solidFill>
            <a:srgbClr val="F4F7F1"/>
          </a:solidFill>
          <a:ln w="13335">
            <a:solidFill>
              <a:srgbClr val="6C766B"/>
            </a:solidFill>
            <a:prstDash val="solid"/>
          </a:ln>
        </p:spPr>
        <p:txBody>
          <a:bodyPr lIns="85725" tIns="76200" rIns="85725" bIns="76200" anchor="ctr">
            <a:normAutofit/>
          </a:bodyPr>
          <a:lstStyle/>
          <a:p>
            <a:pPr algn="ctr">
              <a:lnSpc>
                <a:spcPct val="150000"/>
              </a:lnSpc>
              <a:buNone/>
              <a:defRPr sz="950" b="1">
                <a:solidFill>
                  <a:srgbClr val="111410"/>
                </a:solidFill>
                <a:latin typeface="Montserrat"/>
                <a:ea typeface="Montserrat"/>
                <a:cs typeface="Montserrat"/>
              </a:defRPr>
            </a:pPr>
            <a:r>
              <a:rPr dirty="0" err="1"/>
              <a:t>AssemblyAI</a:t>
            </a:r>
            <a:r>
              <a:rPr dirty="0"/>
              <a:t> Streaming</a:t>
            </a:r>
            <a:endParaRPr sz="975" b="1" dirty="0">
              <a:solidFill>
                <a:srgbClr val="111410"/>
              </a:solidFill>
              <a:latin typeface="Montserrat"/>
              <a:ea typeface="Montserrat"/>
              <a:cs typeface="Montserrat"/>
            </a:endParaRPr>
          </a:p>
          <a:p>
            <a:pPr algn="ctr">
              <a:lnSpc>
                <a:spcPct val="150000"/>
              </a:lnSpc>
              <a:defRPr sz="800">
                <a:solidFill>
                  <a:srgbClr val="4B8D17"/>
                </a:solidFill>
                <a:latin typeface="Montserrat"/>
              </a:defRPr>
            </a:pPr>
            <a:r>
              <a:rPr dirty="0"/>
              <a:t>STT </a:t>
            </a:r>
            <a:r>
              <a:rPr dirty="0" err="1"/>
              <a:t>thời</a:t>
            </a:r>
            <a:r>
              <a:rPr dirty="0"/>
              <a:t> </a:t>
            </a:r>
            <a:r>
              <a:rPr dirty="0" err="1"/>
              <a:t>gian</a:t>
            </a:r>
            <a:r>
              <a:rPr dirty="0"/>
              <a:t> </a:t>
            </a:r>
            <a:r>
              <a:rPr dirty="0" err="1"/>
              <a:t>thực</a:t>
            </a:r>
            <a:r>
              <a:rPr dirty="0"/>
              <a:t> (WebSocket)</a:t>
            </a:r>
            <a:br>
              <a:rPr dirty="0"/>
            </a:br>
            <a:r>
              <a:rPr dirty="0"/>
              <a:t>[</a:t>
            </a:r>
            <a:r>
              <a:rPr dirty="0" err="1"/>
              <a:t>Lỗi</a:t>
            </a:r>
            <a:r>
              <a:rPr dirty="0"/>
              <a:t> → Faster-Whisper fallback]</a:t>
            </a:r>
          </a:p>
        </p:txBody>
      </p:sp>
      <p:sp>
        <p:nvSpPr>
          <p:cNvPr id="587" name="Rectangle: Rounded Corners 586">
            <a:extLst>
              <a:ext uri="{FF2B5EF4-FFF2-40B4-BE49-F238E27FC236}">
                <a16:creationId xmlns:a16="http://schemas.microsoft.com/office/drawing/2014/main" id="{E9149E49-F2CD-46AC-8C10-FDD0FCC39493}"/>
              </a:ext>
            </a:extLst>
          </p:cNvPr>
          <p:cNvSpPr>
            <a:spLocks noGrp="1"/>
          </p:cNvSpPr>
          <p:nvPr/>
        </p:nvSpPr>
        <p:spPr>
          <a:xfrm>
            <a:off x="6477000" y="1996741"/>
            <a:ext cx="1809750" cy="857250"/>
          </a:xfrm>
          <a:prstGeom prst="roundRect">
            <a:avLst>
              <a:gd name="adj" fmla="val 8889"/>
            </a:avLst>
          </a:prstGeom>
          <a:solidFill>
            <a:srgbClr val="DFF0D6"/>
          </a:solidFill>
          <a:ln w="17145">
            <a:solidFill>
              <a:srgbClr val="4B8D17"/>
            </a:solidFill>
            <a:prstDash val="solid"/>
          </a:ln>
        </p:spPr>
        <p:txBody>
          <a:bodyPr lIns="85725" tIns="76200" rIns="85725" bIns="76200" anchor="ctr">
            <a:normAutofit fontScale="92500" lnSpcReduction="10000"/>
          </a:bodyPr>
          <a:lstStyle/>
          <a:p>
            <a:pPr algn="ctr">
              <a:lnSpc>
                <a:spcPct val="150000"/>
              </a:lnSpc>
              <a:buNone/>
              <a:defRPr sz="950" b="1">
                <a:solidFill>
                  <a:srgbClr val="111410"/>
                </a:solidFill>
                <a:latin typeface="Montserrat"/>
                <a:ea typeface="Montserrat"/>
                <a:cs typeface="Montserrat"/>
              </a:defRPr>
            </a:pPr>
            <a:r>
              <a:rPr dirty="0"/>
              <a:t>AI Provider (</a:t>
            </a:r>
            <a:r>
              <a:rPr dirty="0" err="1"/>
              <a:t>DeepSeek</a:t>
            </a:r>
            <a:r>
              <a:rPr dirty="0"/>
              <a:t>)</a:t>
            </a:r>
          </a:p>
          <a:p>
            <a:pPr algn="ctr">
              <a:lnSpc>
                <a:spcPct val="150000"/>
              </a:lnSpc>
              <a:defRPr sz="800">
                <a:solidFill>
                  <a:srgbClr val="526052"/>
                </a:solidFill>
                <a:latin typeface="Montserrat"/>
              </a:defRPr>
            </a:pPr>
            <a:r>
              <a:rPr dirty="0" err="1"/>
              <a:t>Có</a:t>
            </a:r>
            <a:r>
              <a:rPr dirty="0"/>
              <a:t> text </a:t>
            </a:r>
            <a:r>
              <a:rPr dirty="0" err="1"/>
              <a:t>tức</a:t>
            </a:r>
            <a:r>
              <a:rPr dirty="0"/>
              <a:t> </a:t>
            </a:r>
            <a:r>
              <a:rPr dirty="0" err="1"/>
              <a:t>thời</a:t>
            </a:r>
            <a:r>
              <a:rPr dirty="0"/>
              <a:t> → Sinh </a:t>
            </a:r>
            <a:r>
              <a:rPr dirty="0" err="1"/>
              <a:t>câu</a:t>
            </a:r>
            <a:r>
              <a:rPr dirty="0"/>
              <a:t> </a:t>
            </a:r>
            <a:r>
              <a:rPr dirty="0" err="1"/>
              <a:t>hỏi</a:t>
            </a:r>
            <a:r>
              <a:rPr dirty="0"/>
              <a:t> </a:t>
            </a:r>
            <a:r>
              <a:rPr dirty="0" err="1"/>
              <a:t>thích</a:t>
            </a:r>
            <a:r>
              <a:rPr dirty="0"/>
              <a:t> </a:t>
            </a:r>
            <a:r>
              <a:rPr dirty="0" err="1"/>
              <a:t>ứng</a:t>
            </a:r>
            <a:r>
              <a:rPr dirty="0"/>
              <a:t> &amp; TTS </a:t>
            </a:r>
            <a:r>
              <a:rPr dirty="0" err="1"/>
              <a:t>mượt</a:t>
            </a:r>
            <a:r>
              <a:rPr dirty="0"/>
              <a:t> </a:t>
            </a:r>
            <a:r>
              <a:rPr dirty="0" err="1"/>
              <a:t>mà</a:t>
            </a:r>
            <a:r>
              <a:rPr dirty="0"/>
              <a:t>, </a:t>
            </a:r>
            <a:r>
              <a:rPr dirty="0" err="1"/>
              <a:t>không</a:t>
            </a:r>
            <a:r>
              <a:rPr dirty="0"/>
              <a:t> </a:t>
            </a:r>
            <a:r>
              <a:rPr dirty="0" err="1"/>
              <a:t>rời</a:t>
            </a:r>
            <a:r>
              <a:rPr dirty="0"/>
              <a:t> </a:t>
            </a:r>
            <a:r>
              <a:rPr dirty="0" err="1"/>
              <a:t>rạc</a:t>
            </a:r>
            <a:endParaRPr dirty="0"/>
          </a:p>
        </p:txBody>
      </p:sp>
      <p:sp>
        <p:nvSpPr>
          <p:cNvPr id="588" name="Rectangle: Rounded Corners 587">
            <a:extLst>
              <a:ext uri="{FF2B5EF4-FFF2-40B4-BE49-F238E27FC236}">
                <a16:creationId xmlns:a16="http://schemas.microsoft.com/office/drawing/2014/main" id="{2DF845C1-F9C4-43EC-AC49-9044D5364963}"/>
              </a:ext>
            </a:extLst>
          </p:cNvPr>
          <p:cNvSpPr>
            <a:spLocks noGrp="1"/>
          </p:cNvSpPr>
          <p:nvPr/>
        </p:nvSpPr>
        <p:spPr>
          <a:xfrm>
            <a:off x="1000125" y="3520741"/>
            <a:ext cx="1809750" cy="819150"/>
          </a:xfrm>
          <a:prstGeom prst="roundRect">
            <a:avLst>
              <a:gd name="adj" fmla="val 9302"/>
            </a:avLst>
          </a:prstGeom>
          <a:solidFill>
            <a:srgbClr val="E4D9EE"/>
          </a:solidFill>
          <a:ln w="13335">
            <a:solidFill>
              <a:srgbClr val="6C766B"/>
            </a:solidFill>
            <a:prstDash val="solid"/>
          </a:ln>
        </p:spPr>
        <p:txBody>
          <a:bodyPr lIns="85725" tIns="76200" rIns="85725" bIns="76200" anchor="ctr">
            <a:normAutofit fontScale="92500" lnSpcReduction="20000"/>
          </a:bodyPr>
          <a:lstStyle/>
          <a:p>
            <a:pPr algn="ctr">
              <a:lnSpc>
                <a:spcPct val="150000"/>
              </a:lnSpc>
              <a:buNone/>
              <a:defRPr sz="950" b="1">
                <a:solidFill>
                  <a:srgbClr val="111410"/>
                </a:solidFill>
                <a:latin typeface="Montserrat"/>
                <a:ea typeface="Montserrat"/>
                <a:cs typeface="Montserrat"/>
              </a:defRPr>
            </a:pPr>
            <a:r>
              <a:rPr dirty="0"/>
              <a:t>Faster-Whisper </a:t>
            </a:r>
            <a:r>
              <a:rPr dirty="0" err="1"/>
              <a:t>tuần</a:t>
            </a:r>
            <a:r>
              <a:rPr dirty="0"/>
              <a:t> </a:t>
            </a:r>
            <a:r>
              <a:rPr dirty="0" err="1"/>
              <a:t>tự</a:t>
            </a:r>
            <a:endParaRPr sz="825" b="1" dirty="0">
              <a:solidFill>
                <a:srgbClr val="111410"/>
              </a:solidFill>
              <a:latin typeface="Montserrat"/>
              <a:ea typeface="Montserrat"/>
              <a:cs typeface="Montserrat"/>
            </a:endParaRPr>
          </a:p>
          <a:p>
            <a:pPr algn="ctr">
              <a:lnSpc>
                <a:spcPct val="150000"/>
              </a:lnSpc>
              <a:defRPr sz="800">
                <a:solidFill>
                  <a:srgbClr val="526052"/>
                </a:solidFill>
                <a:latin typeface="Montserrat"/>
              </a:defRPr>
            </a:pPr>
            <a:r>
              <a:rPr dirty="0"/>
              <a:t>STT </a:t>
            </a:r>
            <a:r>
              <a:rPr dirty="0" err="1"/>
              <a:t>chính</a:t>
            </a:r>
            <a:r>
              <a:rPr dirty="0"/>
              <a:t> </a:t>
            </a:r>
            <a:r>
              <a:rPr dirty="0" err="1"/>
              <a:t>xác</a:t>
            </a:r>
            <a:r>
              <a:rPr dirty="0"/>
              <a:t> </a:t>
            </a:r>
            <a:r>
              <a:rPr dirty="0" err="1"/>
              <a:t>cao</a:t>
            </a:r>
            <a:r>
              <a:rPr dirty="0"/>
              <a:t> + </a:t>
            </a:r>
            <a:r>
              <a:rPr dirty="0" err="1"/>
              <a:t>Thuật</a:t>
            </a:r>
            <a:r>
              <a:rPr dirty="0"/>
              <a:t> </a:t>
            </a:r>
            <a:r>
              <a:rPr dirty="0" err="1"/>
              <a:t>toán</a:t>
            </a:r>
            <a:r>
              <a:rPr dirty="0"/>
              <a:t>: </a:t>
            </a:r>
            <a:r>
              <a:rPr dirty="0" err="1"/>
              <a:t>nhịp</a:t>
            </a:r>
            <a:r>
              <a:rPr dirty="0"/>
              <a:t> </a:t>
            </a:r>
            <a:r>
              <a:rPr dirty="0" err="1"/>
              <a:t>độ</a:t>
            </a:r>
            <a:r>
              <a:rPr dirty="0"/>
              <a:t>, </a:t>
            </a:r>
            <a:r>
              <a:rPr dirty="0" err="1"/>
              <a:t>tốc</a:t>
            </a:r>
            <a:r>
              <a:rPr dirty="0"/>
              <a:t> </a:t>
            </a:r>
            <a:r>
              <a:rPr dirty="0" err="1"/>
              <a:t>độ</a:t>
            </a:r>
            <a:r>
              <a:rPr dirty="0"/>
              <a:t> (WPM), </a:t>
            </a:r>
            <a:r>
              <a:rPr dirty="0" err="1"/>
              <a:t>khoảng</a:t>
            </a:r>
            <a:r>
              <a:rPr dirty="0"/>
              <a:t> </a:t>
            </a:r>
            <a:r>
              <a:rPr dirty="0" err="1"/>
              <a:t>lặng</a:t>
            </a:r>
            <a:endParaRPr dirty="0"/>
          </a:p>
        </p:txBody>
      </p:sp>
      <p:sp>
        <p:nvSpPr>
          <p:cNvPr id="589" name="Rectangle: Rounded Corners 588">
            <a:extLst>
              <a:ext uri="{FF2B5EF4-FFF2-40B4-BE49-F238E27FC236}">
                <a16:creationId xmlns:a16="http://schemas.microsoft.com/office/drawing/2014/main" id="{F6C1B201-8594-4D2B-9477-1BC5433E99A5}"/>
              </a:ext>
            </a:extLst>
          </p:cNvPr>
          <p:cNvSpPr>
            <a:spLocks noGrp="1"/>
          </p:cNvSpPr>
          <p:nvPr/>
        </p:nvSpPr>
        <p:spPr>
          <a:xfrm>
            <a:off x="3667125" y="3520741"/>
            <a:ext cx="1952625" cy="819150"/>
          </a:xfrm>
          <a:prstGeom prst="roundRect">
            <a:avLst>
              <a:gd name="adj" fmla="val 9302"/>
            </a:avLst>
          </a:prstGeom>
          <a:solidFill>
            <a:srgbClr val="F7EDC8"/>
          </a:solidFill>
          <a:ln w="13335">
            <a:solidFill>
              <a:srgbClr val="6C766B"/>
            </a:solidFill>
            <a:prstDash val="solid"/>
          </a:ln>
        </p:spPr>
        <p:txBody>
          <a:bodyPr lIns="85725" tIns="76200" rIns="85725" bIns="76200" anchor="ctr">
            <a:normAutofit/>
          </a:bodyPr>
          <a:lstStyle/>
          <a:p>
            <a:pPr algn="ctr">
              <a:lnSpc>
                <a:spcPct val="150000"/>
              </a:lnSpc>
              <a:buNone/>
              <a:defRPr sz="900" b="1">
                <a:solidFill>
                  <a:srgbClr val="111410"/>
                </a:solidFill>
                <a:latin typeface="Montserrat"/>
                <a:ea typeface="Montserrat"/>
                <a:cs typeface="Montserrat"/>
              </a:defRPr>
            </a:pPr>
            <a:r>
              <a:rPr dirty="0" err="1"/>
              <a:t>SenseVoice</a:t>
            </a:r>
            <a:r>
              <a:rPr dirty="0"/>
              <a:t> (Observation only)</a:t>
            </a:r>
          </a:p>
          <a:p>
            <a:pPr algn="ctr">
              <a:lnSpc>
                <a:spcPct val="150000"/>
              </a:lnSpc>
              <a:defRPr sz="800">
                <a:solidFill>
                  <a:srgbClr val="526052"/>
                </a:solidFill>
                <a:latin typeface="Montserrat"/>
              </a:defRPr>
            </a:pPr>
            <a:r>
              <a:rPr lang="vi-VN" dirty="0"/>
              <a:t>LID/SER/AED</a:t>
            </a:r>
          </a:p>
        </p:txBody>
      </p:sp>
      <p:sp>
        <p:nvSpPr>
          <p:cNvPr id="590" name="Rectangle: Rounded Corners 589">
            <a:extLst>
              <a:ext uri="{FF2B5EF4-FFF2-40B4-BE49-F238E27FC236}">
                <a16:creationId xmlns:a16="http://schemas.microsoft.com/office/drawing/2014/main" id="{571EC328-8BEE-44C7-9B79-28262EED6B7D}"/>
              </a:ext>
            </a:extLst>
          </p:cNvPr>
          <p:cNvSpPr>
            <a:spLocks noGrp="1"/>
          </p:cNvSpPr>
          <p:nvPr/>
        </p:nvSpPr>
        <p:spPr>
          <a:xfrm>
            <a:off x="6477000" y="3520741"/>
            <a:ext cx="1809750" cy="819150"/>
          </a:xfrm>
          <a:prstGeom prst="roundRect">
            <a:avLst>
              <a:gd name="adj" fmla="val 9302"/>
            </a:avLst>
          </a:prstGeom>
          <a:solidFill>
            <a:srgbClr val="F4F7F1"/>
          </a:solidFill>
          <a:ln w="13335">
            <a:solidFill>
              <a:srgbClr val="4B8D17"/>
            </a:solidFill>
            <a:prstDash val="solid"/>
          </a:ln>
        </p:spPr>
        <p:txBody>
          <a:bodyPr lIns="85725" tIns="76200" rIns="85725" bIns="76200" anchor="ctr">
            <a:normAutofit/>
          </a:bodyPr>
          <a:lstStyle/>
          <a:p>
            <a:pPr algn="ctr">
              <a:lnSpc>
                <a:spcPct val="150000"/>
              </a:lnSpc>
              <a:buNone/>
              <a:defRPr sz="950" b="1">
                <a:solidFill>
                  <a:srgbClr val="111410"/>
                </a:solidFill>
                <a:latin typeface="Montserrat"/>
                <a:ea typeface="Montserrat"/>
                <a:cs typeface="Montserrat"/>
              </a:defRPr>
            </a:pPr>
            <a:r>
              <a:rPr dirty="0" err="1"/>
              <a:t>Đánh</a:t>
            </a:r>
            <a:r>
              <a:rPr dirty="0"/>
              <a:t> </a:t>
            </a:r>
            <a:r>
              <a:rPr dirty="0" err="1"/>
              <a:t>giá</a:t>
            </a:r>
            <a:r>
              <a:rPr dirty="0"/>
              <a:t> </a:t>
            </a:r>
            <a:r>
              <a:rPr dirty="0" err="1"/>
              <a:t>phong</a:t>
            </a:r>
            <a:r>
              <a:rPr dirty="0"/>
              <a:t> </a:t>
            </a:r>
            <a:r>
              <a:rPr dirty="0" err="1"/>
              <a:t>thái</a:t>
            </a:r>
            <a:endParaRPr dirty="0"/>
          </a:p>
          <a:p>
            <a:pPr algn="ctr">
              <a:lnSpc>
                <a:spcPct val="150000"/>
              </a:lnSpc>
              <a:defRPr sz="800">
                <a:solidFill>
                  <a:srgbClr val="4B8D17"/>
                </a:solidFill>
                <a:latin typeface="Montserrat"/>
              </a:defRPr>
            </a:pPr>
            <a:r>
              <a:rPr dirty="0" err="1"/>
              <a:t>Mức</a:t>
            </a:r>
            <a:r>
              <a:rPr dirty="0"/>
              <a:t> </a:t>
            </a:r>
            <a:r>
              <a:rPr dirty="0" err="1"/>
              <a:t>độ</a:t>
            </a:r>
            <a:r>
              <a:rPr dirty="0"/>
              <a:t> </a:t>
            </a:r>
            <a:r>
              <a:rPr dirty="0" err="1"/>
              <a:t>tự</a:t>
            </a:r>
            <a:r>
              <a:rPr dirty="0"/>
              <a:t> tin, </a:t>
            </a:r>
            <a:r>
              <a:rPr dirty="0" err="1"/>
              <a:t>lưu</a:t>
            </a:r>
            <a:r>
              <a:rPr dirty="0"/>
              <a:t> </a:t>
            </a:r>
            <a:r>
              <a:rPr dirty="0" err="1"/>
              <a:t>loát</a:t>
            </a:r>
            <a:r>
              <a:rPr dirty="0"/>
              <a:t>, </a:t>
            </a:r>
            <a:r>
              <a:rPr dirty="0" err="1"/>
              <a:t>nhịp</a:t>
            </a:r>
            <a:r>
              <a:rPr dirty="0"/>
              <a:t> </a:t>
            </a:r>
            <a:r>
              <a:rPr dirty="0" err="1"/>
              <a:t>điệu</a:t>
            </a:r>
            <a:r>
              <a:rPr dirty="0"/>
              <a:t> </a:t>
            </a:r>
            <a:r>
              <a:rPr dirty="0" err="1"/>
              <a:t>diễn</a:t>
            </a:r>
            <a:r>
              <a:rPr dirty="0"/>
              <a:t> </a:t>
            </a:r>
            <a:r>
              <a:rPr dirty="0" err="1"/>
              <a:t>đạt</a:t>
            </a:r>
            <a:r>
              <a:rPr dirty="0"/>
              <a:t> </a:t>
            </a:r>
            <a:r>
              <a:rPr dirty="0" err="1"/>
              <a:t>hỗ</a:t>
            </a:r>
            <a:r>
              <a:rPr dirty="0"/>
              <a:t> </a:t>
            </a:r>
            <a:r>
              <a:rPr dirty="0" err="1"/>
              <a:t>trợ</a:t>
            </a:r>
            <a:r>
              <a:rPr dirty="0"/>
              <a:t> coaching</a:t>
            </a:r>
          </a:p>
        </p:txBody>
      </p:sp>
      <p:cxnSp>
        <p:nvCxnSpPr>
          <p:cNvPr id="693" name="Straight Arrow Connector 624"/>
          <p:cNvCxnSpPr>
            <a:stCxn id="585" idx="3"/>
            <a:endCxn id="586" idx="1"/>
          </p:cNvCxnSpPr>
          <p:nvPr/>
        </p:nvCxnSpPr>
        <p:spPr>
          <a:xfrm>
            <a:off x="2809875" y="2425366"/>
            <a:ext cx="857250" cy="0"/>
          </a:xfrm>
          <a:prstGeom prst="straightConnector1">
            <a:avLst/>
          </a:prstGeom>
          <a:ln w="19050">
            <a:solidFill>
              <a:srgbClr val="4B8D17"/>
            </a:solidFill>
            <a:prstDash val="solid"/>
            <a:tailEnd type="triangle" w="sm" len="sm"/>
          </a:ln>
        </p:spPr>
      </p:cxnSp>
      <p:cxnSp>
        <p:nvCxnSpPr>
          <p:cNvPr id="694" name="Straight Arrow Connector 625"/>
          <p:cNvCxnSpPr>
            <a:stCxn id="586" idx="3"/>
            <a:endCxn id="587" idx="1"/>
          </p:cNvCxnSpPr>
          <p:nvPr/>
        </p:nvCxnSpPr>
        <p:spPr>
          <a:xfrm>
            <a:off x="5619750" y="2425366"/>
            <a:ext cx="857250" cy="0"/>
          </a:xfrm>
          <a:prstGeom prst="straightConnector1">
            <a:avLst/>
          </a:prstGeom>
          <a:ln w="19050">
            <a:solidFill>
              <a:srgbClr val="4B8D17"/>
            </a:solidFill>
            <a:prstDash val="solid"/>
            <a:tailEnd type="triangle" w="sm" len="sm"/>
          </a:ln>
        </p:spPr>
      </p:cxnSp>
      <p:cxnSp>
        <p:nvCxnSpPr>
          <p:cNvPr id="695" name="Straight Arrow Connector 626"/>
          <p:cNvCxnSpPr>
            <a:stCxn id="585" idx="2"/>
            <a:endCxn id="588" idx="0"/>
          </p:cNvCxnSpPr>
          <p:nvPr/>
        </p:nvCxnSpPr>
        <p:spPr>
          <a:xfrm>
            <a:off x="2809875" y="3930316"/>
            <a:ext cx="857250" cy="0"/>
          </a:xfrm>
          <a:prstGeom prst="straightConnector1">
            <a:avLst/>
          </a:prstGeom>
          <a:ln w="16193">
            <a:solidFill>
              <a:srgbClr val="4B8D17"/>
            </a:solidFill>
            <a:prstDash val="dash"/>
            <a:tailEnd type="triangle" w="sm" len="sm"/>
          </a:ln>
        </p:spPr>
      </p:cxnSp>
      <p:cxnSp>
        <p:nvCxnSpPr>
          <p:cNvPr id="696" name="Straight Arrow Connector 627"/>
          <p:cNvCxnSpPr>
            <a:stCxn id="586" idx="2"/>
            <a:endCxn id="589" idx="0"/>
          </p:cNvCxnSpPr>
          <p:nvPr/>
        </p:nvCxnSpPr>
        <p:spPr>
          <a:xfrm>
            <a:off x="4643438" y="2853991"/>
            <a:ext cx="0" cy="0"/>
          </a:xfrm>
          <a:prstGeom prst="straightConnector1">
            <a:avLst/>
          </a:prstGeom>
          <a:ln w="16193">
            <a:solidFill>
              <a:srgbClr val="4B8D17"/>
            </a:solidFill>
            <a:prstDash val="dash"/>
            <a:tailEnd type="triangle" w="sm" len="sm"/>
          </a:ln>
        </p:spPr>
      </p:cxnSp>
      <p:cxnSp>
        <p:nvCxnSpPr>
          <p:cNvPr id="697" name="Straight Arrow Connector 628"/>
          <p:cNvCxnSpPr>
            <a:stCxn id="589" idx="3"/>
            <a:endCxn id="590" idx="1"/>
          </p:cNvCxnSpPr>
          <p:nvPr/>
        </p:nvCxnSpPr>
        <p:spPr>
          <a:xfrm>
            <a:off x="5619750" y="3930316"/>
            <a:ext cx="857250" cy="0"/>
          </a:xfrm>
          <a:prstGeom prst="straightConnector1">
            <a:avLst/>
          </a:prstGeom>
          <a:ln w="16193">
            <a:solidFill>
              <a:srgbClr val="4B8D17"/>
            </a:solidFill>
            <a:prstDash val="dash"/>
            <a:tailEnd type="triangle" w="sm" len="sm"/>
          </a:ln>
        </p:spPr>
      </p:cxnSp>
      <p:sp>
        <p:nvSpPr>
          <p:cNvPr id="698" name="TextBox 697"/>
          <p:cNvSpPr txBox="1"/>
          <p:nvPr/>
        </p:nvSpPr>
        <p:spPr>
          <a:xfrm>
            <a:off x="713225" y="200000"/>
            <a:ext cx="1200000" cy="260000"/>
          </a:xfrm>
          <a:prstGeom prst="rect">
            <a:avLst/>
          </a:prstGeom>
          <a:noFill/>
        </p:spPr>
        <p:txBody>
          <a:bodyPr wrap="none" lIns="0" tIns="0">
            <a:spAutoFit/>
          </a:bodyPr>
          <a:lstStyle/>
          <a:p>
            <a:pPr>
              <a:defRPr sz="1100" b="1">
                <a:solidFill>
                  <a:srgbClr val="4B8D17"/>
                </a:solidFill>
                <a:latin typeface="Montserrat"/>
              </a:defRPr>
            </a:pPr>
            <a:r>
              <a:t>#03</a:t>
            </a:r>
          </a:p>
        </p:txBody>
      </p:sp>
    </p:spTree>
    <p:extLst>
      <p:ext uri="{BB962C8B-B14F-4D97-AF65-F5344CB8AC3E}">
        <p14:creationId xmlns:p14="http://schemas.microsoft.com/office/powerpoint/2010/main" val="139882735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E8F3E5"/>
        </a:solidFill>
        <a:effectLst/>
      </p:bgPr>
    </p:bg>
    <p:spTree>
      <p:nvGrpSpPr>
        <p:cNvPr id="1" name=""/>
        <p:cNvGrpSpPr/>
        <p:nvPr/>
      </p:nvGrpSpPr>
      <p:grpSpPr>
        <a:xfrm>
          <a:off x="0" y="0"/>
          <a:ext cx="0" cy="0"/>
          <a:chOff x="0" y="0"/>
          <a:chExt cx="0" cy="0"/>
        </a:xfrm>
      </p:grpSpPr>
      <p:sp>
        <p:nvSpPr>
          <p:cNvPr id="565" name="Google Shape;565;p68">
            <a:extLst>
              <a:ext uri="{FF2B5EF4-FFF2-40B4-BE49-F238E27FC236}">
                <a16:creationId xmlns:a16="http://schemas.microsoft.com/office/drawing/2014/main" id="{D6AECE86-407B-4B35-BF6B-E9F557DFF72F}"/>
              </a:ext>
            </a:extLst>
          </p:cNvPr>
          <p:cNvSpPr>
            <a:spLocks noGrp="1"/>
          </p:cNvSpPr>
          <p:nvPr>
            <p:ph type="title"/>
          </p:nvPr>
        </p:nvSpPr>
        <p:spPr>
          <a:xfrm>
            <a:off x="3742850" y="1721761"/>
            <a:ext cx="4545000" cy="1291200"/>
          </a:xfrm>
          <a:prstGeom prst="rect">
            <a:avLst/>
          </a:prstGeom>
        </p:spPr>
        <p:txBody>
          <a:bodyPr spcFirstLastPara="1" wrap="square" lIns="91425" tIns="91425" rIns="91425" bIns="91425" anchor="t">
            <a:noAutofit/>
          </a:bodyPr>
          <a:lstStyle/>
          <a:p>
            <a:pPr marL="0" lvl="0" indent="0" algn="l">
              <a:spcBef>
                <a:spcPts val="0"/>
              </a:spcBef>
              <a:spcAft>
                <a:spcPts val="0"/>
              </a:spcAft>
              <a:buNone/>
              <a:defRPr sz="1800" b="1">
                <a:solidFill>
                  <a:srgbClr val="111410"/>
                </a:solidFill>
                <a:latin typeface="Cambria"/>
                <a:ea typeface="Cambria"/>
                <a:cs typeface="Cambria"/>
              </a:defRPr>
            </a:pPr>
            <a:r>
              <a:rPr sz="1800" b="1">
                <a:solidFill>
                  <a:srgbClr val="111410"/>
                </a:solidFill>
                <a:latin typeface="Cambria"/>
                <a:ea typeface="Cambria"/>
                <a:cs typeface="Cambria"/>
              </a:rPr>
              <a:t>An toàn, quan sát và khả năng phục hồi</a:t>
            </a:r>
            <a:endParaRPr/>
          </a:p>
        </p:txBody>
      </p:sp>
      <p:sp>
        <p:nvSpPr>
          <p:cNvPr id="566" name="Google Shape;566;p68">
            <a:extLst>
              <a:ext uri="{FF2B5EF4-FFF2-40B4-BE49-F238E27FC236}">
                <a16:creationId xmlns:a16="http://schemas.microsoft.com/office/drawing/2014/main" id="{2D4FB31B-B496-43C9-AACA-9464B940E472}"/>
              </a:ext>
            </a:extLst>
          </p:cNvPr>
          <p:cNvSpPr>
            <a:spLocks noGrp="1"/>
          </p:cNvSpPr>
          <p:nvPr>
            <p:ph type="subTitle" idx="1"/>
          </p:nvPr>
        </p:nvSpPr>
        <p:spPr>
          <a:xfrm>
            <a:off x="3742850" y="2310449"/>
            <a:ext cx="4545000" cy="554400"/>
          </a:xfrm>
          <a:prstGeom prst="rect">
            <a:avLst/>
          </a:prstGeom>
        </p:spPr>
        <p:txBody>
          <a:bodyPr spcFirstLastPara="1" wrap="square" lIns="91425" tIns="91425" rIns="91425" bIns="91425" anchor="t">
            <a:noAutofit/>
          </a:bodyPr>
          <a:lstStyle/>
          <a:p>
            <a:pPr marL="0" lvl="0" indent="0" algn="l">
              <a:spcBef>
                <a:spcPts val="0"/>
              </a:spcBef>
              <a:spcAft>
                <a:spcPts val="0"/>
              </a:spcAft>
              <a:buNone/>
              <a:defRPr sz="1050" b="0">
                <a:solidFill>
                  <a:srgbClr val="526052"/>
                </a:solidFill>
                <a:latin typeface="Montserrat"/>
                <a:ea typeface="Montserrat"/>
                <a:cs typeface="Montserrat"/>
              </a:defRPr>
            </a:pPr>
            <a:r>
              <a:rPr sz="1050" b="0">
                <a:solidFill>
                  <a:srgbClr val="526052"/>
                </a:solidFill>
                <a:latin typeface="Montserrat"/>
                <a:ea typeface="Montserrat"/>
                <a:cs typeface="Montserrat"/>
              </a:rPr>
              <a:t>Auth/RBAC • schema • timeout/retry • audit/usage • health • graceful fallback</a:t>
            </a:r>
            <a:endParaRPr/>
          </a:p>
        </p:txBody>
      </p:sp>
      <p:sp>
        <p:nvSpPr>
          <p:cNvPr id="567" name="Rectangle: Rounded Corners 566">
            <a:extLst>
              <a:ext uri="{FF2B5EF4-FFF2-40B4-BE49-F238E27FC236}">
                <a16:creationId xmlns:a16="http://schemas.microsoft.com/office/drawing/2014/main" id="{18825A89-FF22-461F-BFE2-2B6570316CD2}"/>
              </a:ext>
            </a:extLst>
          </p:cNvPr>
          <p:cNvSpPr>
            <a:spLocks noGrp="1"/>
          </p:cNvSpPr>
          <p:nvPr/>
        </p:nvSpPr>
        <p:spPr>
          <a:xfrm>
            <a:off x="857250" y="1154244"/>
            <a:ext cx="2381250" cy="457200"/>
          </a:xfrm>
          <a:prstGeom prst="roundRect">
            <a:avLst>
              <a:gd name="adj" fmla="val 16667"/>
            </a:avLst>
          </a:prstGeom>
          <a:solidFill>
            <a:srgbClr val="D7E7F1"/>
          </a:solidFill>
          <a:ln w="13335">
            <a:solidFill>
              <a:srgbClr val="6C766B"/>
            </a:solidFill>
            <a:prstDash val="solid"/>
          </a:ln>
        </p:spPr>
        <p:txBody>
          <a:bodyPr lIns="76200" tIns="66675" rIns="76200" bIns="66675" anchor="ctr">
            <a:normAutofit/>
          </a:bodyPr>
          <a:lstStyle/>
          <a:p>
            <a:pPr algn="ctr">
              <a:buNone/>
              <a:defRPr sz="1050" b="1">
                <a:solidFill>
                  <a:srgbClr val="111410"/>
                </a:solidFill>
                <a:latin typeface="Montserrat"/>
                <a:ea typeface="Montserrat"/>
                <a:cs typeface="Montserrat"/>
              </a:defRPr>
            </a:pPr>
            <a:r>
              <a:rPr sz="1050" b="1">
                <a:solidFill>
                  <a:srgbClr val="111410"/>
                </a:solidFill>
                <a:latin typeface="Montserrat"/>
                <a:ea typeface="Montserrat"/>
                <a:cs typeface="Montserrat"/>
              </a:rPr>
              <a:t>Auth + RBAC</a:t>
            </a:r>
          </a:p>
        </p:txBody>
      </p:sp>
      <p:sp>
        <p:nvSpPr>
          <p:cNvPr id="568" name="Rectangle: Rounded Corners 567">
            <a:extLst>
              <a:ext uri="{FF2B5EF4-FFF2-40B4-BE49-F238E27FC236}">
                <a16:creationId xmlns:a16="http://schemas.microsoft.com/office/drawing/2014/main" id="{B69E1354-6746-4623-8497-A564C0AD0FE4}"/>
              </a:ext>
            </a:extLst>
          </p:cNvPr>
          <p:cNvSpPr>
            <a:spLocks noGrp="1"/>
          </p:cNvSpPr>
          <p:nvPr/>
        </p:nvSpPr>
        <p:spPr>
          <a:xfrm>
            <a:off x="1000125" y="1773369"/>
            <a:ext cx="2095500" cy="457200"/>
          </a:xfrm>
          <a:prstGeom prst="roundRect">
            <a:avLst>
              <a:gd name="adj" fmla="val 16667"/>
            </a:avLst>
          </a:prstGeom>
          <a:solidFill>
            <a:srgbClr val="F4F7F1"/>
          </a:solidFill>
          <a:ln w="13335">
            <a:solidFill>
              <a:srgbClr val="6C766B"/>
            </a:solidFill>
            <a:prstDash val="solid"/>
          </a:ln>
        </p:spPr>
        <p:txBody>
          <a:bodyPr lIns="76200" tIns="66675" rIns="76200" bIns="66675" anchor="ctr">
            <a:normAutofit/>
          </a:bodyPr>
          <a:lstStyle/>
          <a:p>
            <a:pPr algn="ctr">
              <a:buNone/>
              <a:defRPr sz="1050" b="1">
                <a:solidFill>
                  <a:srgbClr val="111410"/>
                </a:solidFill>
                <a:latin typeface="Montserrat"/>
                <a:ea typeface="Montserrat"/>
                <a:cs typeface="Montserrat"/>
              </a:defRPr>
            </a:pPr>
            <a:r>
              <a:rPr sz="1050" b="1">
                <a:solidFill>
                  <a:srgbClr val="111410"/>
                </a:solidFill>
                <a:latin typeface="Montserrat"/>
                <a:ea typeface="Montserrat"/>
                <a:cs typeface="Montserrat"/>
              </a:rPr>
              <a:t>Schema validation</a:t>
            </a:r>
          </a:p>
        </p:txBody>
      </p:sp>
      <p:sp>
        <p:nvSpPr>
          <p:cNvPr id="569" name="Rectangle: Rounded Corners 568">
            <a:extLst>
              <a:ext uri="{FF2B5EF4-FFF2-40B4-BE49-F238E27FC236}">
                <a16:creationId xmlns:a16="http://schemas.microsoft.com/office/drawing/2014/main" id="{983D33B3-280A-4E85-8A10-CFFFF4952FCC}"/>
              </a:ext>
            </a:extLst>
          </p:cNvPr>
          <p:cNvSpPr>
            <a:spLocks noGrp="1"/>
          </p:cNvSpPr>
          <p:nvPr/>
        </p:nvSpPr>
        <p:spPr>
          <a:xfrm>
            <a:off x="1143000" y="2392494"/>
            <a:ext cx="1809750" cy="457200"/>
          </a:xfrm>
          <a:prstGeom prst="roundRect">
            <a:avLst>
              <a:gd name="adj" fmla="val 16667"/>
            </a:avLst>
          </a:prstGeom>
          <a:solidFill>
            <a:srgbClr val="F7EDC8"/>
          </a:solidFill>
          <a:ln w="13335">
            <a:solidFill>
              <a:srgbClr val="6C766B"/>
            </a:solidFill>
            <a:prstDash val="solid"/>
          </a:ln>
        </p:spPr>
        <p:txBody>
          <a:bodyPr lIns="76200" tIns="66675" rIns="76200" bIns="66675" anchor="ctr">
            <a:normAutofit/>
          </a:bodyPr>
          <a:lstStyle/>
          <a:p>
            <a:pPr algn="ctr">
              <a:buNone/>
              <a:defRPr sz="825" b="1">
                <a:solidFill>
                  <a:srgbClr val="111410"/>
                </a:solidFill>
                <a:latin typeface="Montserrat"/>
                <a:ea typeface="Montserrat"/>
                <a:cs typeface="Montserrat"/>
              </a:defRPr>
            </a:pPr>
            <a:r>
              <a:rPr sz="825" b="1">
                <a:solidFill>
                  <a:srgbClr val="111410"/>
                </a:solidFill>
                <a:latin typeface="Montserrat"/>
                <a:ea typeface="Montserrat"/>
                <a:cs typeface="Montserrat"/>
              </a:rPr>
              <a:t>Timeout • retry • circuit breaker</a:t>
            </a:r>
          </a:p>
        </p:txBody>
      </p:sp>
      <p:sp>
        <p:nvSpPr>
          <p:cNvPr id="570" name="Rectangle: Rounded Corners 569">
            <a:extLst>
              <a:ext uri="{FF2B5EF4-FFF2-40B4-BE49-F238E27FC236}">
                <a16:creationId xmlns:a16="http://schemas.microsoft.com/office/drawing/2014/main" id="{AE0DBA71-4664-4DD3-B892-BA9D7467A138}"/>
              </a:ext>
            </a:extLst>
          </p:cNvPr>
          <p:cNvSpPr>
            <a:spLocks noGrp="1"/>
          </p:cNvSpPr>
          <p:nvPr/>
        </p:nvSpPr>
        <p:spPr>
          <a:xfrm>
            <a:off x="1285875" y="3011619"/>
            <a:ext cx="1524000" cy="457200"/>
          </a:xfrm>
          <a:prstGeom prst="roundRect">
            <a:avLst>
              <a:gd name="adj" fmla="val 16667"/>
            </a:avLst>
          </a:prstGeom>
          <a:solidFill>
            <a:srgbClr val="E4D9EE"/>
          </a:solidFill>
          <a:ln w="13335">
            <a:solidFill>
              <a:srgbClr val="6C766B"/>
            </a:solidFill>
            <a:prstDash val="solid"/>
          </a:ln>
        </p:spPr>
        <p:txBody>
          <a:bodyPr lIns="76200" tIns="66675" rIns="76200" bIns="66675" anchor="ctr">
            <a:normAutofit/>
          </a:bodyPr>
          <a:lstStyle/>
          <a:p>
            <a:pPr algn="ctr">
              <a:buNone/>
              <a:defRPr sz="825" b="1">
                <a:solidFill>
                  <a:srgbClr val="111410"/>
                </a:solidFill>
                <a:latin typeface="Montserrat"/>
                <a:ea typeface="Montserrat"/>
                <a:cs typeface="Montserrat"/>
              </a:defRPr>
            </a:pPr>
            <a:r>
              <a:rPr sz="825" b="1">
                <a:solidFill>
                  <a:srgbClr val="111410"/>
                </a:solidFill>
                <a:latin typeface="Montserrat"/>
                <a:ea typeface="Montserrat"/>
                <a:cs typeface="Montserrat"/>
              </a:rPr>
              <a:t>Audit • usage • health</a:t>
            </a:r>
          </a:p>
        </p:txBody>
      </p:sp>
      <p:sp>
        <p:nvSpPr>
          <p:cNvPr id="571" name="Rectangle: Rounded Corners 570">
            <a:extLst>
              <a:ext uri="{FF2B5EF4-FFF2-40B4-BE49-F238E27FC236}">
                <a16:creationId xmlns:a16="http://schemas.microsoft.com/office/drawing/2014/main" id="{99733D80-0520-4521-A31E-78FA94DA9060}"/>
              </a:ext>
            </a:extLst>
          </p:cNvPr>
          <p:cNvSpPr>
            <a:spLocks noGrp="1"/>
          </p:cNvSpPr>
          <p:nvPr/>
        </p:nvSpPr>
        <p:spPr>
          <a:xfrm>
            <a:off x="1428750" y="3630744"/>
            <a:ext cx="1238250" cy="457200"/>
          </a:xfrm>
          <a:prstGeom prst="roundRect">
            <a:avLst>
              <a:gd name="adj" fmla="val 16667"/>
            </a:avLst>
          </a:prstGeom>
          <a:solidFill>
            <a:srgbClr val="F4D7D3"/>
          </a:solidFill>
          <a:ln w="13335">
            <a:solidFill>
              <a:srgbClr val="6C766B"/>
            </a:solidFill>
            <a:prstDash val="solid"/>
          </a:ln>
        </p:spPr>
        <p:txBody>
          <a:bodyPr lIns="76200" tIns="66675" rIns="76200" bIns="66675" anchor="ctr">
            <a:normAutofit/>
          </a:bodyPr>
          <a:lstStyle/>
          <a:p>
            <a:pPr algn="ctr">
              <a:buNone/>
              <a:defRPr sz="825" b="1">
                <a:solidFill>
                  <a:srgbClr val="111410"/>
                </a:solidFill>
                <a:latin typeface="Montserrat"/>
                <a:ea typeface="Montserrat"/>
                <a:cs typeface="Montserrat"/>
              </a:defRPr>
            </a:pPr>
            <a:r>
              <a:rPr sz="825" b="1">
                <a:solidFill>
                  <a:srgbClr val="111410"/>
                </a:solidFill>
                <a:latin typeface="Montserrat"/>
                <a:ea typeface="Montserrat"/>
                <a:cs typeface="Montserrat"/>
              </a:rPr>
              <a:t>Graceful fallback</a:t>
            </a:r>
          </a:p>
        </p:txBody>
      </p:sp>
      <p:cxnSp>
        <p:nvCxnSpPr>
          <p:cNvPr id="751" name="Straight Arrow Connector 684"/>
          <p:cNvCxnSpPr>
            <a:stCxn id="567" idx="2"/>
            <a:endCxn id="568" idx="0"/>
          </p:cNvCxnSpPr>
          <p:nvPr/>
        </p:nvCxnSpPr>
        <p:spPr>
          <a:xfrm>
            <a:off x="2047875" y="1611444"/>
            <a:ext cx="0" cy="161925"/>
          </a:xfrm>
          <a:prstGeom prst="straightConnector1">
            <a:avLst/>
          </a:prstGeom>
          <a:ln w="17145">
            <a:solidFill>
              <a:srgbClr val="6C766B"/>
            </a:solidFill>
            <a:prstDash val="dash"/>
            <a:tailEnd type="triangle" w="sm" len="sm"/>
          </a:ln>
        </p:spPr>
      </p:cxnSp>
      <p:cxnSp>
        <p:nvCxnSpPr>
          <p:cNvPr id="752" name="Straight Arrow Connector 685"/>
          <p:cNvCxnSpPr>
            <a:stCxn id="568" idx="2"/>
            <a:endCxn id="569" idx="0"/>
          </p:cNvCxnSpPr>
          <p:nvPr/>
        </p:nvCxnSpPr>
        <p:spPr>
          <a:xfrm>
            <a:off x="2047875" y="2230569"/>
            <a:ext cx="0" cy="161925"/>
          </a:xfrm>
          <a:prstGeom prst="straightConnector1">
            <a:avLst/>
          </a:prstGeom>
          <a:ln w="17145">
            <a:solidFill>
              <a:srgbClr val="6C766B"/>
            </a:solidFill>
            <a:prstDash val="dash"/>
            <a:tailEnd type="triangle" w="sm" len="sm"/>
          </a:ln>
        </p:spPr>
      </p:cxnSp>
      <p:cxnSp>
        <p:nvCxnSpPr>
          <p:cNvPr id="753" name="Straight Arrow Connector 686"/>
          <p:cNvCxnSpPr>
            <a:stCxn id="569" idx="2"/>
            <a:endCxn id="570" idx="0"/>
          </p:cNvCxnSpPr>
          <p:nvPr/>
        </p:nvCxnSpPr>
        <p:spPr>
          <a:xfrm>
            <a:off x="2047875" y="2849694"/>
            <a:ext cx="0" cy="161925"/>
          </a:xfrm>
          <a:prstGeom prst="straightConnector1">
            <a:avLst/>
          </a:prstGeom>
          <a:ln w="17145">
            <a:solidFill>
              <a:srgbClr val="6C766B"/>
            </a:solidFill>
            <a:prstDash val="dash"/>
            <a:tailEnd type="triangle" w="sm" len="sm"/>
          </a:ln>
        </p:spPr>
      </p:cxnSp>
      <p:cxnSp>
        <p:nvCxnSpPr>
          <p:cNvPr id="754" name="Straight Arrow Connector 687"/>
          <p:cNvCxnSpPr>
            <a:stCxn id="570" idx="2"/>
            <a:endCxn id="571" idx="0"/>
          </p:cNvCxnSpPr>
          <p:nvPr/>
        </p:nvCxnSpPr>
        <p:spPr>
          <a:xfrm>
            <a:off x="2047875" y="3468819"/>
            <a:ext cx="0" cy="161925"/>
          </a:xfrm>
          <a:prstGeom prst="straightConnector1">
            <a:avLst/>
          </a:prstGeom>
          <a:ln w="17145">
            <a:solidFill>
              <a:srgbClr val="6C766B"/>
            </a:solidFill>
            <a:prstDash val="dash"/>
            <a:tailEnd type="triangle" w="sm" len="sm"/>
          </a:ln>
        </p:spPr>
      </p:cxnSp>
      <p:sp>
        <p:nvSpPr>
          <p:cNvPr id="598" name="Rectangle: Rounded Corners 597">
            <a:extLst>
              <a:ext uri="{FF2B5EF4-FFF2-40B4-BE49-F238E27FC236}">
                <a16:creationId xmlns:a16="http://schemas.microsoft.com/office/drawing/2014/main" id="{2FFD94D1-33A8-4B1E-8ECE-1CC5C140F4D1}"/>
              </a:ext>
            </a:extLst>
          </p:cNvPr>
          <p:cNvSpPr>
            <a:spLocks noGrp="1"/>
          </p:cNvSpPr>
          <p:nvPr/>
        </p:nvSpPr>
        <p:spPr>
          <a:xfrm>
            <a:off x="3762375" y="3128855"/>
            <a:ext cx="1333500" cy="400050"/>
          </a:xfrm>
          <a:prstGeom prst="roundRect">
            <a:avLst>
              <a:gd name="adj" fmla="val 50000"/>
            </a:avLst>
          </a:prstGeom>
          <a:solidFill>
            <a:srgbClr val="DFF0D6"/>
          </a:solidFill>
          <a:ln w="12383">
            <a:solidFill>
              <a:srgbClr val="4B8D17"/>
            </a:solidFill>
            <a:prstDash val="solid"/>
          </a:ln>
        </p:spPr>
        <p:txBody>
          <a:bodyPr lIns="66675" tIns="47625" rIns="66675" bIns="47625" anchor="ctr">
            <a:normAutofit/>
          </a:bodyPr>
          <a:lstStyle/>
          <a:p>
            <a:pPr algn="ctr">
              <a:buNone/>
              <a:defRPr sz="863" b="1">
                <a:solidFill>
                  <a:srgbClr val="4B8D17"/>
                </a:solidFill>
                <a:latin typeface="Montserrat"/>
                <a:ea typeface="Montserrat"/>
                <a:cs typeface="Montserrat"/>
              </a:defRPr>
            </a:pPr>
            <a:r>
              <a:rPr sz="863" b="1">
                <a:solidFill>
                  <a:srgbClr val="4B8D17"/>
                </a:solidFill>
                <a:latin typeface="Montserrat"/>
                <a:ea typeface="Montserrat"/>
                <a:cs typeface="Montserrat"/>
              </a:rPr>
              <a:t>Đúng quyền</a:t>
            </a:r>
          </a:p>
        </p:txBody>
      </p:sp>
      <p:sp>
        <p:nvSpPr>
          <p:cNvPr id="599" name="Rectangle: Rounded Corners 598">
            <a:extLst>
              <a:ext uri="{FF2B5EF4-FFF2-40B4-BE49-F238E27FC236}">
                <a16:creationId xmlns:a16="http://schemas.microsoft.com/office/drawing/2014/main" id="{2C8DC7B9-BC96-4A5E-9BB4-D8C8A8AB8A5F}"/>
              </a:ext>
            </a:extLst>
          </p:cNvPr>
          <p:cNvSpPr>
            <a:spLocks noGrp="1"/>
          </p:cNvSpPr>
          <p:nvPr/>
        </p:nvSpPr>
        <p:spPr>
          <a:xfrm>
            <a:off x="5238750" y="3128855"/>
            <a:ext cx="1333500" cy="400050"/>
          </a:xfrm>
          <a:prstGeom prst="roundRect">
            <a:avLst>
              <a:gd name="adj" fmla="val 50000"/>
            </a:avLst>
          </a:prstGeom>
          <a:solidFill>
            <a:srgbClr val="F7EDC8"/>
          </a:solidFill>
          <a:ln w="12383">
            <a:solidFill>
              <a:srgbClr val="4B8D17"/>
            </a:solidFill>
            <a:prstDash val="solid"/>
          </a:ln>
        </p:spPr>
        <p:txBody>
          <a:bodyPr lIns="66675" tIns="47625" rIns="66675" bIns="47625" anchor="ctr">
            <a:normAutofit fontScale="91916"/>
          </a:bodyPr>
          <a:lstStyle/>
          <a:p>
            <a:pPr algn="ctr">
              <a:buNone/>
              <a:defRPr sz="863" b="1">
                <a:solidFill>
                  <a:srgbClr val="4B8D17"/>
                </a:solidFill>
                <a:latin typeface="Montserrat"/>
                <a:ea typeface="Montserrat"/>
                <a:cs typeface="Montserrat"/>
              </a:defRPr>
            </a:pPr>
            <a:r>
              <a:rPr sz="863" b="1">
                <a:solidFill>
                  <a:srgbClr val="4B8D17"/>
                </a:solidFill>
                <a:latin typeface="Montserrat"/>
                <a:ea typeface="Montserrat"/>
                <a:cs typeface="Montserrat"/>
              </a:rPr>
              <a:t>Có đường phục hồi</a:t>
            </a:r>
          </a:p>
        </p:txBody>
      </p:sp>
      <p:sp>
        <p:nvSpPr>
          <p:cNvPr id="600" name="Rectangle: Rounded Corners 599">
            <a:extLst>
              <a:ext uri="{FF2B5EF4-FFF2-40B4-BE49-F238E27FC236}">
                <a16:creationId xmlns:a16="http://schemas.microsoft.com/office/drawing/2014/main" id="{A6CCDDC2-7E4F-4226-94B8-451741601805}"/>
              </a:ext>
            </a:extLst>
          </p:cNvPr>
          <p:cNvSpPr>
            <a:spLocks noGrp="1"/>
          </p:cNvSpPr>
          <p:nvPr/>
        </p:nvSpPr>
        <p:spPr>
          <a:xfrm>
            <a:off x="6715125" y="3128855"/>
            <a:ext cx="1333500" cy="400050"/>
          </a:xfrm>
          <a:prstGeom prst="roundRect">
            <a:avLst>
              <a:gd name="adj" fmla="val 50000"/>
            </a:avLst>
          </a:prstGeom>
          <a:solidFill>
            <a:srgbClr val="DFF0D6"/>
          </a:solidFill>
          <a:ln w="12383">
            <a:solidFill>
              <a:srgbClr val="4B8D17"/>
            </a:solidFill>
            <a:prstDash val="solid"/>
          </a:ln>
        </p:spPr>
        <p:txBody>
          <a:bodyPr lIns="66675" tIns="47625" rIns="66675" bIns="47625" anchor="ctr">
            <a:normAutofit/>
          </a:bodyPr>
          <a:lstStyle/>
          <a:p>
            <a:pPr algn="ctr">
              <a:buNone/>
              <a:defRPr sz="863" b="1">
                <a:solidFill>
                  <a:srgbClr val="4B8D17"/>
                </a:solidFill>
                <a:latin typeface="Montserrat"/>
                <a:ea typeface="Montserrat"/>
                <a:cs typeface="Montserrat"/>
              </a:defRPr>
            </a:pPr>
            <a:r>
              <a:rPr sz="863" b="1">
                <a:solidFill>
                  <a:srgbClr val="4B8D17"/>
                </a:solidFill>
                <a:latin typeface="Montserrat"/>
                <a:ea typeface="Montserrat"/>
                <a:cs typeface="Montserrat"/>
              </a:rPr>
              <a:t>Đủ dấu vết audit</a:t>
            </a:r>
          </a:p>
        </p:txBody>
      </p:sp>
      <p:sp>
        <p:nvSpPr>
          <p:cNvPr id="755" name="TextBox 754"/>
          <p:cNvSpPr txBox="1"/>
          <p:nvPr/>
        </p:nvSpPr>
        <p:spPr>
          <a:xfrm>
            <a:off x="713225" y="200000"/>
            <a:ext cx="1200000" cy="260000"/>
          </a:xfrm>
          <a:prstGeom prst="rect">
            <a:avLst/>
          </a:prstGeom>
          <a:noFill/>
        </p:spPr>
        <p:txBody>
          <a:bodyPr wrap="none" lIns="0" tIns="0">
            <a:spAutoFit/>
          </a:bodyPr>
          <a:lstStyle/>
          <a:p>
            <a:pPr>
              <a:defRPr sz="1100" b="1">
                <a:solidFill>
                  <a:srgbClr val="4B8D17"/>
                </a:solidFill>
                <a:latin typeface="Montserrat"/>
              </a:defRPr>
            </a:pPr>
            <a:r>
              <a:t>#03</a:t>
            </a:r>
          </a:p>
        </p:txBody>
      </p:sp>
    </p:spTree>
    <p:extLst>
      <p:ext uri="{BB962C8B-B14F-4D97-AF65-F5344CB8AC3E}">
        <p14:creationId xmlns:p14="http://schemas.microsoft.com/office/powerpoint/2010/main" val="114344512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E8F3E5"/>
        </a:solidFill>
        <a:effectLst/>
      </p:bgPr>
    </p:bg>
    <p:spTree>
      <p:nvGrpSpPr>
        <p:cNvPr id="1" name=""/>
        <p:cNvGrpSpPr/>
        <p:nvPr/>
      </p:nvGrpSpPr>
      <p:grpSpPr>
        <a:xfrm>
          <a:off x="0" y="0"/>
          <a:ext cx="0" cy="0"/>
          <a:chOff x="0" y="0"/>
          <a:chExt cx="0" cy="0"/>
        </a:xfrm>
      </p:grpSpPr>
      <p:sp>
        <p:nvSpPr>
          <p:cNvPr id="547" name="Google Shape;547;p65">
            <a:extLst>
              <a:ext uri="{FF2B5EF4-FFF2-40B4-BE49-F238E27FC236}">
                <a16:creationId xmlns:a16="http://schemas.microsoft.com/office/drawing/2014/main" id="{0748C4F2-D567-4A7D-9951-FA8A585658EB}"/>
              </a:ext>
            </a:extLst>
          </p:cNvPr>
          <p:cNvSpPr>
            <a:spLocks noGrp="1"/>
          </p:cNvSpPr>
          <p:nvPr>
            <p:ph type="title"/>
          </p:nvPr>
        </p:nvSpPr>
        <p:spPr>
          <a:xfrm>
            <a:off x="723900" y="470168"/>
            <a:ext cx="7620000" cy="552450"/>
          </a:xfrm>
          <a:prstGeom prst="rect">
            <a:avLst/>
          </a:prstGeom>
        </p:spPr>
        <p:txBody>
          <a:bodyPr spcFirstLastPara="1" wrap="square" lIns="91425" tIns="91425" rIns="91425" bIns="91425" anchor="t">
            <a:noAutofit/>
          </a:bodyPr>
          <a:lstStyle/>
          <a:p>
            <a:pPr marL="0" lvl="0" indent="0" algn="l">
              <a:spcBef>
                <a:spcPts val="0"/>
              </a:spcBef>
              <a:spcAft>
                <a:spcPts val="0"/>
              </a:spcAft>
              <a:buNone/>
              <a:defRPr sz="2025" b="1">
                <a:solidFill>
                  <a:srgbClr val="111410"/>
                </a:solidFill>
                <a:latin typeface="Cambria"/>
                <a:ea typeface="Cambria"/>
                <a:cs typeface="Cambria"/>
              </a:defRPr>
            </a:pPr>
            <a:r>
              <a:rPr sz="2025" b="1">
                <a:solidFill>
                  <a:srgbClr val="111410"/>
                </a:solidFill>
                <a:latin typeface="Cambria"/>
                <a:ea typeface="Cambria"/>
                <a:cs typeface="Cambria"/>
              </a:rPr>
              <a:t>Hợp đồng typed giữ TypeScript ↔ Python nhất quán</a:t>
            </a:r>
            <a:endParaRPr/>
          </a:p>
        </p:txBody>
      </p:sp>
      <p:sp>
        <p:nvSpPr>
          <p:cNvPr id="548" name="Rectangle 547">
            <a:extLst>
              <a:ext uri="{FF2B5EF4-FFF2-40B4-BE49-F238E27FC236}">
                <a16:creationId xmlns:a16="http://schemas.microsoft.com/office/drawing/2014/main" id="{4B356F7E-096E-43E5-BC26-0C1E81FED59E}"/>
              </a:ext>
            </a:extLst>
          </p:cNvPr>
          <p:cNvSpPr>
            <a:spLocks noGrp="1"/>
          </p:cNvSpPr>
          <p:nvPr/>
        </p:nvSpPr>
        <p:spPr>
          <a:xfrm>
            <a:off x="800100" y="858471"/>
            <a:ext cx="7524750" cy="342900"/>
          </a:xfrm>
          <a:prstGeom prst="rect">
            <a:avLst/>
          </a:prstGeom>
          <a:ln w="0">
            <a:prstDash val="solid"/>
          </a:ln>
        </p:spPr>
        <p:txBody>
          <a:bodyPr lIns="19050" tIns="19050" rIns="19050" bIns="19050" anchor="ctr">
            <a:normAutofit/>
          </a:bodyPr>
          <a:lstStyle/>
          <a:p>
            <a:pPr algn="l">
              <a:buNone/>
              <a:defRPr sz="938" b="0">
                <a:solidFill>
                  <a:srgbClr val="526052"/>
                </a:solidFill>
                <a:latin typeface="Montserrat"/>
                <a:ea typeface="Montserrat"/>
                <a:cs typeface="Montserrat"/>
              </a:defRPr>
            </a:pPr>
            <a:r>
              <a:rPr sz="938" b="0">
                <a:solidFill>
                  <a:srgbClr val="526052"/>
                </a:solidFill>
                <a:latin typeface="Montserrat"/>
                <a:ea typeface="Montserrat"/>
                <a:cs typeface="Montserrat"/>
              </a:rPr>
              <a:t>BFF xác thực và chuẩn hóa request; dữ liệu chỉ được lưu hoặc hiển thị sau khi qua schema validation.</a:t>
            </a:r>
          </a:p>
        </p:txBody>
      </p:sp>
      <p:sp>
        <p:nvSpPr>
          <p:cNvPr id="549" name="Rectangle 548">
            <a:extLst>
              <a:ext uri="{FF2B5EF4-FFF2-40B4-BE49-F238E27FC236}">
                <a16:creationId xmlns:a16="http://schemas.microsoft.com/office/drawing/2014/main" id="{B9D9C0D5-60DD-4429-BC73-1B6FB9FE0A77}"/>
              </a:ext>
            </a:extLst>
          </p:cNvPr>
          <p:cNvSpPr>
            <a:spLocks noGrp="1"/>
          </p:cNvSpPr>
          <p:nvPr/>
        </p:nvSpPr>
        <p:spPr>
          <a:xfrm>
            <a:off x="819150" y="1240115"/>
            <a:ext cx="1428750" cy="247650"/>
          </a:xfrm>
          <a:prstGeom prst="rect">
            <a:avLst/>
          </a:prstGeom>
          <a:ln w="0">
            <a:prstDash val="solid"/>
          </a:ln>
        </p:spPr>
        <p:txBody>
          <a:bodyPr lIns="19050" tIns="19050" rIns="19050" bIns="19050" anchor="ctr">
            <a:normAutofit/>
          </a:bodyPr>
          <a:lstStyle/>
          <a:p>
            <a:pPr algn="l">
              <a:buNone/>
              <a:defRPr sz="788" b="1">
                <a:solidFill>
                  <a:srgbClr val="4B8D17"/>
                </a:solidFill>
                <a:latin typeface="Montserrat"/>
                <a:ea typeface="Montserrat"/>
                <a:cs typeface="Montserrat"/>
              </a:defRPr>
            </a:pPr>
            <a:r>
              <a:rPr sz="788" b="1">
                <a:solidFill>
                  <a:srgbClr val="4B8D17"/>
                </a:solidFill>
                <a:latin typeface="Montserrat"/>
                <a:ea typeface="Montserrat"/>
                <a:cs typeface="Montserrat"/>
              </a:rPr>
              <a:t>REQUEST  →</a:t>
            </a:r>
          </a:p>
        </p:txBody>
      </p:sp>
      <p:sp>
        <p:nvSpPr>
          <p:cNvPr id="550" name="Rectangle: Rounded Corners 549">
            <a:extLst>
              <a:ext uri="{FF2B5EF4-FFF2-40B4-BE49-F238E27FC236}">
                <a16:creationId xmlns:a16="http://schemas.microsoft.com/office/drawing/2014/main" id="{CDA1B4A7-ECFF-4D9A-868B-7C41776F2702}"/>
              </a:ext>
            </a:extLst>
          </p:cNvPr>
          <p:cNvSpPr>
            <a:spLocks noGrp="1"/>
          </p:cNvSpPr>
          <p:nvPr/>
        </p:nvSpPr>
        <p:spPr>
          <a:xfrm>
            <a:off x="819150" y="1592540"/>
            <a:ext cx="1571625" cy="914400"/>
          </a:xfrm>
          <a:prstGeom prst="roundRect">
            <a:avLst>
              <a:gd name="adj" fmla="val 8333"/>
            </a:avLst>
          </a:prstGeom>
          <a:solidFill>
            <a:srgbClr val="D7E7F1"/>
          </a:solidFill>
          <a:ln w="13335">
            <a:solidFill>
              <a:srgbClr val="6C766B"/>
            </a:solidFill>
            <a:prstDash val="solid"/>
          </a:ln>
        </p:spPr>
        <p:txBody>
          <a:bodyPr lIns="76200" tIns="76200" rIns="76200" bIns="76200" anchor="ctr">
            <a:normAutofit/>
          </a:bodyPr>
          <a:lstStyle/>
          <a:p>
            <a:pPr algn="ctr">
              <a:buNone/>
              <a:defRPr sz="900" b="1">
                <a:solidFill>
                  <a:srgbClr val="111410"/>
                </a:solidFill>
                <a:latin typeface="Montserrat"/>
                <a:ea typeface="Montserrat"/>
                <a:cs typeface="Montserrat"/>
              </a:defRPr>
            </a:pPr>
            <a:r>
              <a:rPr sz="900" b="1">
                <a:solidFill>
                  <a:srgbClr val="111410"/>
                </a:solidFill>
                <a:latin typeface="Montserrat"/>
                <a:ea typeface="Montserrat"/>
                <a:cs typeface="Montserrat"/>
              </a:rPr>
              <a:t>01</a:t>
            </a:r>
          </a:p>
          <a:p>
            <a:pPr algn="ctr">
              <a:buNone/>
              <a:defRPr sz="900" b="1">
                <a:solidFill>
                  <a:srgbClr val="111410"/>
                </a:solidFill>
                <a:latin typeface="Montserrat"/>
                <a:ea typeface="Montserrat"/>
                <a:cs typeface="Montserrat"/>
              </a:defRPr>
            </a:pPr>
            <a:r>
              <a:rPr sz="900" b="1">
                <a:solidFill>
                  <a:srgbClr val="111410"/>
                </a:solidFill>
                <a:latin typeface="Montserrat"/>
                <a:ea typeface="Montserrat"/>
                <a:cs typeface="Montserrat"/>
              </a:rPr>
              <a:t>Client</a:t>
            </a:r>
          </a:p>
          <a:p>
            <a:pPr algn="ctr">
              <a:buNone/>
              <a:defRPr sz="900" b="1">
                <a:solidFill>
                  <a:srgbClr val="111410"/>
                </a:solidFill>
                <a:latin typeface="Montserrat"/>
                <a:ea typeface="Montserrat"/>
                <a:cs typeface="Montserrat"/>
              </a:defRPr>
            </a:pPr>
            <a:r>
              <a:rPr sz="900" b="1">
                <a:solidFill>
                  <a:srgbClr val="111410"/>
                </a:solidFill>
                <a:latin typeface="Montserrat"/>
                <a:ea typeface="Montserrat"/>
                <a:cs typeface="Montserrat"/>
              </a:rPr>
              <a:t>Request</a:t>
            </a:r>
          </a:p>
        </p:txBody>
      </p:sp>
      <p:sp>
        <p:nvSpPr>
          <p:cNvPr id="551" name="Rectangle: Rounded Corners 550">
            <a:extLst>
              <a:ext uri="{FF2B5EF4-FFF2-40B4-BE49-F238E27FC236}">
                <a16:creationId xmlns:a16="http://schemas.microsoft.com/office/drawing/2014/main" id="{A43B37F7-336E-4DB5-998A-EF068F86BAEE}"/>
              </a:ext>
            </a:extLst>
          </p:cNvPr>
          <p:cNvSpPr>
            <a:spLocks noGrp="1"/>
          </p:cNvSpPr>
          <p:nvPr/>
        </p:nvSpPr>
        <p:spPr>
          <a:xfrm>
            <a:off x="2781300" y="1592540"/>
            <a:ext cx="1571625" cy="914400"/>
          </a:xfrm>
          <a:prstGeom prst="roundRect">
            <a:avLst>
              <a:gd name="adj" fmla="val 8333"/>
            </a:avLst>
          </a:prstGeom>
          <a:solidFill>
            <a:srgbClr val="F4F7F1"/>
          </a:solidFill>
          <a:ln w="13335">
            <a:solidFill>
              <a:srgbClr val="6C766B"/>
            </a:solidFill>
            <a:prstDash val="solid"/>
          </a:ln>
        </p:spPr>
        <p:txBody>
          <a:bodyPr lIns="76200" tIns="76200" rIns="76200" bIns="76200" anchor="ctr">
            <a:normAutofit/>
          </a:bodyPr>
          <a:lstStyle/>
          <a:p>
            <a:pPr algn="ctr">
              <a:buNone/>
              <a:defRPr sz="863" b="1">
                <a:solidFill>
                  <a:srgbClr val="111410"/>
                </a:solidFill>
                <a:latin typeface="Montserrat"/>
                <a:ea typeface="Montserrat"/>
                <a:cs typeface="Montserrat"/>
              </a:defRPr>
            </a:pPr>
            <a:r>
              <a:rPr sz="863" b="1">
                <a:solidFill>
                  <a:srgbClr val="111410"/>
                </a:solidFill>
                <a:latin typeface="Montserrat"/>
                <a:ea typeface="Montserrat"/>
                <a:cs typeface="Montserrat"/>
              </a:rPr>
              <a:t>02</a:t>
            </a:r>
          </a:p>
          <a:p>
            <a:pPr algn="ctr">
              <a:buNone/>
              <a:defRPr sz="863" b="1">
                <a:solidFill>
                  <a:srgbClr val="111410"/>
                </a:solidFill>
                <a:latin typeface="Montserrat"/>
                <a:ea typeface="Montserrat"/>
                <a:cs typeface="Montserrat"/>
              </a:defRPr>
            </a:pPr>
            <a:r>
              <a:rPr sz="863" b="1">
                <a:solidFill>
                  <a:srgbClr val="111410"/>
                </a:solidFill>
                <a:latin typeface="Montserrat"/>
                <a:ea typeface="Montserrat"/>
                <a:cs typeface="Montserrat"/>
              </a:rPr>
              <a:t>Next.js BFF</a:t>
            </a:r>
          </a:p>
          <a:p>
            <a:pPr algn="ctr">
              <a:buNone/>
              <a:defRPr sz="863" b="1">
                <a:solidFill>
                  <a:srgbClr val="111410"/>
                </a:solidFill>
                <a:latin typeface="Montserrat"/>
                <a:ea typeface="Montserrat"/>
                <a:cs typeface="Montserrat"/>
              </a:defRPr>
            </a:pPr>
            <a:r>
              <a:rPr sz="863" b="1">
                <a:solidFill>
                  <a:srgbClr val="111410"/>
                </a:solidFill>
                <a:latin typeface="Montserrat"/>
                <a:ea typeface="Montserrat"/>
                <a:cs typeface="Montserrat"/>
              </a:rPr>
              <a:t>Auth + normalize</a:t>
            </a:r>
          </a:p>
        </p:txBody>
      </p:sp>
      <p:sp>
        <p:nvSpPr>
          <p:cNvPr id="552" name="Rectangle: Rounded Corners 551">
            <a:extLst>
              <a:ext uri="{FF2B5EF4-FFF2-40B4-BE49-F238E27FC236}">
                <a16:creationId xmlns:a16="http://schemas.microsoft.com/office/drawing/2014/main" id="{D378AB47-B9A0-46F1-A9C3-983A046C18C1}"/>
              </a:ext>
            </a:extLst>
          </p:cNvPr>
          <p:cNvSpPr>
            <a:spLocks noGrp="1"/>
          </p:cNvSpPr>
          <p:nvPr/>
        </p:nvSpPr>
        <p:spPr>
          <a:xfrm>
            <a:off x="4743450" y="1592540"/>
            <a:ext cx="1571625" cy="914400"/>
          </a:xfrm>
          <a:prstGeom prst="roundRect">
            <a:avLst>
              <a:gd name="adj" fmla="val 8333"/>
            </a:avLst>
          </a:prstGeom>
          <a:solidFill>
            <a:srgbClr val="E4D9EE"/>
          </a:solidFill>
          <a:ln w="16193">
            <a:solidFill>
              <a:srgbClr val="4B8D17"/>
            </a:solidFill>
            <a:prstDash val="solid"/>
          </a:ln>
        </p:spPr>
        <p:txBody>
          <a:bodyPr lIns="76200" tIns="76200" rIns="76200" bIns="76200" anchor="ctr">
            <a:normAutofit/>
          </a:bodyPr>
          <a:lstStyle/>
          <a:p>
            <a:pPr algn="ctr">
              <a:buNone/>
              <a:defRPr sz="863" b="1">
                <a:solidFill>
                  <a:srgbClr val="111410"/>
                </a:solidFill>
                <a:latin typeface="Montserrat"/>
                <a:ea typeface="Montserrat"/>
                <a:cs typeface="Montserrat"/>
              </a:defRPr>
            </a:pPr>
            <a:r>
              <a:rPr sz="863" b="1">
                <a:solidFill>
                  <a:srgbClr val="111410"/>
                </a:solidFill>
                <a:latin typeface="Montserrat"/>
                <a:ea typeface="Montserrat"/>
                <a:cs typeface="Montserrat"/>
              </a:rPr>
              <a:t>03</a:t>
            </a:r>
          </a:p>
          <a:p>
            <a:pPr algn="ctr">
              <a:buNone/>
              <a:defRPr sz="863" b="1">
                <a:solidFill>
                  <a:srgbClr val="111410"/>
                </a:solidFill>
                <a:latin typeface="Montserrat"/>
                <a:ea typeface="Montserrat"/>
                <a:cs typeface="Montserrat"/>
              </a:defRPr>
            </a:pPr>
            <a:r>
              <a:rPr sz="863" b="1">
                <a:solidFill>
                  <a:srgbClr val="111410"/>
                </a:solidFill>
                <a:latin typeface="Montserrat"/>
                <a:ea typeface="Montserrat"/>
                <a:cs typeface="Montserrat"/>
              </a:rPr>
              <a:t>Proto / gRPC</a:t>
            </a:r>
          </a:p>
          <a:p>
            <a:pPr algn="ctr">
              <a:buNone/>
              <a:defRPr sz="863" b="1">
                <a:solidFill>
                  <a:srgbClr val="111410"/>
                </a:solidFill>
                <a:latin typeface="Montserrat"/>
                <a:ea typeface="Montserrat"/>
                <a:cs typeface="Montserrat"/>
              </a:defRPr>
            </a:pPr>
            <a:r>
              <a:rPr sz="863" b="1">
                <a:solidFill>
                  <a:srgbClr val="111410"/>
                </a:solidFill>
                <a:latin typeface="Montserrat"/>
                <a:ea typeface="Montserrat"/>
                <a:cs typeface="Montserrat"/>
              </a:rPr>
              <a:t>Typed RPC</a:t>
            </a:r>
          </a:p>
        </p:txBody>
      </p:sp>
      <p:sp>
        <p:nvSpPr>
          <p:cNvPr id="553" name="Rectangle: Rounded Corners 552">
            <a:extLst>
              <a:ext uri="{FF2B5EF4-FFF2-40B4-BE49-F238E27FC236}">
                <a16:creationId xmlns:a16="http://schemas.microsoft.com/office/drawing/2014/main" id="{34AFF2DF-C1A7-4D0E-9459-2FEB54479B8E}"/>
              </a:ext>
            </a:extLst>
          </p:cNvPr>
          <p:cNvSpPr>
            <a:spLocks noGrp="1"/>
          </p:cNvSpPr>
          <p:nvPr/>
        </p:nvSpPr>
        <p:spPr>
          <a:xfrm>
            <a:off x="6705600" y="1592540"/>
            <a:ext cx="1571625" cy="914400"/>
          </a:xfrm>
          <a:prstGeom prst="roundRect">
            <a:avLst>
              <a:gd name="adj" fmla="val 8333"/>
            </a:avLst>
          </a:prstGeom>
          <a:solidFill>
            <a:srgbClr val="F7EDC8"/>
          </a:solidFill>
          <a:ln w="13335">
            <a:solidFill>
              <a:srgbClr val="6C766B"/>
            </a:solidFill>
            <a:prstDash val="solid"/>
          </a:ln>
        </p:spPr>
        <p:txBody>
          <a:bodyPr lIns="76200" tIns="76200" rIns="76200" bIns="76200" anchor="ctr">
            <a:normAutofit/>
          </a:bodyPr>
          <a:lstStyle/>
          <a:p>
            <a:pPr algn="ctr">
              <a:buNone/>
              <a:defRPr sz="863" b="1">
                <a:solidFill>
                  <a:srgbClr val="111410"/>
                </a:solidFill>
                <a:latin typeface="Montserrat"/>
                <a:ea typeface="Montserrat"/>
                <a:cs typeface="Montserrat"/>
              </a:defRPr>
            </a:pPr>
            <a:r>
              <a:rPr sz="863" b="1">
                <a:solidFill>
                  <a:srgbClr val="111410"/>
                </a:solidFill>
                <a:latin typeface="Montserrat"/>
                <a:ea typeface="Montserrat"/>
                <a:cs typeface="Montserrat"/>
              </a:rPr>
              <a:t>04</a:t>
            </a:r>
          </a:p>
          <a:p>
            <a:pPr algn="ctr">
              <a:buNone/>
              <a:defRPr sz="863" b="1">
                <a:solidFill>
                  <a:srgbClr val="111410"/>
                </a:solidFill>
                <a:latin typeface="Montserrat"/>
                <a:ea typeface="Montserrat"/>
                <a:cs typeface="Montserrat"/>
              </a:defRPr>
            </a:pPr>
            <a:r>
              <a:rPr sz="863" b="1">
                <a:solidFill>
                  <a:srgbClr val="111410"/>
                </a:solidFill>
                <a:latin typeface="Montserrat"/>
                <a:ea typeface="Montserrat"/>
                <a:cs typeface="Montserrat"/>
              </a:rPr>
              <a:t>Python service</a:t>
            </a:r>
          </a:p>
          <a:p>
            <a:pPr algn="ctr">
              <a:buNone/>
              <a:defRPr sz="863" b="1">
                <a:solidFill>
                  <a:srgbClr val="111410"/>
                </a:solidFill>
                <a:latin typeface="Montserrat"/>
                <a:ea typeface="Montserrat"/>
                <a:cs typeface="Montserrat"/>
              </a:defRPr>
            </a:pPr>
            <a:r>
              <a:rPr sz="863" b="1">
                <a:solidFill>
                  <a:srgbClr val="111410"/>
                </a:solidFill>
                <a:latin typeface="Montserrat"/>
                <a:ea typeface="Montserrat"/>
                <a:cs typeface="Montserrat"/>
              </a:rPr>
              <a:t>→ AI provider</a:t>
            </a:r>
          </a:p>
        </p:txBody>
      </p:sp>
      <p:cxnSp>
        <p:nvCxnSpPr>
          <p:cNvPr id="627" name="Straight Arrow Connector 572"/>
          <p:cNvCxnSpPr>
            <a:stCxn id="550" idx="3"/>
            <a:endCxn id="551" idx="1"/>
          </p:cNvCxnSpPr>
          <p:nvPr/>
        </p:nvCxnSpPr>
        <p:spPr>
          <a:xfrm>
            <a:off x="2390775" y="2049740"/>
            <a:ext cx="390525" cy="0"/>
          </a:xfrm>
          <a:prstGeom prst="straightConnector1">
            <a:avLst/>
          </a:prstGeom>
          <a:ln w="18098">
            <a:solidFill>
              <a:srgbClr val="4B8D17"/>
            </a:solidFill>
            <a:prstDash val="solid"/>
            <a:tailEnd type="triangle" w="sm" len="sm"/>
          </a:ln>
        </p:spPr>
      </p:cxnSp>
      <p:cxnSp>
        <p:nvCxnSpPr>
          <p:cNvPr id="628" name="Straight Arrow Connector 573"/>
          <p:cNvCxnSpPr>
            <a:stCxn id="551" idx="3"/>
            <a:endCxn id="552" idx="1"/>
          </p:cNvCxnSpPr>
          <p:nvPr/>
        </p:nvCxnSpPr>
        <p:spPr>
          <a:xfrm>
            <a:off x="4352925" y="2049740"/>
            <a:ext cx="390525" cy="0"/>
          </a:xfrm>
          <a:prstGeom prst="straightConnector1">
            <a:avLst/>
          </a:prstGeom>
          <a:ln w="18098">
            <a:solidFill>
              <a:srgbClr val="4B8D17"/>
            </a:solidFill>
            <a:prstDash val="solid"/>
            <a:tailEnd type="triangle" w="sm" len="sm"/>
          </a:ln>
        </p:spPr>
      </p:cxnSp>
      <p:cxnSp>
        <p:nvCxnSpPr>
          <p:cNvPr id="629" name="Straight Arrow Connector 574"/>
          <p:cNvCxnSpPr>
            <a:stCxn id="552" idx="3"/>
            <a:endCxn id="553" idx="1"/>
          </p:cNvCxnSpPr>
          <p:nvPr/>
        </p:nvCxnSpPr>
        <p:spPr>
          <a:xfrm>
            <a:off x="6315075" y="2049740"/>
            <a:ext cx="390525" cy="0"/>
          </a:xfrm>
          <a:prstGeom prst="straightConnector1">
            <a:avLst/>
          </a:prstGeom>
          <a:ln w="18098">
            <a:solidFill>
              <a:srgbClr val="4B8D17"/>
            </a:solidFill>
            <a:prstDash val="solid"/>
            <a:tailEnd type="triangle" w="sm" len="sm"/>
          </a:ln>
        </p:spPr>
      </p:cxnSp>
      <p:sp>
        <p:nvSpPr>
          <p:cNvPr id="557" name="Rectangle 556">
            <a:extLst>
              <a:ext uri="{FF2B5EF4-FFF2-40B4-BE49-F238E27FC236}">
                <a16:creationId xmlns:a16="http://schemas.microsoft.com/office/drawing/2014/main" id="{AC4F44EB-7443-4069-8131-6A1CA460BBD6}"/>
              </a:ext>
            </a:extLst>
          </p:cNvPr>
          <p:cNvSpPr>
            <a:spLocks noGrp="1"/>
          </p:cNvSpPr>
          <p:nvPr/>
        </p:nvSpPr>
        <p:spPr>
          <a:xfrm>
            <a:off x="5905500" y="2726015"/>
            <a:ext cx="1524000" cy="247650"/>
          </a:xfrm>
          <a:prstGeom prst="rect">
            <a:avLst/>
          </a:prstGeom>
          <a:ln w="0">
            <a:prstDash val="solid"/>
          </a:ln>
        </p:spPr>
        <p:txBody>
          <a:bodyPr lIns="19050" tIns="19050" rIns="19050" bIns="19050" anchor="ctr">
            <a:normAutofit/>
          </a:bodyPr>
          <a:lstStyle/>
          <a:p>
            <a:pPr algn="r">
              <a:buNone/>
              <a:defRPr sz="788" b="1">
                <a:solidFill>
                  <a:srgbClr val="4B8D17"/>
                </a:solidFill>
                <a:latin typeface="Montserrat"/>
                <a:ea typeface="Montserrat"/>
                <a:cs typeface="Montserrat"/>
              </a:defRPr>
            </a:pPr>
            <a:r>
              <a:rPr sz="788" b="1">
                <a:solidFill>
                  <a:srgbClr val="4B8D17"/>
                </a:solidFill>
                <a:latin typeface="Montserrat"/>
                <a:ea typeface="Montserrat"/>
                <a:cs typeface="Montserrat"/>
              </a:rPr>
              <a:t>←  RESPONSE</a:t>
            </a:r>
          </a:p>
        </p:txBody>
      </p:sp>
      <p:sp>
        <p:nvSpPr>
          <p:cNvPr id="558" name="Rectangle: Rounded Corners 557">
            <a:extLst>
              <a:ext uri="{FF2B5EF4-FFF2-40B4-BE49-F238E27FC236}">
                <a16:creationId xmlns:a16="http://schemas.microsoft.com/office/drawing/2014/main" id="{8BADBE11-7430-4B0A-B9E1-4E25330DF31C}"/>
              </a:ext>
            </a:extLst>
          </p:cNvPr>
          <p:cNvSpPr>
            <a:spLocks noGrp="1"/>
          </p:cNvSpPr>
          <p:nvPr/>
        </p:nvSpPr>
        <p:spPr>
          <a:xfrm>
            <a:off x="819150" y="3078440"/>
            <a:ext cx="2095500" cy="666750"/>
          </a:xfrm>
          <a:prstGeom prst="roundRect">
            <a:avLst>
              <a:gd name="adj" fmla="val 11429"/>
            </a:avLst>
          </a:prstGeom>
          <a:solidFill>
            <a:srgbClr val="DFF0D6"/>
          </a:solidFill>
          <a:ln w="15240">
            <a:solidFill>
              <a:srgbClr val="4B8D17"/>
            </a:solidFill>
            <a:prstDash val="solid"/>
          </a:ln>
        </p:spPr>
        <p:txBody>
          <a:bodyPr lIns="76200" tIns="76200" rIns="76200" bIns="76200" anchor="ctr">
            <a:normAutofit/>
          </a:bodyPr>
          <a:lstStyle/>
          <a:p>
            <a:pPr algn="ctr">
              <a:buNone/>
              <a:defRPr sz="863" b="1">
                <a:solidFill>
                  <a:srgbClr val="111410"/>
                </a:solidFill>
                <a:latin typeface="Montserrat"/>
                <a:ea typeface="Montserrat"/>
                <a:cs typeface="Montserrat"/>
              </a:defRPr>
            </a:pPr>
            <a:r>
              <a:rPr sz="863" b="1">
                <a:solidFill>
                  <a:srgbClr val="111410"/>
                </a:solidFill>
                <a:latin typeface="Montserrat"/>
                <a:ea typeface="Montserrat"/>
                <a:cs typeface="Montserrat"/>
              </a:rPr>
              <a:t>Persist / hiển thị</a:t>
            </a:r>
          </a:p>
          <a:p>
            <a:pPr algn="ctr">
              <a:buNone/>
              <a:defRPr sz="863" b="1">
                <a:solidFill>
                  <a:srgbClr val="111410"/>
                </a:solidFill>
                <a:latin typeface="Montserrat"/>
                <a:ea typeface="Montserrat"/>
                <a:cs typeface="Montserrat"/>
              </a:defRPr>
            </a:pPr>
            <a:r>
              <a:rPr sz="863" b="1">
                <a:solidFill>
                  <a:srgbClr val="111410"/>
                </a:solidFill>
                <a:latin typeface="Montserrat"/>
                <a:ea typeface="Montserrat"/>
                <a:cs typeface="Montserrat"/>
              </a:rPr>
              <a:t>Dữ liệu hợp lệ</a:t>
            </a:r>
          </a:p>
        </p:txBody>
      </p:sp>
      <p:sp>
        <p:nvSpPr>
          <p:cNvPr id="559" name="Rectangle: Rounded Corners 558">
            <a:extLst>
              <a:ext uri="{FF2B5EF4-FFF2-40B4-BE49-F238E27FC236}">
                <a16:creationId xmlns:a16="http://schemas.microsoft.com/office/drawing/2014/main" id="{D79D031A-D64F-4000-8F84-3EE8040019CA}"/>
              </a:ext>
            </a:extLst>
          </p:cNvPr>
          <p:cNvSpPr>
            <a:spLocks noGrp="1"/>
          </p:cNvSpPr>
          <p:nvPr/>
        </p:nvSpPr>
        <p:spPr>
          <a:xfrm>
            <a:off x="3333750" y="3078440"/>
            <a:ext cx="2095500" cy="666750"/>
          </a:xfrm>
          <a:prstGeom prst="roundRect">
            <a:avLst>
              <a:gd name="adj" fmla="val 11429"/>
            </a:avLst>
          </a:prstGeom>
          <a:solidFill>
            <a:srgbClr val="F4F7F1"/>
          </a:solidFill>
          <a:ln w="15240">
            <a:solidFill>
              <a:srgbClr val="4B8D17"/>
            </a:solidFill>
            <a:prstDash val="solid"/>
          </a:ln>
        </p:spPr>
        <p:txBody>
          <a:bodyPr lIns="76200" tIns="76200" rIns="76200" bIns="76200" anchor="ctr">
            <a:normAutofit/>
          </a:bodyPr>
          <a:lstStyle/>
          <a:p>
            <a:pPr algn="ctr">
              <a:buNone/>
              <a:defRPr sz="863" b="1">
                <a:solidFill>
                  <a:srgbClr val="111410"/>
                </a:solidFill>
                <a:latin typeface="Montserrat"/>
                <a:ea typeface="Montserrat"/>
                <a:cs typeface="Montserrat"/>
              </a:defRPr>
            </a:pPr>
            <a:r>
              <a:rPr sz="863" b="1" dirty="0">
                <a:solidFill>
                  <a:srgbClr val="111410"/>
                </a:solidFill>
                <a:latin typeface="Montserrat"/>
                <a:ea typeface="Montserrat"/>
                <a:cs typeface="Montserrat"/>
              </a:rPr>
              <a:t>Schema validation</a:t>
            </a:r>
          </a:p>
          <a:p>
            <a:pPr algn="ctr">
              <a:buNone/>
              <a:defRPr sz="863" b="1">
                <a:solidFill>
                  <a:srgbClr val="111410"/>
                </a:solidFill>
                <a:latin typeface="Montserrat"/>
                <a:ea typeface="Montserrat"/>
                <a:cs typeface="Montserrat"/>
              </a:defRPr>
            </a:pPr>
            <a:r>
              <a:rPr sz="863" b="1" dirty="0">
                <a:solidFill>
                  <a:srgbClr val="111410"/>
                </a:solidFill>
                <a:latin typeface="Montserrat"/>
                <a:ea typeface="Montserrat"/>
                <a:cs typeface="Montserrat"/>
              </a:rPr>
              <a:t>Evidence IDs + status</a:t>
            </a:r>
          </a:p>
        </p:txBody>
      </p:sp>
      <p:sp>
        <p:nvSpPr>
          <p:cNvPr id="560" name="Rectangle: Rounded Corners 559">
            <a:extLst>
              <a:ext uri="{FF2B5EF4-FFF2-40B4-BE49-F238E27FC236}">
                <a16:creationId xmlns:a16="http://schemas.microsoft.com/office/drawing/2014/main" id="{7286ABB5-E27B-49C4-8DB1-4E9215B1C9BF}"/>
              </a:ext>
            </a:extLst>
          </p:cNvPr>
          <p:cNvSpPr>
            <a:spLocks noGrp="1"/>
          </p:cNvSpPr>
          <p:nvPr/>
        </p:nvSpPr>
        <p:spPr>
          <a:xfrm>
            <a:off x="5715000" y="3078440"/>
            <a:ext cx="1809750" cy="666750"/>
          </a:xfrm>
          <a:prstGeom prst="roundRect">
            <a:avLst>
              <a:gd name="adj" fmla="val 11429"/>
            </a:avLst>
          </a:prstGeom>
          <a:solidFill>
            <a:srgbClr val="F4D7D3"/>
          </a:solidFill>
          <a:ln w="13335">
            <a:solidFill>
              <a:srgbClr val="6C766B"/>
            </a:solidFill>
            <a:prstDash val="solid"/>
          </a:ln>
        </p:spPr>
        <p:txBody>
          <a:bodyPr lIns="76200" tIns="76200" rIns="76200" bIns="76200" anchor="ctr">
            <a:normAutofit/>
          </a:bodyPr>
          <a:lstStyle/>
          <a:p>
            <a:pPr algn="ctr">
              <a:buNone/>
              <a:defRPr sz="863" b="1">
                <a:solidFill>
                  <a:srgbClr val="111410"/>
                </a:solidFill>
                <a:latin typeface="Montserrat"/>
                <a:ea typeface="Montserrat"/>
                <a:cs typeface="Montserrat"/>
              </a:defRPr>
            </a:pPr>
            <a:r>
              <a:rPr sz="863" b="1">
                <a:solidFill>
                  <a:srgbClr val="111410"/>
                </a:solidFill>
                <a:latin typeface="Montserrat"/>
                <a:ea typeface="Montserrat"/>
                <a:cs typeface="Montserrat"/>
              </a:rPr>
              <a:t>JSON + evidence</a:t>
            </a:r>
          </a:p>
          <a:p>
            <a:pPr algn="ctr">
              <a:buNone/>
              <a:defRPr sz="863" b="1">
                <a:solidFill>
                  <a:srgbClr val="111410"/>
                </a:solidFill>
                <a:latin typeface="Montserrat"/>
                <a:ea typeface="Montserrat"/>
                <a:cs typeface="Montserrat"/>
              </a:defRPr>
            </a:pPr>
            <a:r>
              <a:rPr sz="863" b="1">
                <a:solidFill>
                  <a:srgbClr val="111410"/>
                </a:solidFill>
                <a:latin typeface="Montserrat"/>
                <a:ea typeface="Montserrat"/>
                <a:cs typeface="Montserrat"/>
              </a:rPr>
              <a:t>Structured response</a:t>
            </a:r>
          </a:p>
        </p:txBody>
      </p:sp>
      <p:cxnSp>
        <p:nvCxnSpPr>
          <p:cNvPr id="634" name="Straight Arrow Connector 579"/>
          <p:cNvCxnSpPr>
            <a:stCxn id="560" idx="1"/>
            <a:endCxn id="559" idx="3"/>
          </p:cNvCxnSpPr>
          <p:nvPr/>
        </p:nvCxnSpPr>
        <p:spPr>
          <a:xfrm flipH="1">
            <a:off x="5429250" y="3411815"/>
            <a:ext cx="285750" cy="0"/>
          </a:xfrm>
          <a:prstGeom prst="straightConnector1">
            <a:avLst/>
          </a:prstGeom>
          <a:ln w="18098">
            <a:solidFill>
              <a:srgbClr val="4B8D17"/>
            </a:solidFill>
            <a:prstDash val="solid"/>
            <a:tailEnd type="triangle" w="sm" len="sm"/>
          </a:ln>
        </p:spPr>
      </p:cxnSp>
      <p:cxnSp>
        <p:nvCxnSpPr>
          <p:cNvPr id="635" name="Straight Arrow Connector 580"/>
          <p:cNvCxnSpPr>
            <a:stCxn id="559" idx="1"/>
            <a:endCxn id="558" idx="3"/>
          </p:cNvCxnSpPr>
          <p:nvPr/>
        </p:nvCxnSpPr>
        <p:spPr>
          <a:xfrm flipH="1">
            <a:off x="2914650" y="3411815"/>
            <a:ext cx="419100" cy="0"/>
          </a:xfrm>
          <a:prstGeom prst="straightConnector1">
            <a:avLst/>
          </a:prstGeom>
          <a:ln w="18098">
            <a:solidFill>
              <a:srgbClr val="4B8D17"/>
            </a:solidFill>
            <a:prstDash val="solid"/>
            <a:tailEnd type="triangle" w="sm" len="sm"/>
          </a:ln>
        </p:spPr>
      </p:cxnSp>
      <p:cxnSp>
        <p:nvCxnSpPr>
          <p:cNvPr id="636" name="Connector: Elbow 581"/>
          <p:cNvCxnSpPr>
            <a:stCxn id="553" idx="2"/>
            <a:endCxn id="560" idx="0"/>
          </p:cNvCxnSpPr>
          <p:nvPr/>
        </p:nvCxnSpPr>
        <p:spPr>
          <a:xfrm flipH="1">
            <a:off x="6619875" y="2506940"/>
            <a:ext cx="871538" cy="571500"/>
          </a:xfrm>
          <a:prstGeom prst="bentConnector4">
            <a:avLst>
              <a:gd name="adj1" fmla="val 0"/>
              <a:gd name="adj2" fmla="val 50000"/>
            </a:avLst>
          </a:prstGeom>
          <a:ln w="15240">
            <a:solidFill>
              <a:srgbClr val="4B8D17"/>
            </a:solidFill>
            <a:prstDash val="dash"/>
            <a:tailEnd type="triangle" w="sm" len="sm"/>
          </a:ln>
        </p:spPr>
      </p:cxnSp>
      <p:cxnSp>
        <p:nvCxnSpPr>
          <p:cNvPr id="637" name="Connector: Elbow 582"/>
          <p:cNvCxnSpPr>
            <a:stCxn id="552" idx="2"/>
            <a:endCxn id="559" idx="0"/>
          </p:cNvCxnSpPr>
          <p:nvPr/>
        </p:nvCxnSpPr>
        <p:spPr>
          <a:xfrm flipH="1">
            <a:off x="4381500" y="2506940"/>
            <a:ext cx="1147763" cy="571500"/>
          </a:xfrm>
          <a:prstGeom prst="bentConnector4">
            <a:avLst>
              <a:gd name="adj1" fmla="val 0"/>
              <a:gd name="adj2" fmla="val 50000"/>
            </a:avLst>
          </a:prstGeom>
          <a:ln w="15240">
            <a:solidFill>
              <a:srgbClr val="4B8D17"/>
            </a:solidFill>
            <a:prstDash val="dash"/>
            <a:tailEnd type="triangle" w="sm" len="sm"/>
          </a:ln>
        </p:spPr>
      </p:cxnSp>
      <p:sp>
        <p:nvSpPr>
          <p:cNvPr id="565" name="Rectangle: Rounded Corners 564">
            <a:extLst>
              <a:ext uri="{FF2B5EF4-FFF2-40B4-BE49-F238E27FC236}">
                <a16:creationId xmlns:a16="http://schemas.microsoft.com/office/drawing/2014/main" id="{0030F5CB-42D7-4D51-AE5B-49637CDA502E}"/>
              </a:ext>
            </a:extLst>
          </p:cNvPr>
          <p:cNvSpPr>
            <a:spLocks noGrp="1"/>
          </p:cNvSpPr>
          <p:nvPr/>
        </p:nvSpPr>
        <p:spPr>
          <a:xfrm>
            <a:off x="1752600" y="3888065"/>
            <a:ext cx="5638800" cy="400050"/>
          </a:xfrm>
          <a:prstGeom prst="roundRect">
            <a:avLst>
              <a:gd name="adj" fmla="val 19048"/>
            </a:avLst>
          </a:prstGeom>
          <a:solidFill>
            <a:srgbClr val="DFF0D6"/>
          </a:solidFill>
          <a:ln w="13335">
            <a:solidFill>
              <a:srgbClr val="4B8D17"/>
            </a:solidFill>
            <a:prstDash val="solid"/>
          </a:ln>
        </p:spPr>
        <p:txBody>
          <a:bodyPr lIns="95250" tIns="57150" rIns="95250" bIns="57150" anchor="ctr">
            <a:normAutofit/>
          </a:bodyPr>
          <a:lstStyle/>
          <a:p>
            <a:pPr algn="ctr">
              <a:buNone/>
              <a:defRPr sz="863" b="1">
                <a:solidFill>
                  <a:srgbClr val="4B8D17"/>
                </a:solidFill>
                <a:latin typeface="Montserrat"/>
                <a:ea typeface="Montserrat"/>
                <a:cs typeface="Montserrat"/>
              </a:defRPr>
            </a:pPr>
            <a:r>
              <a:rPr sz="863" b="1">
                <a:solidFill>
                  <a:srgbClr val="4B8D17"/>
                </a:solidFill>
                <a:latin typeface="Montserrat"/>
                <a:ea typeface="Montserrat"/>
                <a:cs typeface="Montserrat"/>
              </a:rPr>
              <a:t>Typed contract chặn lỗi cấu trúc trước khi dữ liệu đi vào state của hệ thống.</a:t>
            </a:r>
          </a:p>
        </p:txBody>
      </p:sp>
      <p:sp>
        <p:nvSpPr>
          <p:cNvPr id="638" name="TextBox 637"/>
          <p:cNvSpPr txBox="1"/>
          <p:nvPr/>
        </p:nvSpPr>
        <p:spPr>
          <a:xfrm>
            <a:off x="713225" y="200000"/>
            <a:ext cx="1200000" cy="260000"/>
          </a:xfrm>
          <a:prstGeom prst="rect">
            <a:avLst/>
          </a:prstGeom>
          <a:noFill/>
        </p:spPr>
        <p:txBody>
          <a:bodyPr wrap="none" lIns="0" tIns="0">
            <a:spAutoFit/>
          </a:bodyPr>
          <a:lstStyle/>
          <a:p>
            <a:pPr>
              <a:defRPr sz="1100" b="1">
                <a:solidFill>
                  <a:srgbClr val="4B8D17"/>
                </a:solidFill>
                <a:latin typeface="Montserrat"/>
              </a:defRPr>
            </a:pPr>
            <a:r>
              <a:t>#03</a:t>
            </a:r>
          </a:p>
        </p:txBody>
      </p:sp>
    </p:spTree>
    <p:extLst>
      <p:ext uri="{BB962C8B-B14F-4D97-AF65-F5344CB8AC3E}">
        <p14:creationId xmlns:p14="http://schemas.microsoft.com/office/powerpoint/2010/main" val="200760699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518" name="Google Shape;1518;p118">
            <a:extLst>
              <a:ext uri="{FF2B5EF4-FFF2-40B4-BE49-F238E27FC236}">
                <a16:creationId xmlns:a16="http://schemas.microsoft.com/office/drawing/2014/main" id="{7594B41A-4173-47F4-A105-877839F565DE}"/>
              </a:ext>
            </a:extLst>
          </p:cNvPr>
          <p:cNvSpPr>
            <a:spLocks noGrp="1"/>
          </p:cNvSpPr>
          <p:nvPr>
            <p:ph type="title"/>
          </p:nvPr>
        </p:nvSpPr>
        <p:spPr>
          <a:xfrm>
            <a:off x="714375" y="457200"/>
            <a:ext cx="7715250" cy="552450"/>
          </a:xfrm>
          <a:prstGeom prst="rect">
            <a:avLst/>
          </a:prstGeom>
        </p:spPr>
        <p:txBody>
          <a:bodyPr spcFirstLastPara="1" wrap="square" lIns="91425" tIns="91425" rIns="91425" bIns="91425" anchor="t">
            <a:normAutofit fontScale="90000"/>
          </a:bodyPr>
          <a:lstStyle/>
          <a:p>
            <a:pPr marL="0" lvl="0" indent="0" algn="l">
              <a:spcBef>
                <a:spcPts val="0"/>
              </a:spcBef>
              <a:spcAft>
                <a:spcPts val="0"/>
              </a:spcAft>
              <a:buClr>
                <a:schemeClr val="dk1"/>
              </a:buClr>
              <a:buSzPts val="1100"/>
              <a:buFont typeface="Arial"/>
              <a:buNone/>
              <a:defRPr sz="2700" b="1">
                <a:solidFill>
                  <a:srgbClr val="111410"/>
                </a:solidFill>
                <a:latin typeface="Cambria"/>
                <a:ea typeface="Cambria"/>
                <a:cs typeface="Cambria"/>
              </a:defRPr>
            </a:pPr>
            <a:r>
              <a:rPr sz="2700" b="1" dirty="0">
                <a:solidFill>
                  <a:srgbClr val="111410"/>
                </a:solidFill>
                <a:latin typeface="Cambria"/>
                <a:ea typeface="Cambria"/>
                <a:cs typeface="Cambria"/>
              </a:rPr>
              <a:t>RBAC </a:t>
            </a:r>
            <a:r>
              <a:rPr sz="2700" b="1" dirty="0" err="1">
                <a:solidFill>
                  <a:srgbClr val="111410"/>
                </a:solidFill>
                <a:latin typeface="Cambria"/>
                <a:ea typeface="Cambria"/>
                <a:cs typeface="Cambria"/>
              </a:rPr>
              <a:t>giữ</a:t>
            </a:r>
            <a:r>
              <a:rPr sz="2700" b="1" dirty="0">
                <a:solidFill>
                  <a:srgbClr val="111410"/>
                </a:solidFill>
                <a:latin typeface="Cambria"/>
                <a:ea typeface="Cambria"/>
                <a:cs typeface="Cambria"/>
              </a:rPr>
              <a:t> </a:t>
            </a:r>
            <a:r>
              <a:rPr sz="2700" b="1" dirty="0" err="1">
                <a:solidFill>
                  <a:srgbClr val="111410"/>
                </a:solidFill>
                <a:latin typeface="Cambria"/>
                <a:ea typeface="Cambria"/>
                <a:cs typeface="Cambria"/>
              </a:rPr>
              <a:t>quyền</a:t>
            </a:r>
            <a:r>
              <a:rPr sz="2700" b="1" dirty="0">
                <a:solidFill>
                  <a:srgbClr val="111410"/>
                </a:solidFill>
                <a:latin typeface="Cambria"/>
                <a:ea typeface="Cambria"/>
                <a:cs typeface="Cambria"/>
              </a:rPr>
              <a:t> </a:t>
            </a:r>
            <a:r>
              <a:rPr sz="2700" b="1" dirty="0" err="1">
                <a:solidFill>
                  <a:srgbClr val="111410"/>
                </a:solidFill>
                <a:latin typeface="Cambria"/>
                <a:ea typeface="Cambria"/>
                <a:cs typeface="Cambria"/>
              </a:rPr>
              <a:t>quyết</a:t>
            </a:r>
            <a:r>
              <a:rPr sz="2700" b="1" dirty="0">
                <a:solidFill>
                  <a:srgbClr val="111410"/>
                </a:solidFill>
                <a:latin typeface="Cambria"/>
                <a:ea typeface="Cambria"/>
                <a:cs typeface="Cambria"/>
              </a:rPr>
              <a:t> </a:t>
            </a:r>
            <a:r>
              <a:rPr sz="2700" b="1" dirty="0" err="1">
                <a:solidFill>
                  <a:srgbClr val="111410"/>
                </a:solidFill>
                <a:latin typeface="Cambria"/>
                <a:ea typeface="Cambria"/>
                <a:cs typeface="Cambria"/>
              </a:rPr>
              <a:t>định</a:t>
            </a:r>
            <a:r>
              <a:rPr sz="2700" b="1" dirty="0">
                <a:solidFill>
                  <a:srgbClr val="111410"/>
                </a:solidFill>
                <a:latin typeface="Cambria"/>
                <a:ea typeface="Cambria"/>
                <a:cs typeface="Cambria"/>
              </a:rPr>
              <a:t> ở </a:t>
            </a:r>
            <a:r>
              <a:rPr sz="2700" b="1" dirty="0" err="1">
                <a:solidFill>
                  <a:srgbClr val="111410"/>
                </a:solidFill>
                <a:latin typeface="Cambria"/>
                <a:ea typeface="Cambria"/>
                <a:cs typeface="Cambria"/>
              </a:rPr>
              <a:t>đúng</a:t>
            </a:r>
            <a:r>
              <a:rPr sz="2700" b="1" dirty="0">
                <a:solidFill>
                  <a:srgbClr val="111410"/>
                </a:solidFill>
                <a:latin typeface="Cambria"/>
                <a:ea typeface="Cambria"/>
                <a:cs typeface="Cambria"/>
              </a:rPr>
              <a:t> actor</a:t>
            </a:r>
            <a:endParaRPr dirty="0"/>
          </a:p>
        </p:txBody>
      </p:sp>
      <p:sp>
        <p:nvSpPr>
          <p:cNvPr id="1520" name="Rectangle: Rounded Corners 1519">
            <a:extLst>
              <a:ext uri="{FF2B5EF4-FFF2-40B4-BE49-F238E27FC236}">
                <a16:creationId xmlns:a16="http://schemas.microsoft.com/office/drawing/2014/main" id="{EB4123B4-C193-4F39-9B84-8DBBDC9FF5C6}"/>
              </a:ext>
            </a:extLst>
          </p:cNvPr>
          <p:cNvSpPr>
            <a:spLocks noGrp="1"/>
          </p:cNvSpPr>
          <p:nvPr/>
        </p:nvSpPr>
        <p:spPr>
          <a:xfrm>
            <a:off x="1143000" y="1381125"/>
            <a:ext cx="1428750" cy="361950"/>
          </a:xfrm>
          <a:prstGeom prst="roundRect">
            <a:avLst>
              <a:gd name="adj" fmla="val 50000"/>
            </a:avLst>
          </a:prstGeom>
          <a:solidFill>
            <a:srgbClr val="D7E7F1"/>
          </a:solidFill>
          <a:ln w="10954">
            <a:solidFill>
              <a:srgbClr val="4B8D17"/>
            </a:solidFill>
            <a:prstDash val="solid"/>
          </a:ln>
        </p:spPr>
        <p:txBody>
          <a:bodyPr lIns="76200" tIns="66675" rIns="76200" bIns="66675" anchor="ctr">
            <a:normAutofit fontScale="86906" lnSpcReduction="20000"/>
          </a:bodyPr>
          <a:lstStyle/>
          <a:p>
            <a:pPr algn="ctr">
              <a:buNone/>
              <a:defRPr sz="1013" b="1">
                <a:solidFill>
                  <a:srgbClr val="111410"/>
                </a:solidFill>
                <a:latin typeface="Montserrat"/>
                <a:ea typeface="Montserrat"/>
                <a:cs typeface="Montserrat"/>
              </a:defRPr>
            </a:pPr>
            <a:r>
              <a:rPr sz="1013" b="1">
                <a:solidFill>
                  <a:srgbClr val="111410"/>
                </a:solidFill>
                <a:latin typeface="Montserrat"/>
                <a:ea typeface="Montserrat"/>
                <a:cs typeface="Montserrat"/>
              </a:rPr>
              <a:t>Ứng viên</a:t>
            </a:r>
          </a:p>
        </p:txBody>
      </p:sp>
      <p:sp>
        <p:nvSpPr>
          <p:cNvPr id="1521" name="Rectangle: Rounded Corners 1520">
            <a:extLst>
              <a:ext uri="{FF2B5EF4-FFF2-40B4-BE49-F238E27FC236}">
                <a16:creationId xmlns:a16="http://schemas.microsoft.com/office/drawing/2014/main" id="{E228EA4C-95D8-47DE-8497-D8991372671F}"/>
              </a:ext>
            </a:extLst>
          </p:cNvPr>
          <p:cNvSpPr>
            <a:spLocks noGrp="1"/>
          </p:cNvSpPr>
          <p:nvPr/>
        </p:nvSpPr>
        <p:spPr>
          <a:xfrm>
            <a:off x="1143000" y="2000250"/>
            <a:ext cx="1428750" cy="495300"/>
          </a:xfrm>
          <a:prstGeom prst="roundRect">
            <a:avLst>
              <a:gd name="adj" fmla="val 15385"/>
            </a:avLst>
          </a:prstGeom>
          <a:solidFill>
            <a:srgbClr val="E4D9EE"/>
          </a:solidFill>
          <a:ln w="10954">
            <a:solidFill>
              <a:srgbClr val="4B8D17"/>
            </a:solidFill>
            <a:prstDash val="solid"/>
          </a:ln>
        </p:spPr>
        <p:txBody>
          <a:bodyPr lIns="76200" tIns="66675" rIns="76200" bIns="66675" anchor="ctr">
            <a:normAutofit/>
          </a:bodyPr>
          <a:lstStyle/>
          <a:p>
            <a:pPr algn="ctr">
              <a:buNone/>
              <a:defRPr sz="1013" b="1">
                <a:solidFill>
                  <a:srgbClr val="111410"/>
                </a:solidFill>
                <a:latin typeface="Montserrat"/>
                <a:ea typeface="Montserrat"/>
                <a:cs typeface="Montserrat"/>
              </a:defRPr>
            </a:pPr>
            <a:r>
              <a:rPr sz="1013" b="1">
                <a:solidFill>
                  <a:srgbClr val="111410"/>
                </a:solidFill>
                <a:latin typeface="Montserrat"/>
                <a:ea typeface="Montserrat"/>
                <a:cs typeface="Montserrat"/>
              </a:rPr>
              <a:t>Practice</a:t>
            </a:r>
          </a:p>
        </p:txBody>
      </p:sp>
      <p:sp>
        <p:nvSpPr>
          <p:cNvPr id="1522" name="Rectangle: Rounded Corners 1521">
            <a:extLst>
              <a:ext uri="{FF2B5EF4-FFF2-40B4-BE49-F238E27FC236}">
                <a16:creationId xmlns:a16="http://schemas.microsoft.com/office/drawing/2014/main" id="{6D805F91-7D49-4717-99A2-D07520EC6308}"/>
              </a:ext>
            </a:extLst>
          </p:cNvPr>
          <p:cNvSpPr>
            <a:spLocks noGrp="1"/>
          </p:cNvSpPr>
          <p:nvPr/>
        </p:nvSpPr>
        <p:spPr>
          <a:xfrm>
            <a:off x="1143000" y="2686050"/>
            <a:ext cx="1428750" cy="495300"/>
          </a:xfrm>
          <a:prstGeom prst="roundRect">
            <a:avLst>
              <a:gd name="adj" fmla="val 15385"/>
            </a:avLst>
          </a:prstGeom>
          <a:solidFill>
            <a:srgbClr val="F7EDC8"/>
          </a:solidFill>
          <a:ln w="10954">
            <a:solidFill>
              <a:srgbClr val="4B8D17"/>
            </a:solidFill>
            <a:prstDash val="solid"/>
          </a:ln>
        </p:spPr>
        <p:txBody>
          <a:bodyPr lIns="76200" tIns="66675" rIns="76200" bIns="66675" anchor="ctr">
            <a:normAutofit/>
          </a:bodyPr>
          <a:lstStyle/>
          <a:p>
            <a:pPr algn="ctr">
              <a:buNone/>
              <a:defRPr sz="1013" b="1">
                <a:solidFill>
                  <a:srgbClr val="111410"/>
                </a:solidFill>
                <a:latin typeface="Montserrat"/>
                <a:ea typeface="Montserrat"/>
                <a:cs typeface="Montserrat"/>
              </a:defRPr>
            </a:pPr>
            <a:r>
              <a:rPr sz="1013" b="1">
                <a:solidFill>
                  <a:srgbClr val="111410"/>
                </a:solidFill>
                <a:latin typeface="Montserrat"/>
                <a:ea typeface="Montserrat"/>
                <a:cs typeface="Montserrat"/>
              </a:rPr>
              <a:t>Join invite</a:t>
            </a:r>
          </a:p>
        </p:txBody>
      </p:sp>
      <p:sp>
        <p:nvSpPr>
          <p:cNvPr id="1523" name="Rectangle: Rounded Corners 1522">
            <a:extLst>
              <a:ext uri="{FF2B5EF4-FFF2-40B4-BE49-F238E27FC236}">
                <a16:creationId xmlns:a16="http://schemas.microsoft.com/office/drawing/2014/main" id="{F678843C-1BEE-4E79-9F60-F9F3C4FEBF1F}"/>
              </a:ext>
            </a:extLst>
          </p:cNvPr>
          <p:cNvSpPr>
            <a:spLocks noGrp="1"/>
          </p:cNvSpPr>
          <p:nvPr/>
        </p:nvSpPr>
        <p:spPr>
          <a:xfrm>
            <a:off x="1143000" y="3371850"/>
            <a:ext cx="1428750" cy="495300"/>
          </a:xfrm>
          <a:prstGeom prst="roundRect">
            <a:avLst>
              <a:gd name="adj" fmla="val 15385"/>
            </a:avLst>
          </a:prstGeom>
          <a:solidFill>
            <a:srgbClr val="F4F7F1"/>
          </a:solidFill>
          <a:ln w="10954">
            <a:solidFill>
              <a:srgbClr val="4B8D17"/>
            </a:solidFill>
            <a:prstDash val="solid"/>
          </a:ln>
        </p:spPr>
        <p:txBody>
          <a:bodyPr lIns="76200" tIns="66675" rIns="76200" bIns="66675" anchor="ctr">
            <a:normAutofit/>
          </a:bodyPr>
          <a:lstStyle/>
          <a:p>
            <a:pPr algn="ctr">
              <a:buNone/>
              <a:defRPr sz="1013" b="1">
                <a:solidFill>
                  <a:srgbClr val="111410"/>
                </a:solidFill>
                <a:latin typeface="Montserrat"/>
                <a:ea typeface="Montserrat"/>
                <a:cs typeface="Montserrat"/>
              </a:defRPr>
            </a:pPr>
            <a:r>
              <a:rPr sz="1013" b="1">
                <a:solidFill>
                  <a:srgbClr val="111410"/>
                </a:solidFill>
                <a:latin typeface="Montserrat"/>
                <a:ea typeface="Montserrat"/>
                <a:cs typeface="Montserrat"/>
              </a:rPr>
              <a:t>View own data</a:t>
            </a:r>
          </a:p>
        </p:txBody>
      </p:sp>
      <p:sp>
        <p:nvSpPr>
          <p:cNvPr id="1524" name="Rectangle: Rounded Corners 1523">
            <a:extLst>
              <a:ext uri="{FF2B5EF4-FFF2-40B4-BE49-F238E27FC236}">
                <a16:creationId xmlns:a16="http://schemas.microsoft.com/office/drawing/2014/main" id="{222E67DA-1B38-495F-8357-F69FCA347189}"/>
              </a:ext>
            </a:extLst>
          </p:cNvPr>
          <p:cNvSpPr>
            <a:spLocks noGrp="1"/>
          </p:cNvSpPr>
          <p:nvPr/>
        </p:nvSpPr>
        <p:spPr>
          <a:xfrm>
            <a:off x="3571875" y="1381125"/>
            <a:ext cx="1428750" cy="361950"/>
          </a:xfrm>
          <a:prstGeom prst="roundRect">
            <a:avLst>
              <a:gd name="adj" fmla="val 50000"/>
            </a:avLst>
          </a:prstGeom>
          <a:solidFill>
            <a:srgbClr val="F4D7D3"/>
          </a:solidFill>
          <a:ln w="10954">
            <a:solidFill>
              <a:srgbClr val="4B8D17"/>
            </a:solidFill>
            <a:prstDash val="solid"/>
          </a:ln>
        </p:spPr>
        <p:txBody>
          <a:bodyPr lIns="76200" tIns="66675" rIns="76200" bIns="66675" anchor="ctr">
            <a:normAutofit fontScale="86906" lnSpcReduction="20000"/>
          </a:bodyPr>
          <a:lstStyle/>
          <a:p>
            <a:pPr algn="ctr">
              <a:buNone/>
              <a:defRPr sz="1013" b="1">
                <a:solidFill>
                  <a:srgbClr val="111410"/>
                </a:solidFill>
                <a:latin typeface="Montserrat"/>
                <a:ea typeface="Montserrat"/>
                <a:cs typeface="Montserrat"/>
              </a:defRPr>
            </a:pPr>
            <a:r>
              <a:rPr sz="1013" b="1">
                <a:solidFill>
                  <a:srgbClr val="111410"/>
                </a:solidFill>
                <a:latin typeface="Montserrat"/>
                <a:ea typeface="Montserrat"/>
                <a:cs typeface="Montserrat"/>
              </a:rPr>
              <a:t>Recruiter</a:t>
            </a:r>
          </a:p>
        </p:txBody>
      </p:sp>
      <p:sp>
        <p:nvSpPr>
          <p:cNvPr id="1525" name="Rectangle: Rounded Corners 1524">
            <a:extLst>
              <a:ext uri="{FF2B5EF4-FFF2-40B4-BE49-F238E27FC236}">
                <a16:creationId xmlns:a16="http://schemas.microsoft.com/office/drawing/2014/main" id="{D83A91E8-B849-4164-A318-BD718CF1B365}"/>
              </a:ext>
            </a:extLst>
          </p:cNvPr>
          <p:cNvSpPr>
            <a:spLocks noGrp="1"/>
          </p:cNvSpPr>
          <p:nvPr/>
        </p:nvSpPr>
        <p:spPr>
          <a:xfrm>
            <a:off x="3571875" y="2000250"/>
            <a:ext cx="1428750" cy="495300"/>
          </a:xfrm>
          <a:prstGeom prst="roundRect">
            <a:avLst>
              <a:gd name="adj" fmla="val 15385"/>
            </a:avLst>
          </a:prstGeom>
          <a:solidFill>
            <a:srgbClr val="DFF0D6"/>
          </a:solidFill>
          <a:ln w="10954">
            <a:solidFill>
              <a:srgbClr val="4B8D17"/>
            </a:solidFill>
            <a:prstDash val="solid"/>
          </a:ln>
        </p:spPr>
        <p:txBody>
          <a:bodyPr lIns="76200" tIns="66675" rIns="76200" bIns="66675" anchor="ctr">
            <a:normAutofit/>
          </a:bodyPr>
          <a:lstStyle/>
          <a:p>
            <a:pPr algn="ctr">
              <a:buNone/>
              <a:defRPr sz="1013" b="1">
                <a:solidFill>
                  <a:srgbClr val="111410"/>
                </a:solidFill>
                <a:latin typeface="Montserrat"/>
                <a:ea typeface="Montserrat"/>
                <a:cs typeface="Montserrat"/>
              </a:defRPr>
            </a:pPr>
            <a:r>
              <a:rPr sz="1013" b="1">
                <a:solidFill>
                  <a:srgbClr val="111410"/>
                </a:solidFill>
                <a:latin typeface="Montserrat"/>
                <a:ea typeface="Montserrat"/>
                <a:cs typeface="Montserrat"/>
              </a:rPr>
              <a:t>Manage JD</a:t>
            </a:r>
          </a:p>
        </p:txBody>
      </p:sp>
      <p:sp>
        <p:nvSpPr>
          <p:cNvPr id="1526" name="Rectangle: Rounded Corners 1525">
            <a:extLst>
              <a:ext uri="{FF2B5EF4-FFF2-40B4-BE49-F238E27FC236}">
                <a16:creationId xmlns:a16="http://schemas.microsoft.com/office/drawing/2014/main" id="{90486CB0-8B39-4DCD-B3AC-59ABD3A4C1AF}"/>
              </a:ext>
            </a:extLst>
          </p:cNvPr>
          <p:cNvSpPr>
            <a:spLocks noGrp="1"/>
          </p:cNvSpPr>
          <p:nvPr/>
        </p:nvSpPr>
        <p:spPr>
          <a:xfrm>
            <a:off x="3571875" y="2686050"/>
            <a:ext cx="1428750" cy="495300"/>
          </a:xfrm>
          <a:prstGeom prst="roundRect">
            <a:avLst>
              <a:gd name="adj" fmla="val 15385"/>
            </a:avLst>
          </a:prstGeom>
          <a:solidFill>
            <a:srgbClr val="D7E7F1"/>
          </a:solidFill>
          <a:ln w="10954">
            <a:solidFill>
              <a:srgbClr val="4B8D17"/>
            </a:solidFill>
            <a:prstDash val="solid"/>
          </a:ln>
        </p:spPr>
        <p:txBody>
          <a:bodyPr lIns="76200" tIns="66675" rIns="76200" bIns="66675" anchor="ctr">
            <a:normAutofit/>
          </a:bodyPr>
          <a:lstStyle/>
          <a:p>
            <a:pPr algn="ctr">
              <a:buNone/>
              <a:defRPr sz="1013" b="1">
                <a:solidFill>
                  <a:srgbClr val="111410"/>
                </a:solidFill>
                <a:latin typeface="Montserrat"/>
                <a:ea typeface="Montserrat"/>
                <a:cs typeface="Montserrat"/>
              </a:defRPr>
            </a:pPr>
            <a:r>
              <a:rPr sz="1013" b="1">
                <a:solidFill>
                  <a:srgbClr val="111410"/>
                </a:solidFill>
                <a:latin typeface="Montserrat"/>
                <a:ea typeface="Montserrat"/>
                <a:cs typeface="Montserrat"/>
              </a:rPr>
              <a:t>Campaign</a:t>
            </a:r>
          </a:p>
        </p:txBody>
      </p:sp>
      <p:sp>
        <p:nvSpPr>
          <p:cNvPr id="1527" name="Rectangle: Rounded Corners 1526">
            <a:extLst>
              <a:ext uri="{FF2B5EF4-FFF2-40B4-BE49-F238E27FC236}">
                <a16:creationId xmlns:a16="http://schemas.microsoft.com/office/drawing/2014/main" id="{B3DC30D9-DABE-4393-9195-CDB7E5372C4C}"/>
              </a:ext>
            </a:extLst>
          </p:cNvPr>
          <p:cNvSpPr>
            <a:spLocks noGrp="1"/>
          </p:cNvSpPr>
          <p:nvPr/>
        </p:nvSpPr>
        <p:spPr>
          <a:xfrm>
            <a:off x="3571875" y="3371850"/>
            <a:ext cx="1428750" cy="495300"/>
          </a:xfrm>
          <a:prstGeom prst="roundRect">
            <a:avLst>
              <a:gd name="adj" fmla="val 15385"/>
            </a:avLst>
          </a:prstGeom>
          <a:solidFill>
            <a:srgbClr val="E4D9EE"/>
          </a:solidFill>
          <a:ln w="10954">
            <a:solidFill>
              <a:srgbClr val="4B8D17"/>
            </a:solidFill>
            <a:prstDash val="solid"/>
          </a:ln>
        </p:spPr>
        <p:txBody>
          <a:bodyPr lIns="76200" tIns="66675" rIns="76200" bIns="66675" anchor="ctr">
            <a:normAutofit/>
          </a:bodyPr>
          <a:lstStyle/>
          <a:p>
            <a:pPr algn="ctr">
              <a:buNone/>
              <a:defRPr sz="1013" b="1">
                <a:solidFill>
                  <a:srgbClr val="111410"/>
                </a:solidFill>
                <a:latin typeface="Montserrat"/>
                <a:ea typeface="Montserrat"/>
                <a:cs typeface="Montserrat"/>
              </a:defRPr>
            </a:pPr>
            <a:r>
              <a:rPr sz="1013" b="1">
                <a:solidFill>
                  <a:srgbClr val="111410"/>
                </a:solidFill>
                <a:latin typeface="Montserrat"/>
                <a:ea typeface="Montserrat"/>
                <a:cs typeface="Montserrat"/>
              </a:rPr>
              <a:t>Final review</a:t>
            </a:r>
          </a:p>
        </p:txBody>
      </p:sp>
      <p:sp>
        <p:nvSpPr>
          <p:cNvPr id="1528" name="Rectangle: Rounded Corners 1527">
            <a:extLst>
              <a:ext uri="{FF2B5EF4-FFF2-40B4-BE49-F238E27FC236}">
                <a16:creationId xmlns:a16="http://schemas.microsoft.com/office/drawing/2014/main" id="{8534E3F8-4153-4D41-8109-1103695547AA}"/>
              </a:ext>
            </a:extLst>
          </p:cNvPr>
          <p:cNvSpPr>
            <a:spLocks noGrp="1"/>
          </p:cNvSpPr>
          <p:nvPr/>
        </p:nvSpPr>
        <p:spPr>
          <a:xfrm>
            <a:off x="6000750" y="1381125"/>
            <a:ext cx="1428750" cy="361950"/>
          </a:xfrm>
          <a:prstGeom prst="roundRect">
            <a:avLst>
              <a:gd name="adj" fmla="val 50000"/>
            </a:avLst>
          </a:prstGeom>
          <a:solidFill>
            <a:srgbClr val="F7EDC8"/>
          </a:solidFill>
          <a:ln w="10954">
            <a:solidFill>
              <a:srgbClr val="4B8D17"/>
            </a:solidFill>
            <a:prstDash val="solid"/>
          </a:ln>
        </p:spPr>
        <p:txBody>
          <a:bodyPr lIns="76200" tIns="66675" rIns="76200" bIns="66675" anchor="ctr">
            <a:normAutofit fontScale="86906" lnSpcReduction="20000"/>
          </a:bodyPr>
          <a:lstStyle/>
          <a:p>
            <a:pPr algn="ctr">
              <a:buNone/>
              <a:defRPr sz="1013" b="1">
                <a:solidFill>
                  <a:srgbClr val="111410"/>
                </a:solidFill>
                <a:latin typeface="Montserrat"/>
                <a:ea typeface="Montserrat"/>
                <a:cs typeface="Montserrat"/>
              </a:defRPr>
            </a:pPr>
            <a:r>
              <a:rPr sz="1013" b="1">
                <a:solidFill>
                  <a:srgbClr val="111410"/>
                </a:solidFill>
                <a:latin typeface="Montserrat"/>
                <a:ea typeface="Montserrat"/>
                <a:cs typeface="Montserrat"/>
              </a:rPr>
              <a:t>Admin</a:t>
            </a:r>
          </a:p>
        </p:txBody>
      </p:sp>
      <p:sp>
        <p:nvSpPr>
          <p:cNvPr id="1529" name="Rectangle: Rounded Corners 1528">
            <a:extLst>
              <a:ext uri="{FF2B5EF4-FFF2-40B4-BE49-F238E27FC236}">
                <a16:creationId xmlns:a16="http://schemas.microsoft.com/office/drawing/2014/main" id="{4A7173EB-B8B5-4A64-B077-B94B768DDD30}"/>
              </a:ext>
            </a:extLst>
          </p:cNvPr>
          <p:cNvSpPr>
            <a:spLocks noGrp="1"/>
          </p:cNvSpPr>
          <p:nvPr/>
        </p:nvSpPr>
        <p:spPr>
          <a:xfrm>
            <a:off x="6000750" y="2000250"/>
            <a:ext cx="1428750" cy="495300"/>
          </a:xfrm>
          <a:prstGeom prst="roundRect">
            <a:avLst>
              <a:gd name="adj" fmla="val 15385"/>
            </a:avLst>
          </a:prstGeom>
          <a:solidFill>
            <a:srgbClr val="F4F7F1"/>
          </a:solidFill>
          <a:ln w="10954">
            <a:solidFill>
              <a:srgbClr val="4B8D17"/>
            </a:solidFill>
            <a:prstDash val="solid"/>
          </a:ln>
        </p:spPr>
        <p:txBody>
          <a:bodyPr lIns="76200" tIns="66675" rIns="76200" bIns="66675" anchor="ctr">
            <a:normAutofit/>
          </a:bodyPr>
          <a:lstStyle/>
          <a:p>
            <a:pPr algn="ctr">
              <a:buNone/>
              <a:defRPr sz="1013" b="1">
                <a:solidFill>
                  <a:srgbClr val="111410"/>
                </a:solidFill>
                <a:latin typeface="Montserrat"/>
                <a:ea typeface="Montserrat"/>
                <a:cs typeface="Montserrat"/>
              </a:defRPr>
            </a:pPr>
            <a:r>
              <a:rPr sz="1013" b="1">
                <a:solidFill>
                  <a:srgbClr val="111410"/>
                </a:solidFill>
                <a:latin typeface="Montserrat"/>
                <a:ea typeface="Montserrat"/>
                <a:cs typeface="Montserrat"/>
              </a:rPr>
              <a:t>Operate</a:t>
            </a:r>
          </a:p>
        </p:txBody>
      </p:sp>
      <p:sp>
        <p:nvSpPr>
          <p:cNvPr id="1530" name="Rectangle: Rounded Corners 1529">
            <a:extLst>
              <a:ext uri="{FF2B5EF4-FFF2-40B4-BE49-F238E27FC236}">
                <a16:creationId xmlns:a16="http://schemas.microsoft.com/office/drawing/2014/main" id="{EECBA25C-6C8F-42E7-86EC-140E23DF159F}"/>
              </a:ext>
            </a:extLst>
          </p:cNvPr>
          <p:cNvSpPr>
            <a:spLocks noGrp="1"/>
          </p:cNvSpPr>
          <p:nvPr/>
        </p:nvSpPr>
        <p:spPr>
          <a:xfrm>
            <a:off x="6000750" y="2686050"/>
            <a:ext cx="1428750" cy="495300"/>
          </a:xfrm>
          <a:prstGeom prst="roundRect">
            <a:avLst>
              <a:gd name="adj" fmla="val 15385"/>
            </a:avLst>
          </a:prstGeom>
          <a:solidFill>
            <a:srgbClr val="F4D7D3"/>
          </a:solidFill>
          <a:ln w="10954">
            <a:solidFill>
              <a:srgbClr val="4B8D17"/>
            </a:solidFill>
            <a:prstDash val="solid"/>
          </a:ln>
        </p:spPr>
        <p:txBody>
          <a:bodyPr lIns="76200" tIns="66675" rIns="76200" bIns="66675" anchor="ctr">
            <a:normAutofit/>
          </a:bodyPr>
          <a:lstStyle/>
          <a:p>
            <a:pPr algn="ctr">
              <a:buNone/>
              <a:defRPr sz="1013" b="1">
                <a:solidFill>
                  <a:srgbClr val="111410"/>
                </a:solidFill>
                <a:latin typeface="Montserrat"/>
                <a:ea typeface="Montserrat"/>
                <a:cs typeface="Montserrat"/>
              </a:defRPr>
            </a:pPr>
            <a:r>
              <a:rPr sz="1013" b="1">
                <a:solidFill>
                  <a:srgbClr val="111410"/>
                </a:solidFill>
                <a:latin typeface="Montserrat"/>
                <a:ea typeface="Montserrat"/>
                <a:cs typeface="Montserrat"/>
              </a:rPr>
              <a:t>Moderate</a:t>
            </a:r>
          </a:p>
        </p:txBody>
      </p:sp>
      <p:sp>
        <p:nvSpPr>
          <p:cNvPr id="1531" name="Rectangle: Rounded Corners 1530">
            <a:extLst>
              <a:ext uri="{FF2B5EF4-FFF2-40B4-BE49-F238E27FC236}">
                <a16:creationId xmlns:a16="http://schemas.microsoft.com/office/drawing/2014/main" id="{AA5622B0-F751-4819-B320-B6DA729BF39B}"/>
              </a:ext>
            </a:extLst>
          </p:cNvPr>
          <p:cNvSpPr>
            <a:spLocks noGrp="1"/>
          </p:cNvSpPr>
          <p:nvPr/>
        </p:nvSpPr>
        <p:spPr>
          <a:xfrm>
            <a:off x="6000750" y="3371850"/>
            <a:ext cx="1428750" cy="495300"/>
          </a:xfrm>
          <a:prstGeom prst="roundRect">
            <a:avLst>
              <a:gd name="adj" fmla="val 15385"/>
            </a:avLst>
          </a:prstGeom>
          <a:solidFill>
            <a:srgbClr val="DFF0D6"/>
          </a:solidFill>
          <a:ln w="10954">
            <a:solidFill>
              <a:srgbClr val="4B8D17"/>
            </a:solidFill>
            <a:prstDash val="solid"/>
          </a:ln>
        </p:spPr>
        <p:txBody>
          <a:bodyPr lIns="76200" tIns="66675" rIns="76200" bIns="66675" anchor="ctr">
            <a:normAutofit/>
          </a:bodyPr>
          <a:lstStyle/>
          <a:p>
            <a:pPr algn="ctr">
              <a:buNone/>
              <a:defRPr sz="1013" b="1">
                <a:solidFill>
                  <a:srgbClr val="111410"/>
                </a:solidFill>
                <a:latin typeface="Montserrat"/>
                <a:ea typeface="Montserrat"/>
                <a:cs typeface="Montserrat"/>
              </a:defRPr>
            </a:pPr>
            <a:r>
              <a:rPr sz="1013" b="1">
                <a:solidFill>
                  <a:srgbClr val="111410"/>
                </a:solidFill>
                <a:latin typeface="Montserrat"/>
                <a:ea typeface="Montserrat"/>
                <a:cs typeface="Montserrat"/>
              </a:rPr>
              <a:t>Audit</a:t>
            </a:r>
          </a:p>
        </p:txBody>
      </p:sp>
      <p:sp>
        <p:nvSpPr>
          <p:cNvPr id="1532" name="Rectangle 1531">
            <a:extLst>
              <a:ext uri="{FF2B5EF4-FFF2-40B4-BE49-F238E27FC236}">
                <a16:creationId xmlns:a16="http://schemas.microsoft.com/office/drawing/2014/main" id="{0F879BA0-CCE4-4CB4-A463-11E4430E3A15}"/>
              </a:ext>
            </a:extLst>
          </p:cNvPr>
          <p:cNvSpPr>
            <a:spLocks noGrp="1"/>
          </p:cNvSpPr>
          <p:nvPr/>
        </p:nvSpPr>
        <p:spPr>
          <a:xfrm>
            <a:off x="2667000" y="4333875"/>
            <a:ext cx="3810000" cy="323850"/>
          </a:xfrm>
          <a:prstGeom prst="rect">
            <a:avLst/>
          </a:prstGeom>
          <a:solidFill>
            <a:srgbClr val="DFF0D6"/>
          </a:solidFill>
          <a:ln w="13335">
            <a:solidFill>
              <a:srgbClr val="4B8D17"/>
            </a:solidFill>
            <a:prstDash val="solid"/>
          </a:ln>
        </p:spPr>
        <p:txBody>
          <a:bodyPr lIns="19050" tIns="19050" rIns="19050" bIns="19050" anchor="ctr">
            <a:normAutofit/>
          </a:bodyPr>
          <a:lstStyle/>
          <a:p>
            <a:pPr algn="ctr">
              <a:buNone/>
              <a:defRPr sz="938" b="1">
                <a:solidFill>
                  <a:srgbClr val="4B8D17"/>
                </a:solidFill>
                <a:latin typeface="Montserrat"/>
                <a:ea typeface="Montserrat"/>
                <a:cs typeface="Montserrat"/>
              </a:defRPr>
            </a:pPr>
            <a:r>
              <a:rPr sz="938" b="1">
                <a:solidFill>
                  <a:srgbClr val="4B8D17"/>
                </a:solidFill>
                <a:latin typeface="Montserrat"/>
                <a:ea typeface="Montserrat"/>
                <a:cs typeface="Montserrat"/>
              </a:rPr>
              <a:t>AI provider: không có quyền hire / reject</a:t>
            </a:r>
          </a:p>
        </p:txBody>
      </p:sp>
      <p:sp>
        <p:nvSpPr>
          <p:cNvPr id="1533" name="Rectangle 1532">
            <a:extLst>
              <a:ext uri="{FF2B5EF4-FFF2-40B4-BE49-F238E27FC236}">
                <a16:creationId xmlns:a16="http://schemas.microsoft.com/office/drawing/2014/main" id="{F2DC34D4-A3EC-4D1C-BCFB-CFEBD9B2847F}"/>
              </a:ext>
            </a:extLst>
          </p:cNvPr>
          <p:cNvSpPr>
            <a:spLocks noGrp="1"/>
          </p:cNvSpPr>
          <p:nvPr/>
        </p:nvSpPr>
        <p:spPr>
          <a:xfrm>
            <a:off x="714375" y="1028700"/>
            <a:ext cx="7715250" cy="304800"/>
          </a:xfrm>
          <a:prstGeom prst="rect">
            <a:avLst/>
          </a:prstGeom>
          <a:ln w="0">
            <a:prstDash val="solid"/>
          </a:ln>
        </p:spPr>
        <p:txBody>
          <a:bodyPr anchor="ctr">
            <a:normAutofit/>
          </a:bodyPr>
          <a:lstStyle/>
          <a:p>
            <a:pPr>
              <a:buNone/>
              <a:defRPr sz="1125">
                <a:solidFill>
                  <a:srgbClr val="526052"/>
                </a:solidFill>
                <a:latin typeface="Montserrat"/>
                <a:ea typeface="Montserrat"/>
                <a:cs typeface="Montserrat"/>
              </a:defRPr>
            </a:pPr>
            <a:r>
              <a:rPr sz="1125">
                <a:solidFill>
                  <a:srgbClr val="526052"/>
                </a:solidFill>
                <a:latin typeface="Montserrat"/>
                <a:ea typeface="Montserrat"/>
                <a:cs typeface="Montserrat"/>
              </a:rPr>
              <a:t>Quyền tăng theo trách nhiệm; AI không có quyền tuyển dụng.</a:t>
            </a:r>
          </a:p>
        </p:txBody>
      </p:sp>
      <p:sp>
        <p:nvSpPr>
          <p:cNvPr id="1534" name="TextBox 1533"/>
          <p:cNvSpPr txBox="1"/>
          <p:nvPr/>
        </p:nvSpPr>
        <p:spPr>
          <a:xfrm>
            <a:off x="713225" y="200000"/>
            <a:ext cx="1200000" cy="260000"/>
          </a:xfrm>
          <a:prstGeom prst="rect">
            <a:avLst/>
          </a:prstGeom>
          <a:noFill/>
        </p:spPr>
        <p:txBody>
          <a:bodyPr wrap="none" lIns="0" tIns="0">
            <a:spAutoFit/>
          </a:bodyPr>
          <a:lstStyle/>
          <a:p>
            <a:pPr>
              <a:defRPr sz="1100" b="1">
                <a:solidFill>
                  <a:srgbClr val="4B8D17"/>
                </a:solidFill>
                <a:latin typeface="Montserrat"/>
              </a:defRPr>
            </a:pPr>
            <a:r>
              <a:t>#04</a:t>
            </a:r>
          </a:p>
        </p:txBody>
      </p:sp>
    </p:spTree>
    <p:extLst>
      <p:ext uri="{BB962C8B-B14F-4D97-AF65-F5344CB8AC3E}">
        <p14:creationId xmlns:p14="http://schemas.microsoft.com/office/powerpoint/2010/main" val="102063687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93" name="Google Shape;1493;p116">
            <a:extLst>
              <a:ext uri="{FF2B5EF4-FFF2-40B4-BE49-F238E27FC236}">
                <a16:creationId xmlns:a16="http://schemas.microsoft.com/office/drawing/2014/main" id="{69B4E74C-CFC3-486A-B915-362FEE58ECC5}"/>
              </a:ext>
            </a:extLst>
          </p:cNvPr>
          <p:cNvSpPr>
            <a:spLocks noGrp="1"/>
          </p:cNvSpPr>
          <p:nvPr>
            <p:ph type="title"/>
          </p:nvPr>
        </p:nvSpPr>
        <p:spPr>
          <a:xfrm>
            <a:off x="714375" y="457200"/>
            <a:ext cx="7715250" cy="552450"/>
          </a:xfrm>
          <a:prstGeom prst="rect">
            <a:avLst/>
          </a:prstGeom>
        </p:spPr>
        <p:txBody>
          <a:bodyPr spcFirstLastPara="1" wrap="square" lIns="91425" tIns="91425" rIns="91425" bIns="91425" anchor="t">
            <a:normAutofit fontScale="90000"/>
          </a:bodyPr>
          <a:lstStyle/>
          <a:p>
            <a:pPr marL="0" lvl="0" indent="0" algn="r">
              <a:spcBef>
                <a:spcPts val="0"/>
              </a:spcBef>
              <a:spcAft>
                <a:spcPts val="0"/>
              </a:spcAft>
              <a:buNone/>
              <a:defRPr sz="2700" b="1">
                <a:solidFill>
                  <a:srgbClr val="111410"/>
                </a:solidFill>
                <a:latin typeface="Cambria"/>
                <a:ea typeface="Cambria"/>
                <a:cs typeface="Cambria"/>
              </a:defRPr>
            </a:pPr>
            <a:r>
              <a:rPr sz="2700" b="1">
                <a:solidFill>
                  <a:srgbClr val="111410"/>
                </a:solidFill>
                <a:latin typeface="Cambria"/>
                <a:ea typeface="Cambria"/>
                <a:cs typeface="Cambria"/>
              </a:rPr>
              <a:t>State machine giữ phiên luyện tập nhất quán</a:t>
            </a:r>
            <a:endParaRPr/>
          </a:p>
        </p:txBody>
      </p:sp>
      <p:sp>
        <p:nvSpPr>
          <p:cNvPr id="1495" name="Rectangle: Rounded Corners 1494">
            <a:extLst>
              <a:ext uri="{FF2B5EF4-FFF2-40B4-BE49-F238E27FC236}">
                <a16:creationId xmlns:a16="http://schemas.microsoft.com/office/drawing/2014/main" id="{D3B527E1-DF18-4DDD-A6F4-064580BFE1B4}"/>
              </a:ext>
            </a:extLst>
          </p:cNvPr>
          <p:cNvSpPr>
            <a:spLocks noGrp="1"/>
          </p:cNvSpPr>
          <p:nvPr/>
        </p:nvSpPr>
        <p:spPr>
          <a:xfrm>
            <a:off x="876300" y="2333625"/>
            <a:ext cx="1135063" cy="714375"/>
          </a:xfrm>
          <a:prstGeom prst="roundRect">
            <a:avLst>
              <a:gd name="adj" fmla="val 10667"/>
            </a:avLst>
          </a:prstGeom>
          <a:solidFill>
            <a:srgbClr val="D7E7F1"/>
          </a:solidFill>
          <a:ln w="10954">
            <a:solidFill>
              <a:srgbClr val="4B8D17"/>
            </a:solidFill>
            <a:prstDash val="solid"/>
          </a:ln>
        </p:spPr>
        <p:txBody>
          <a:bodyPr lIns="76200" tIns="66675" rIns="76200" bIns="66675" anchor="ctr">
            <a:normAutofit/>
          </a:bodyPr>
          <a:lstStyle/>
          <a:p>
            <a:pPr algn="ctr">
              <a:buNone/>
              <a:defRPr sz="1013" b="1">
                <a:solidFill>
                  <a:srgbClr val="111410"/>
                </a:solidFill>
                <a:latin typeface="Montserrat"/>
                <a:ea typeface="Montserrat"/>
                <a:cs typeface="Montserrat"/>
              </a:defRPr>
            </a:pPr>
            <a:r>
              <a:rPr sz="1013" b="1">
                <a:solidFill>
                  <a:srgbClr val="111410"/>
                </a:solidFill>
                <a:latin typeface="Montserrat"/>
                <a:ea typeface="Montserrat"/>
                <a:cs typeface="Montserrat"/>
              </a:rPr>
              <a:t>DRAFT</a:t>
            </a:r>
          </a:p>
        </p:txBody>
      </p:sp>
      <p:sp>
        <p:nvSpPr>
          <p:cNvPr id="1496" name="Rectangle: Rounded Corners 1495">
            <a:extLst>
              <a:ext uri="{FF2B5EF4-FFF2-40B4-BE49-F238E27FC236}">
                <a16:creationId xmlns:a16="http://schemas.microsoft.com/office/drawing/2014/main" id="{42E84641-DF68-447A-AC8B-DC4AA138ADD9}"/>
              </a:ext>
            </a:extLst>
          </p:cNvPr>
          <p:cNvSpPr>
            <a:spLocks noGrp="1"/>
          </p:cNvSpPr>
          <p:nvPr/>
        </p:nvSpPr>
        <p:spPr>
          <a:xfrm>
            <a:off x="2125663" y="2333625"/>
            <a:ext cx="1135063" cy="714375"/>
          </a:xfrm>
          <a:prstGeom prst="roundRect">
            <a:avLst>
              <a:gd name="adj" fmla="val 10667"/>
            </a:avLst>
          </a:prstGeom>
          <a:solidFill>
            <a:srgbClr val="E4D9EE"/>
          </a:solidFill>
          <a:ln w="10954">
            <a:solidFill>
              <a:srgbClr val="4B8D17"/>
            </a:solidFill>
            <a:prstDash val="solid"/>
          </a:ln>
        </p:spPr>
        <p:txBody>
          <a:bodyPr lIns="76200" tIns="66675" rIns="76200" bIns="66675" anchor="ctr">
            <a:normAutofit/>
          </a:bodyPr>
          <a:lstStyle/>
          <a:p>
            <a:pPr algn="ctr">
              <a:buNone/>
              <a:defRPr sz="1013" b="1">
                <a:solidFill>
                  <a:srgbClr val="111410"/>
                </a:solidFill>
                <a:latin typeface="Montserrat"/>
                <a:ea typeface="Montserrat"/>
                <a:cs typeface="Montserrat"/>
              </a:defRPr>
            </a:pPr>
            <a:r>
              <a:rPr sz="1013" b="1">
                <a:solidFill>
                  <a:srgbClr val="111410"/>
                </a:solidFill>
                <a:latin typeface="Montserrat"/>
                <a:ea typeface="Montserrat"/>
                <a:cs typeface="Montserrat"/>
              </a:rPr>
              <a:t>READY</a:t>
            </a:r>
          </a:p>
        </p:txBody>
      </p:sp>
      <p:sp>
        <p:nvSpPr>
          <p:cNvPr id="1497" name="Rectangle: Rounded Corners 1496">
            <a:extLst>
              <a:ext uri="{FF2B5EF4-FFF2-40B4-BE49-F238E27FC236}">
                <a16:creationId xmlns:a16="http://schemas.microsoft.com/office/drawing/2014/main" id="{260D15ED-4303-4FC7-A677-4A18E5C3F17F}"/>
              </a:ext>
            </a:extLst>
          </p:cNvPr>
          <p:cNvSpPr>
            <a:spLocks noGrp="1"/>
          </p:cNvSpPr>
          <p:nvPr/>
        </p:nvSpPr>
        <p:spPr>
          <a:xfrm>
            <a:off x="3375025" y="2333625"/>
            <a:ext cx="1135063" cy="714375"/>
          </a:xfrm>
          <a:prstGeom prst="roundRect">
            <a:avLst>
              <a:gd name="adj" fmla="val 10667"/>
            </a:avLst>
          </a:prstGeom>
          <a:solidFill>
            <a:srgbClr val="F7EDC8"/>
          </a:solidFill>
          <a:ln w="10954">
            <a:solidFill>
              <a:srgbClr val="4B8D17"/>
            </a:solidFill>
            <a:prstDash val="solid"/>
          </a:ln>
        </p:spPr>
        <p:txBody>
          <a:bodyPr lIns="76200" tIns="66675" rIns="76200" bIns="66675" anchor="ctr">
            <a:normAutofit/>
          </a:bodyPr>
          <a:lstStyle/>
          <a:p>
            <a:pPr algn="ctr">
              <a:buNone/>
              <a:defRPr sz="1013" b="1">
                <a:solidFill>
                  <a:srgbClr val="111410"/>
                </a:solidFill>
                <a:latin typeface="Montserrat"/>
                <a:ea typeface="Montserrat"/>
                <a:cs typeface="Montserrat"/>
              </a:defRPr>
            </a:pPr>
            <a:r>
              <a:rPr sz="1013" b="1">
                <a:solidFill>
                  <a:srgbClr val="111410"/>
                </a:solidFill>
                <a:latin typeface="Montserrat"/>
                <a:ea typeface="Montserrat"/>
                <a:cs typeface="Montserrat"/>
              </a:rPr>
              <a:t>RECORDING</a:t>
            </a:r>
          </a:p>
        </p:txBody>
      </p:sp>
      <p:sp>
        <p:nvSpPr>
          <p:cNvPr id="1498" name="Rectangle: Rounded Corners 1497">
            <a:extLst>
              <a:ext uri="{FF2B5EF4-FFF2-40B4-BE49-F238E27FC236}">
                <a16:creationId xmlns:a16="http://schemas.microsoft.com/office/drawing/2014/main" id="{658C97BE-7189-44CC-A015-D7D176D16AD9}"/>
              </a:ext>
            </a:extLst>
          </p:cNvPr>
          <p:cNvSpPr>
            <a:spLocks noGrp="1"/>
          </p:cNvSpPr>
          <p:nvPr/>
        </p:nvSpPr>
        <p:spPr>
          <a:xfrm>
            <a:off x="4624388" y="2333625"/>
            <a:ext cx="1135063" cy="714375"/>
          </a:xfrm>
          <a:prstGeom prst="roundRect">
            <a:avLst>
              <a:gd name="adj" fmla="val 10667"/>
            </a:avLst>
          </a:prstGeom>
          <a:solidFill>
            <a:srgbClr val="F4F7F1"/>
          </a:solidFill>
          <a:ln w="10954">
            <a:solidFill>
              <a:srgbClr val="4B8D17"/>
            </a:solidFill>
            <a:prstDash val="solid"/>
          </a:ln>
        </p:spPr>
        <p:txBody>
          <a:bodyPr lIns="76200" tIns="66675" rIns="76200" bIns="66675" anchor="ctr">
            <a:normAutofit/>
          </a:bodyPr>
          <a:lstStyle/>
          <a:p>
            <a:pPr algn="ctr">
              <a:buNone/>
              <a:defRPr sz="1013" b="1">
                <a:solidFill>
                  <a:srgbClr val="111410"/>
                </a:solidFill>
                <a:latin typeface="Montserrat"/>
                <a:ea typeface="Montserrat"/>
                <a:cs typeface="Montserrat"/>
              </a:defRPr>
            </a:pPr>
            <a:r>
              <a:rPr sz="1013" b="1">
                <a:solidFill>
                  <a:srgbClr val="111410"/>
                </a:solidFill>
                <a:latin typeface="Montserrat"/>
                <a:ea typeface="Montserrat"/>
                <a:cs typeface="Montserrat"/>
              </a:rPr>
              <a:t>PROCESSING</a:t>
            </a:r>
          </a:p>
        </p:txBody>
      </p:sp>
      <p:sp>
        <p:nvSpPr>
          <p:cNvPr id="1499" name="Rectangle: Rounded Corners 1498">
            <a:extLst>
              <a:ext uri="{FF2B5EF4-FFF2-40B4-BE49-F238E27FC236}">
                <a16:creationId xmlns:a16="http://schemas.microsoft.com/office/drawing/2014/main" id="{5FA34A23-3B72-496C-A02A-E11B73317088}"/>
              </a:ext>
            </a:extLst>
          </p:cNvPr>
          <p:cNvSpPr>
            <a:spLocks noGrp="1"/>
          </p:cNvSpPr>
          <p:nvPr/>
        </p:nvSpPr>
        <p:spPr>
          <a:xfrm>
            <a:off x="5873750" y="2333625"/>
            <a:ext cx="1135063" cy="714375"/>
          </a:xfrm>
          <a:prstGeom prst="roundRect">
            <a:avLst>
              <a:gd name="adj" fmla="val 10667"/>
            </a:avLst>
          </a:prstGeom>
          <a:solidFill>
            <a:srgbClr val="F4D7D3"/>
          </a:solidFill>
          <a:ln w="10954">
            <a:solidFill>
              <a:srgbClr val="4B8D17"/>
            </a:solidFill>
            <a:prstDash val="solid"/>
          </a:ln>
        </p:spPr>
        <p:txBody>
          <a:bodyPr lIns="76200" tIns="66675" rIns="76200" bIns="66675" anchor="ctr">
            <a:normAutofit/>
          </a:bodyPr>
          <a:lstStyle/>
          <a:p>
            <a:pPr algn="ctr">
              <a:buNone/>
              <a:defRPr sz="1013" b="1">
                <a:solidFill>
                  <a:srgbClr val="111410"/>
                </a:solidFill>
                <a:latin typeface="Montserrat"/>
                <a:ea typeface="Montserrat"/>
                <a:cs typeface="Montserrat"/>
              </a:defRPr>
            </a:pPr>
            <a:r>
              <a:rPr sz="1013" b="1">
                <a:solidFill>
                  <a:srgbClr val="111410"/>
                </a:solidFill>
                <a:latin typeface="Montserrat"/>
                <a:ea typeface="Montserrat"/>
                <a:cs typeface="Montserrat"/>
              </a:rPr>
              <a:t>REVIEWED</a:t>
            </a:r>
          </a:p>
        </p:txBody>
      </p:sp>
      <p:sp>
        <p:nvSpPr>
          <p:cNvPr id="1500" name="Rectangle: Rounded Corners 1499">
            <a:extLst>
              <a:ext uri="{FF2B5EF4-FFF2-40B4-BE49-F238E27FC236}">
                <a16:creationId xmlns:a16="http://schemas.microsoft.com/office/drawing/2014/main" id="{DF15F3A1-DCE8-49CA-A9DE-E41C2415CA0F}"/>
              </a:ext>
            </a:extLst>
          </p:cNvPr>
          <p:cNvSpPr>
            <a:spLocks noGrp="1"/>
          </p:cNvSpPr>
          <p:nvPr/>
        </p:nvSpPr>
        <p:spPr>
          <a:xfrm>
            <a:off x="7123113" y="2333625"/>
            <a:ext cx="1135063" cy="714375"/>
          </a:xfrm>
          <a:prstGeom prst="roundRect">
            <a:avLst>
              <a:gd name="adj" fmla="val 10667"/>
            </a:avLst>
          </a:prstGeom>
          <a:solidFill>
            <a:srgbClr val="DFF0D6"/>
          </a:solidFill>
          <a:ln w="10954">
            <a:solidFill>
              <a:srgbClr val="4B8D17"/>
            </a:solidFill>
            <a:prstDash val="solid"/>
          </a:ln>
        </p:spPr>
        <p:txBody>
          <a:bodyPr lIns="76200" tIns="66675" rIns="76200" bIns="66675" anchor="ctr">
            <a:normAutofit/>
          </a:bodyPr>
          <a:lstStyle/>
          <a:p>
            <a:pPr algn="ctr">
              <a:buNone/>
              <a:defRPr sz="1013" b="1">
                <a:solidFill>
                  <a:srgbClr val="111410"/>
                </a:solidFill>
                <a:latin typeface="Montserrat"/>
                <a:ea typeface="Montserrat"/>
                <a:cs typeface="Montserrat"/>
              </a:defRPr>
            </a:pPr>
            <a:r>
              <a:rPr sz="1013" b="1">
                <a:solidFill>
                  <a:srgbClr val="111410"/>
                </a:solidFill>
                <a:latin typeface="Montserrat"/>
                <a:ea typeface="Montserrat"/>
                <a:cs typeface="Montserrat"/>
              </a:rPr>
              <a:t>COMPLETED</a:t>
            </a:r>
          </a:p>
        </p:txBody>
      </p:sp>
      <p:cxnSp>
        <p:nvCxnSpPr>
          <p:cNvPr id="1701" name="Straight Arrow Connector 1628"/>
          <p:cNvCxnSpPr>
            <a:stCxn id="1495" idx="3"/>
            <a:endCxn id="1496" idx="1"/>
          </p:cNvCxnSpPr>
          <p:nvPr/>
        </p:nvCxnSpPr>
        <p:spPr>
          <a:xfrm>
            <a:off x="2011363" y="2690813"/>
            <a:ext cx="114300" cy="0"/>
          </a:xfrm>
          <a:prstGeom prst="straightConnector1">
            <a:avLst/>
          </a:prstGeom>
          <a:ln w="15240">
            <a:solidFill>
              <a:srgbClr val="4B8D17"/>
            </a:solidFill>
            <a:prstDash val="solid"/>
            <a:tailEnd type="triangle" w="sm" len="sm"/>
          </a:ln>
        </p:spPr>
      </p:cxnSp>
      <p:cxnSp>
        <p:nvCxnSpPr>
          <p:cNvPr id="1702" name="Straight Arrow Connector 1629"/>
          <p:cNvCxnSpPr>
            <a:stCxn id="1496" idx="3"/>
            <a:endCxn id="1497" idx="1"/>
          </p:cNvCxnSpPr>
          <p:nvPr/>
        </p:nvCxnSpPr>
        <p:spPr>
          <a:xfrm>
            <a:off x="3260726" y="2690813"/>
            <a:ext cx="114299" cy="0"/>
          </a:xfrm>
          <a:prstGeom prst="straightConnector1">
            <a:avLst/>
          </a:prstGeom>
          <a:ln w="15240">
            <a:solidFill>
              <a:srgbClr val="4B8D17"/>
            </a:solidFill>
            <a:prstDash val="solid"/>
            <a:tailEnd type="triangle" w="sm" len="sm"/>
          </a:ln>
        </p:spPr>
      </p:cxnSp>
      <p:cxnSp>
        <p:nvCxnSpPr>
          <p:cNvPr id="1703" name="Straight Arrow Connector 1630"/>
          <p:cNvCxnSpPr>
            <a:stCxn id="1497" idx="3"/>
            <a:endCxn id="1498" idx="1"/>
          </p:cNvCxnSpPr>
          <p:nvPr/>
        </p:nvCxnSpPr>
        <p:spPr>
          <a:xfrm>
            <a:off x="4510088" y="2690813"/>
            <a:ext cx="114300" cy="0"/>
          </a:xfrm>
          <a:prstGeom prst="straightConnector1">
            <a:avLst/>
          </a:prstGeom>
          <a:ln w="15240">
            <a:solidFill>
              <a:srgbClr val="4B8D17"/>
            </a:solidFill>
            <a:prstDash val="solid"/>
            <a:tailEnd type="triangle" w="sm" len="sm"/>
          </a:ln>
        </p:spPr>
      </p:cxnSp>
      <p:cxnSp>
        <p:nvCxnSpPr>
          <p:cNvPr id="1704" name="Straight Arrow Connector 1631"/>
          <p:cNvCxnSpPr>
            <a:stCxn id="1498" idx="3"/>
            <a:endCxn id="1499" idx="1"/>
          </p:cNvCxnSpPr>
          <p:nvPr/>
        </p:nvCxnSpPr>
        <p:spPr>
          <a:xfrm>
            <a:off x="5759451" y="2690813"/>
            <a:ext cx="114299" cy="0"/>
          </a:xfrm>
          <a:prstGeom prst="straightConnector1">
            <a:avLst/>
          </a:prstGeom>
          <a:ln w="15240">
            <a:solidFill>
              <a:srgbClr val="4B8D17"/>
            </a:solidFill>
            <a:prstDash val="solid"/>
            <a:tailEnd type="triangle" w="sm" len="sm"/>
          </a:ln>
        </p:spPr>
      </p:cxnSp>
      <p:cxnSp>
        <p:nvCxnSpPr>
          <p:cNvPr id="1705" name="Straight Arrow Connector 1632"/>
          <p:cNvCxnSpPr>
            <a:stCxn id="1499" idx="3"/>
            <a:endCxn id="1500" idx="1"/>
          </p:cNvCxnSpPr>
          <p:nvPr/>
        </p:nvCxnSpPr>
        <p:spPr>
          <a:xfrm>
            <a:off x="7008813" y="2690813"/>
            <a:ext cx="114300" cy="0"/>
          </a:xfrm>
          <a:prstGeom prst="straightConnector1">
            <a:avLst/>
          </a:prstGeom>
          <a:ln w="15240">
            <a:solidFill>
              <a:srgbClr val="4B8D17"/>
            </a:solidFill>
            <a:prstDash val="solid"/>
            <a:tailEnd type="triangle" w="sm" len="sm"/>
          </a:ln>
        </p:spPr>
      </p:cxnSp>
      <p:sp>
        <p:nvSpPr>
          <p:cNvPr id="1506" name="Rectangle: Rounded Corners 1505">
            <a:extLst>
              <a:ext uri="{FF2B5EF4-FFF2-40B4-BE49-F238E27FC236}">
                <a16:creationId xmlns:a16="http://schemas.microsoft.com/office/drawing/2014/main" id="{6124E5E3-94D0-4464-A368-C08E52B4366D}"/>
              </a:ext>
            </a:extLst>
          </p:cNvPr>
          <p:cNvSpPr>
            <a:spLocks noGrp="1"/>
          </p:cNvSpPr>
          <p:nvPr/>
        </p:nvSpPr>
        <p:spPr>
          <a:xfrm>
            <a:off x="3429000" y="3667125"/>
            <a:ext cx="2286000" cy="361950"/>
          </a:xfrm>
          <a:prstGeom prst="roundRect">
            <a:avLst>
              <a:gd name="adj" fmla="val 50000"/>
            </a:avLst>
          </a:prstGeom>
          <a:solidFill>
            <a:srgbClr val="DFF0D6"/>
          </a:solidFill>
          <a:ln w="13335">
            <a:solidFill>
              <a:srgbClr val="4B8D17"/>
            </a:solidFill>
            <a:prstDash val="solid"/>
          </a:ln>
        </p:spPr>
        <p:txBody>
          <a:bodyPr lIns="76200" tIns="66675" rIns="76200" bIns="66675" anchor="ctr">
            <a:normAutofit fontScale="85755"/>
          </a:bodyPr>
          <a:lstStyle/>
          <a:p>
            <a:pPr algn="ctr">
              <a:buNone/>
              <a:defRPr sz="938" b="1">
                <a:solidFill>
                  <a:srgbClr val="4B8D17"/>
                </a:solidFill>
                <a:latin typeface="Montserrat"/>
                <a:ea typeface="Montserrat"/>
                <a:cs typeface="Montserrat"/>
              </a:defRPr>
            </a:pPr>
            <a:r>
              <a:rPr sz="938" b="1">
                <a:solidFill>
                  <a:srgbClr val="4B8D17"/>
                </a:solidFill>
                <a:latin typeface="Montserrat"/>
                <a:ea typeface="Montserrat"/>
                <a:cs typeface="Montserrat"/>
              </a:rPr>
              <a:t>ERROR → retry / resume</a:t>
            </a:r>
          </a:p>
        </p:txBody>
      </p:sp>
      <p:sp>
        <p:nvSpPr>
          <p:cNvPr id="1585" name="Rectangle 1584">
            <a:extLst>
              <a:ext uri="{FF2B5EF4-FFF2-40B4-BE49-F238E27FC236}">
                <a16:creationId xmlns:a16="http://schemas.microsoft.com/office/drawing/2014/main" id="{0069A0BE-5EF1-43F3-84FA-6B02F21FFB63}"/>
              </a:ext>
            </a:extLst>
          </p:cNvPr>
          <p:cNvSpPr>
            <a:spLocks noGrp="1"/>
          </p:cNvSpPr>
          <p:nvPr/>
        </p:nvSpPr>
        <p:spPr>
          <a:xfrm>
            <a:off x="714375" y="1028700"/>
            <a:ext cx="7715250" cy="304800"/>
          </a:xfrm>
          <a:prstGeom prst="rect">
            <a:avLst/>
          </a:prstGeom>
          <a:ln w="0">
            <a:prstDash val="solid"/>
          </a:ln>
        </p:spPr>
        <p:txBody>
          <a:bodyPr anchor="ctr">
            <a:normAutofit/>
          </a:bodyPr>
          <a:lstStyle/>
          <a:p>
            <a:pPr>
              <a:buNone/>
              <a:defRPr sz="1125">
                <a:solidFill>
                  <a:srgbClr val="526052"/>
                </a:solidFill>
                <a:latin typeface="Montserrat"/>
                <a:ea typeface="Montserrat"/>
                <a:cs typeface="Montserrat"/>
              </a:defRPr>
            </a:pPr>
            <a:r>
              <a:rPr sz="1125">
                <a:solidFill>
                  <a:srgbClr val="526052"/>
                </a:solidFill>
                <a:latin typeface="Montserrat"/>
                <a:ea typeface="Montserrat"/>
                <a:cs typeface="Montserrat"/>
              </a:rPr>
              <a:t>Mỗi chuyển trạng thái có điều kiện và đường fallback.</a:t>
            </a:r>
          </a:p>
        </p:txBody>
      </p:sp>
      <p:sp>
        <p:nvSpPr>
          <p:cNvPr id="1706" name="TextBox 1705"/>
          <p:cNvSpPr txBox="1"/>
          <p:nvPr/>
        </p:nvSpPr>
        <p:spPr>
          <a:xfrm>
            <a:off x="713225" y="200000"/>
            <a:ext cx="1200000" cy="260000"/>
          </a:xfrm>
          <a:prstGeom prst="rect">
            <a:avLst/>
          </a:prstGeom>
          <a:noFill/>
        </p:spPr>
        <p:txBody>
          <a:bodyPr wrap="none" lIns="0" tIns="0">
            <a:spAutoFit/>
          </a:bodyPr>
          <a:lstStyle/>
          <a:p>
            <a:pPr>
              <a:defRPr sz="1100" b="1">
                <a:solidFill>
                  <a:srgbClr val="4B8D17"/>
                </a:solidFill>
                <a:latin typeface="Montserrat"/>
              </a:defRPr>
            </a:pPr>
            <a:r>
              <a:t>#04</a:t>
            </a:r>
          </a:p>
        </p:txBody>
      </p:sp>
    </p:spTree>
    <p:extLst>
      <p:ext uri="{BB962C8B-B14F-4D97-AF65-F5344CB8AC3E}">
        <p14:creationId xmlns:p14="http://schemas.microsoft.com/office/powerpoint/2010/main" val="124394589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506" name="Google Shape;1506;p117">
            <a:extLst>
              <a:ext uri="{FF2B5EF4-FFF2-40B4-BE49-F238E27FC236}">
                <a16:creationId xmlns:a16="http://schemas.microsoft.com/office/drawing/2014/main" id="{E8E4E02C-1244-4433-BE40-CD62A700B17E}"/>
              </a:ext>
            </a:extLst>
          </p:cNvPr>
          <p:cNvSpPr>
            <a:spLocks noGrp="1"/>
          </p:cNvSpPr>
          <p:nvPr>
            <p:ph type="title"/>
          </p:nvPr>
        </p:nvSpPr>
        <p:spPr>
          <a:xfrm>
            <a:off x="714375" y="773459"/>
            <a:ext cx="7715250" cy="552450"/>
          </a:xfrm>
          <a:prstGeom prst="rect">
            <a:avLst/>
          </a:prstGeom>
        </p:spPr>
        <p:txBody>
          <a:bodyPr spcFirstLastPara="1" wrap="square" lIns="91425" tIns="91425" rIns="91425" bIns="91425" anchor="t">
            <a:normAutofit fontScale="90000"/>
          </a:bodyPr>
          <a:lstStyle/>
          <a:p>
            <a:pPr marL="0" lvl="0" indent="0" algn="l">
              <a:spcBef>
                <a:spcPts val="0"/>
              </a:spcBef>
              <a:spcAft>
                <a:spcPts val="0"/>
              </a:spcAft>
              <a:buNone/>
              <a:defRPr sz="2700" b="1">
                <a:solidFill>
                  <a:srgbClr val="111410"/>
                </a:solidFill>
                <a:latin typeface="Cambria"/>
                <a:ea typeface="Cambria"/>
                <a:cs typeface="Cambria"/>
              </a:defRPr>
            </a:pPr>
            <a:r>
              <a:rPr sz="2700" b="1">
                <a:solidFill>
                  <a:srgbClr val="111410"/>
                </a:solidFill>
                <a:latin typeface="Cambria"/>
                <a:ea typeface="Cambria"/>
                <a:cs typeface="Cambria"/>
              </a:rPr>
              <a:t>Vòng đời tuyển dụng tách mời, phiên và đánh giá</a:t>
            </a:r>
            <a:endParaRPr/>
          </a:p>
        </p:txBody>
      </p:sp>
      <p:sp>
        <p:nvSpPr>
          <p:cNvPr id="1508" name="Rectangle: Rounded Corners 1507">
            <a:extLst>
              <a:ext uri="{FF2B5EF4-FFF2-40B4-BE49-F238E27FC236}">
                <a16:creationId xmlns:a16="http://schemas.microsoft.com/office/drawing/2014/main" id="{0E157AE5-5DA6-4D3F-99D6-E6FA77E35672}"/>
              </a:ext>
            </a:extLst>
          </p:cNvPr>
          <p:cNvSpPr>
            <a:spLocks noGrp="1"/>
          </p:cNvSpPr>
          <p:nvPr/>
        </p:nvSpPr>
        <p:spPr>
          <a:xfrm>
            <a:off x="876300" y="2203000"/>
            <a:ext cx="1135063" cy="714375"/>
          </a:xfrm>
          <a:prstGeom prst="roundRect">
            <a:avLst>
              <a:gd name="adj" fmla="val 10667"/>
            </a:avLst>
          </a:prstGeom>
          <a:solidFill>
            <a:srgbClr val="D7E7F1"/>
          </a:solidFill>
          <a:ln w="10954">
            <a:solidFill>
              <a:srgbClr val="4B8D17"/>
            </a:solidFill>
            <a:prstDash val="solid"/>
          </a:ln>
        </p:spPr>
        <p:txBody>
          <a:bodyPr lIns="76200" tIns="66675" rIns="76200" bIns="66675" anchor="ctr">
            <a:normAutofit/>
          </a:bodyPr>
          <a:lstStyle/>
          <a:p>
            <a:pPr algn="ctr">
              <a:buNone/>
              <a:defRPr sz="1013" b="1">
                <a:solidFill>
                  <a:srgbClr val="111410"/>
                </a:solidFill>
                <a:latin typeface="Montserrat"/>
                <a:ea typeface="Montserrat"/>
                <a:cs typeface="Montserrat"/>
              </a:defRPr>
            </a:pPr>
            <a:r>
              <a:rPr sz="1013" b="1">
                <a:solidFill>
                  <a:srgbClr val="111410"/>
                </a:solidFill>
                <a:latin typeface="Montserrat"/>
                <a:ea typeface="Montserrat"/>
                <a:cs typeface="Montserrat"/>
              </a:rPr>
              <a:t>Job + JD</a:t>
            </a:r>
          </a:p>
        </p:txBody>
      </p:sp>
      <p:sp>
        <p:nvSpPr>
          <p:cNvPr id="1509" name="Rectangle: Rounded Corners 1508">
            <a:extLst>
              <a:ext uri="{FF2B5EF4-FFF2-40B4-BE49-F238E27FC236}">
                <a16:creationId xmlns:a16="http://schemas.microsoft.com/office/drawing/2014/main" id="{F962423E-CCFE-4399-A1FA-4F5B3E658161}"/>
              </a:ext>
            </a:extLst>
          </p:cNvPr>
          <p:cNvSpPr>
            <a:spLocks noGrp="1"/>
          </p:cNvSpPr>
          <p:nvPr/>
        </p:nvSpPr>
        <p:spPr>
          <a:xfrm>
            <a:off x="2125663" y="2203000"/>
            <a:ext cx="1135063" cy="714375"/>
          </a:xfrm>
          <a:prstGeom prst="roundRect">
            <a:avLst>
              <a:gd name="adj" fmla="val 10667"/>
            </a:avLst>
          </a:prstGeom>
          <a:solidFill>
            <a:srgbClr val="E4D9EE"/>
          </a:solidFill>
          <a:ln w="10954">
            <a:solidFill>
              <a:srgbClr val="4B8D17"/>
            </a:solidFill>
            <a:prstDash val="solid"/>
          </a:ln>
        </p:spPr>
        <p:txBody>
          <a:bodyPr lIns="76200" tIns="66675" rIns="76200" bIns="66675" anchor="ctr">
            <a:normAutofit/>
          </a:bodyPr>
          <a:lstStyle/>
          <a:p>
            <a:pPr algn="ctr">
              <a:buNone/>
              <a:defRPr sz="1013" b="1">
                <a:solidFill>
                  <a:srgbClr val="111410"/>
                </a:solidFill>
                <a:latin typeface="Montserrat"/>
                <a:ea typeface="Montserrat"/>
                <a:cs typeface="Montserrat"/>
              </a:defRPr>
            </a:pPr>
            <a:r>
              <a:rPr sz="1013" b="1">
                <a:solidFill>
                  <a:srgbClr val="111410"/>
                </a:solidFill>
                <a:latin typeface="Montserrat"/>
                <a:ea typeface="Montserrat"/>
                <a:cs typeface="Montserrat"/>
              </a:rPr>
              <a:t>Campaign</a:t>
            </a:r>
          </a:p>
        </p:txBody>
      </p:sp>
      <p:sp>
        <p:nvSpPr>
          <p:cNvPr id="1510" name="Rectangle: Rounded Corners 1509">
            <a:extLst>
              <a:ext uri="{FF2B5EF4-FFF2-40B4-BE49-F238E27FC236}">
                <a16:creationId xmlns:a16="http://schemas.microsoft.com/office/drawing/2014/main" id="{1849AD82-88BC-415E-BA21-8C556A39D9CA}"/>
              </a:ext>
            </a:extLst>
          </p:cNvPr>
          <p:cNvSpPr>
            <a:spLocks noGrp="1"/>
          </p:cNvSpPr>
          <p:nvPr/>
        </p:nvSpPr>
        <p:spPr>
          <a:xfrm>
            <a:off x="3375025" y="2203000"/>
            <a:ext cx="1135063" cy="714375"/>
          </a:xfrm>
          <a:prstGeom prst="roundRect">
            <a:avLst>
              <a:gd name="adj" fmla="val 10667"/>
            </a:avLst>
          </a:prstGeom>
          <a:solidFill>
            <a:srgbClr val="F7EDC8"/>
          </a:solidFill>
          <a:ln w="10954">
            <a:solidFill>
              <a:srgbClr val="4B8D17"/>
            </a:solidFill>
            <a:prstDash val="solid"/>
          </a:ln>
        </p:spPr>
        <p:txBody>
          <a:bodyPr lIns="76200" tIns="66675" rIns="76200" bIns="66675" anchor="ctr">
            <a:normAutofit/>
          </a:bodyPr>
          <a:lstStyle/>
          <a:p>
            <a:pPr algn="ctr">
              <a:buNone/>
              <a:defRPr sz="1013" b="1">
                <a:solidFill>
                  <a:srgbClr val="111410"/>
                </a:solidFill>
                <a:latin typeface="Montserrat"/>
                <a:ea typeface="Montserrat"/>
                <a:cs typeface="Montserrat"/>
              </a:defRPr>
            </a:pPr>
            <a:r>
              <a:rPr sz="1013" b="1">
                <a:solidFill>
                  <a:srgbClr val="111410"/>
                </a:solidFill>
                <a:latin typeface="Montserrat"/>
                <a:ea typeface="Montserrat"/>
                <a:cs typeface="Montserrat"/>
              </a:rPr>
              <a:t>Invitation</a:t>
            </a:r>
          </a:p>
        </p:txBody>
      </p:sp>
      <p:sp>
        <p:nvSpPr>
          <p:cNvPr id="1511" name="Rectangle: Rounded Corners 1510">
            <a:extLst>
              <a:ext uri="{FF2B5EF4-FFF2-40B4-BE49-F238E27FC236}">
                <a16:creationId xmlns:a16="http://schemas.microsoft.com/office/drawing/2014/main" id="{5FA6BCAF-3A88-4774-9921-B74A28FC7B4C}"/>
              </a:ext>
            </a:extLst>
          </p:cNvPr>
          <p:cNvSpPr>
            <a:spLocks noGrp="1"/>
          </p:cNvSpPr>
          <p:nvPr/>
        </p:nvSpPr>
        <p:spPr>
          <a:xfrm>
            <a:off x="4624388" y="2203000"/>
            <a:ext cx="1135063" cy="714375"/>
          </a:xfrm>
          <a:prstGeom prst="roundRect">
            <a:avLst>
              <a:gd name="adj" fmla="val 10667"/>
            </a:avLst>
          </a:prstGeom>
          <a:solidFill>
            <a:srgbClr val="F4F7F1"/>
          </a:solidFill>
          <a:ln w="10954">
            <a:solidFill>
              <a:srgbClr val="4B8D17"/>
            </a:solidFill>
            <a:prstDash val="solid"/>
          </a:ln>
        </p:spPr>
        <p:txBody>
          <a:bodyPr lIns="76200" tIns="66675" rIns="76200" bIns="66675" anchor="ctr">
            <a:normAutofit/>
          </a:bodyPr>
          <a:lstStyle/>
          <a:p>
            <a:pPr algn="ctr">
              <a:buNone/>
              <a:defRPr sz="1013" b="1">
                <a:solidFill>
                  <a:srgbClr val="111410"/>
                </a:solidFill>
                <a:latin typeface="Montserrat"/>
                <a:ea typeface="Montserrat"/>
                <a:cs typeface="Montserrat"/>
              </a:defRPr>
            </a:pPr>
            <a:r>
              <a:rPr sz="1013" b="1">
                <a:solidFill>
                  <a:srgbClr val="111410"/>
                </a:solidFill>
                <a:latin typeface="Montserrat"/>
                <a:ea typeface="Montserrat"/>
                <a:cs typeface="Montserrat"/>
              </a:rPr>
              <a:t>Interview</a:t>
            </a:r>
          </a:p>
        </p:txBody>
      </p:sp>
      <p:sp>
        <p:nvSpPr>
          <p:cNvPr id="1512" name="Rectangle: Rounded Corners 1511">
            <a:extLst>
              <a:ext uri="{FF2B5EF4-FFF2-40B4-BE49-F238E27FC236}">
                <a16:creationId xmlns:a16="http://schemas.microsoft.com/office/drawing/2014/main" id="{853DA4CA-0242-4C24-9F38-5ACDBC5CEAE3}"/>
              </a:ext>
            </a:extLst>
          </p:cNvPr>
          <p:cNvSpPr>
            <a:spLocks noGrp="1"/>
          </p:cNvSpPr>
          <p:nvPr/>
        </p:nvSpPr>
        <p:spPr>
          <a:xfrm>
            <a:off x="5873750" y="2203000"/>
            <a:ext cx="1135063" cy="714375"/>
          </a:xfrm>
          <a:prstGeom prst="roundRect">
            <a:avLst>
              <a:gd name="adj" fmla="val 10667"/>
            </a:avLst>
          </a:prstGeom>
          <a:solidFill>
            <a:srgbClr val="F4D7D3"/>
          </a:solidFill>
          <a:ln w="10954">
            <a:solidFill>
              <a:srgbClr val="4B8D17"/>
            </a:solidFill>
            <a:prstDash val="solid"/>
          </a:ln>
        </p:spPr>
        <p:txBody>
          <a:bodyPr lIns="76200" tIns="66675" rIns="76200" bIns="66675" anchor="ctr">
            <a:normAutofit/>
          </a:bodyPr>
          <a:lstStyle/>
          <a:p>
            <a:pPr algn="ctr">
              <a:buNone/>
              <a:defRPr sz="1013" b="1">
                <a:solidFill>
                  <a:srgbClr val="111410"/>
                </a:solidFill>
                <a:latin typeface="Montserrat"/>
                <a:ea typeface="Montserrat"/>
                <a:cs typeface="Montserrat"/>
              </a:defRPr>
            </a:pPr>
            <a:r>
              <a:rPr sz="1013" b="1">
                <a:solidFill>
                  <a:srgbClr val="111410"/>
                </a:solidFill>
                <a:latin typeface="Montserrat"/>
                <a:ea typeface="Montserrat"/>
                <a:cs typeface="Montserrat"/>
              </a:rPr>
              <a:t>Evidence</a:t>
            </a:r>
          </a:p>
        </p:txBody>
      </p:sp>
      <p:sp>
        <p:nvSpPr>
          <p:cNvPr id="1513" name="Rectangle: Rounded Corners 1512">
            <a:extLst>
              <a:ext uri="{FF2B5EF4-FFF2-40B4-BE49-F238E27FC236}">
                <a16:creationId xmlns:a16="http://schemas.microsoft.com/office/drawing/2014/main" id="{D90CD0E0-6B0D-4D9D-BFE1-96D5FB5211AE}"/>
              </a:ext>
            </a:extLst>
          </p:cNvPr>
          <p:cNvSpPr>
            <a:spLocks noGrp="1"/>
          </p:cNvSpPr>
          <p:nvPr/>
        </p:nvSpPr>
        <p:spPr>
          <a:xfrm>
            <a:off x="7123113" y="2203000"/>
            <a:ext cx="1135063" cy="714375"/>
          </a:xfrm>
          <a:prstGeom prst="roundRect">
            <a:avLst>
              <a:gd name="adj" fmla="val 10667"/>
            </a:avLst>
          </a:prstGeom>
          <a:solidFill>
            <a:srgbClr val="DFF0D6"/>
          </a:solidFill>
          <a:ln w="10954">
            <a:solidFill>
              <a:srgbClr val="4B8D17"/>
            </a:solidFill>
            <a:prstDash val="solid"/>
          </a:ln>
        </p:spPr>
        <p:txBody>
          <a:bodyPr lIns="76200" tIns="66675" rIns="76200" bIns="66675" anchor="ctr">
            <a:normAutofit/>
          </a:bodyPr>
          <a:lstStyle/>
          <a:p>
            <a:pPr algn="ctr">
              <a:buNone/>
              <a:defRPr sz="1013" b="1">
                <a:solidFill>
                  <a:srgbClr val="111410"/>
                </a:solidFill>
                <a:latin typeface="Montserrat"/>
                <a:ea typeface="Montserrat"/>
                <a:cs typeface="Montserrat"/>
              </a:defRPr>
            </a:pPr>
            <a:r>
              <a:rPr sz="1013" b="1">
                <a:solidFill>
                  <a:srgbClr val="111410"/>
                </a:solidFill>
                <a:latin typeface="Montserrat"/>
                <a:ea typeface="Montserrat"/>
                <a:cs typeface="Montserrat"/>
              </a:rPr>
              <a:t>Final review</a:t>
            </a:r>
          </a:p>
        </p:txBody>
      </p:sp>
      <p:cxnSp>
        <p:nvCxnSpPr>
          <p:cNvPr id="1745" name="Straight Arrow Connector 1660"/>
          <p:cNvCxnSpPr>
            <a:stCxn id="1508" idx="3"/>
            <a:endCxn id="1509" idx="1"/>
          </p:cNvCxnSpPr>
          <p:nvPr/>
        </p:nvCxnSpPr>
        <p:spPr>
          <a:xfrm>
            <a:off x="2011363" y="2560188"/>
            <a:ext cx="114300" cy="0"/>
          </a:xfrm>
          <a:prstGeom prst="straightConnector1">
            <a:avLst/>
          </a:prstGeom>
          <a:ln w="15240">
            <a:solidFill>
              <a:srgbClr val="4B8D17"/>
            </a:solidFill>
            <a:prstDash val="solid"/>
            <a:tailEnd type="triangle" w="sm" len="sm"/>
          </a:ln>
        </p:spPr>
      </p:cxnSp>
      <p:cxnSp>
        <p:nvCxnSpPr>
          <p:cNvPr id="1746" name="Straight Arrow Connector 1661"/>
          <p:cNvCxnSpPr>
            <a:stCxn id="1509" idx="3"/>
            <a:endCxn id="1510" idx="1"/>
          </p:cNvCxnSpPr>
          <p:nvPr/>
        </p:nvCxnSpPr>
        <p:spPr>
          <a:xfrm>
            <a:off x="3260726" y="2560188"/>
            <a:ext cx="114299" cy="0"/>
          </a:xfrm>
          <a:prstGeom prst="straightConnector1">
            <a:avLst/>
          </a:prstGeom>
          <a:ln w="15240">
            <a:solidFill>
              <a:srgbClr val="4B8D17"/>
            </a:solidFill>
            <a:prstDash val="solid"/>
            <a:tailEnd type="triangle" w="sm" len="sm"/>
          </a:ln>
        </p:spPr>
      </p:cxnSp>
      <p:cxnSp>
        <p:nvCxnSpPr>
          <p:cNvPr id="1747" name="Straight Arrow Connector 1662"/>
          <p:cNvCxnSpPr>
            <a:stCxn id="1510" idx="3"/>
            <a:endCxn id="1511" idx="1"/>
          </p:cNvCxnSpPr>
          <p:nvPr/>
        </p:nvCxnSpPr>
        <p:spPr>
          <a:xfrm>
            <a:off x="4510088" y="2560188"/>
            <a:ext cx="114300" cy="0"/>
          </a:xfrm>
          <a:prstGeom prst="straightConnector1">
            <a:avLst/>
          </a:prstGeom>
          <a:ln w="15240">
            <a:solidFill>
              <a:srgbClr val="4B8D17"/>
            </a:solidFill>
            <a:prstDash val="solid"/>
            <a:tailEnd type="triangle" w="sm" len="sm"/>
          </a:ln>
        </p:spPr>
      </p:cxnSp>
      <p:cxnSp>
        <p:nvCxnSpPr>
          <p:cNvPr id="1748" name="Straight Arrow Connector 1663"/>
          <p:cNvCxnSpPr>
            <a:stCxn id="1511" idx="3"/>
            <a:endCxn id="1512" idx="1"/>
          </p:cNvCxnSpPr>
          <p:nvPr/>
        </p:nvCxnSpPr>
        <p:spPr>
          <a:xfrm>
            <a:off x="5759451" y="2560188"/>
            <a:ext cx="114299" cy="0"/>
          </a:xfrm>
          <a:prstGeom prst="straightConnector1">
            <a:avLst/>
          </a:prstGeom>
          <a:ln w="15240">
            <a:solidFill>
              <a:srgbClr val="4B8D17"/>
            </a:solidFill>
            <a:prstDash val="solid"/>
            <a:tailEnd type="triangle" w="sm" len="sm"/>
          </a:ln>
        </p:spPr>
      </p:cxnSp>
      <p:cxnSp>
        <p:nvCxnSpPr>
          <p:cNvPr id="1749" name="Straight Arrow Connector 1664"/>
          <p:cNvCxnSpPr>
            <a:stCxn id="1512" idx="3"/>
            <a:endCxn id="1513" idx="1"/>
          </p:cNvCxnSpPr>
          <p:nvPr/>
        </p:nvCxnSpPr>
        <p:spPr>
          <a:xfrm>
            <a:off x="7008813" y="2560188"/>
            <a:ext cx="114300" cy="0"/>
          </a:xfrm>
          <a:prstGeom prst="straightConnector1">
            <a:avLst/>
          </a:prstGeom>
          <a:ln w="15240">
            <a:solidFill>
              <a:srgbClr val="4B8D17"/>
            </a:solidFill>
            <a:prstDash val="solid"/>
            <a:tailEnd type="triangle" w="sm" len="sm"/>
          </a:ln>
        </p:spPr>
      </p:cxnSp>
      <p:sp>
        <p:nvSpPr>
          <p:cNvPr id="1519" name="Rectangle: Rounded Corners 1518">
            <a:extLst>
              <a:ext uri="{FF2B5EF4-FFF2-40B4-BE49-F238E27FC236}">
                <a16:creationId xmlns:a16="http://schemas.microsoft.com/office/drawing/2014/main" id="{AD514EBD-C0BC-4C32-A4CF-593A6199CEF0}"/>
              </a:ext>
            </a:extLst>
          </p:cNvPr>
          <p:cNvSpPr>
            <a:spLocks noGrp="1"/>
          </p:cNvSpPr>
          <p:nvPr/>
        </p:nvSpPr>
        <p:spPr>
          <a:xfrm>
            <a:off x="6238875" y="3536500"/>
            <a:ext cx="1809750" cy="361950"/>
          </a:xfrm>
          <a:prstGeom prst="roundRect">
            <a:avLst>
              <a:gd name="adj" fmla="val 50000"/>
            </a:avLst>
          </a:prstGeom>
          <a:solidFill>
            <a:srgbClr val="DFF0D6"/>
          </a:solidFill>
          <a:ln w="13335">
            <a:solidFill>
              <a:srgbClr val="4B8D17"/>
            </a:solidFill>
            <a:prstDash val="solid"/>
          </a:ln>
        </p:spPr>
        <p:txBody>
          <a:bodyPr lIns="76200" tIns="66675" rIns="76200" bIns="66675" anchor="ctr">
            <a:normAutofit fontScale="85755"/>
          </a:bodyPr>
          <a:lstStyle/>
          <a:p>
            <a:pPr algn="ctr">
              <a:buNone/>
              <a:defRPr sz="938" b="1">
                <a:solidFill>
                  <a:srgbClr val="4B8D17"/>
                </a:solidFill>
                <a:latin typeface="Montserrat"/>
                <a:ea typeface="Montserrat"/>
                <a:cs typeface="Montserrat"/>
              </a:defRPr>
            </a:pPr>
            <a:r>
              <a:rPr sz="938" b="1">
                <a:solidFill>
                  <a:srgbClr val="4B8D17"/>
                </a:solidFill>
                <a:latin typeface="Montserrat"/>
                <a:ea typeface="Montserrat"/>
                <a:cs typeface="Montserrat"/>
              </a:rPr>
              <a:t>Recruiter quyết định</a:t>
            </a:r>
          </a:p>
        </p:txBody>
      </p:sp>
      <p:cxnSp>
        <p:nvCxnSpPr>
          <p:cNvPr id="1751" name="Straight Arrow Connector 1666"/>
          <p:cNvCxnSpPr>
            <a:stCxn id="1512" idx="3"/>
            <a:endCxn id="1513" idx="1"/>
          </p:cNvCxnSpPr>
          <p:nvPr/>
        </p:nvCxnSpPr>
        <p:spPr>
          <a:xfrm>
            <a:off x="7008813" y="2560188"/>
            <a:ext cx="114300" cy="0"/>
          </a:xfrm>
          <a:prstGeom prst="straightConnector1">
            <a:avLst/>
          </a:prstGeom>
          <a:ln w="15240">
            <a:solidFill>
              <a:srgbClr val="4B8D17"/>
            </a:solidFill>
            <a:prstDash val="solid"/>
            <a:tailEnd type="triangle" w="sm" len="sm"/>
          </a:ln>
        </p:spPr>
      </p:cxnSp>
      <p:sp>
        <p:nvSpPr>
          <p:cNvPr id="1611" name="Rectangle 1610">
            <a:extLst>
              <a:ext uri="{FF2B5EF4-FFF2-40B4-BE49-F238E27FC236}">
                <a16:creationId xmlns:a16="http://schemas.microsoft.com/office/drawing/2014/main" id="{5777DFB0-532C-49BD-8B72-B797383E2892}"/>
              </a:ext>
            </a:extLst>
          </p:cNvPr>
          <p:cNvSpPr>
            <a:spLocks noGrp="1"/>
          </p:cNvSpPr>
          <p:nvPr/>
        </p:nvSpPr>
        <p:spPr>
          <a:xfrm>
            <a:off x="714375" y="1344959"/>
            <a:ext cx="7715250" cy="304800"/>
          </a:xfrm>
          <a:prstGeom prst="rect">
            <a:avLst/>
          </a:prstGeom>
          <a:ln w="0">
            <a:prstDash val="solid"/>
          </a:ln>
        </p:spPr>
        <p:txBody>
          <a:bodyPr anchor="ctr">
            <a:normAutofit/>
          </a:bodyPr>
          <a:lstStyle/>
          <a:p>
            <a:pPr>
              <a:buNone/>
              <a:defRPr sz="1125">
                <a:solidFill>
                  <a:srgbClr val="526052"/>
                </a:solidFill>
                <a:latin typeface="Montserrat"/>
                <a:ea typeface="Montserrat"/>
                <a:cs typeface="Montserrat"/>
              </a:defRPr>
            </a:pPr>
            <a:r>
              <a:rPr sz="1125">
                <a:solidFill>
                  <a:srgbClr val="526052"/>
                </a:solidFill>
                <a:latin typeface="Montserrat"/>
                <a:ea typeface="Montserrat"/>
                <a:cs typeface="Montserrat"/>
              </a:rPr>
              <a:t>Tách ownership giúp audit và xóa dữ liệu đúng phạm vi.</a:t>
            </a:r>
          </a:p>
        </p:txBody>
      </p:sp>
      <p:sp>
        <p:nvSpPr>
          <p:cNvPr id="1752" name="TextBox 1751"/>
          <p:cNvSpPr txBox="1"/>
          <p:nvPr/>
        </p:nvSpPr>
        <p:spPr>
          <a:xfrm>
            <a:off x="713225" y="200000"/>
            <a:ext cx="1200000" cy="260000"/>
          </a:xfrm>
          <a:prstGeom prst="rect">
            <a:avLst/>
          </a:prstGeom>
          <a:noFill/>
        </p:spPr>
        <p:txBody>
          <a:bodyPr wrap="none" lIns="0" tIns="0">
            <a:spAutoFit/>
          </a:bodyPr>
          <a:lstStyle/>
          <a:p>
            <a:pPr>
              <a:defRPr sz="1100" b="1">
                <a:solidFill>
                  <a:srgbClr val="4B8D17"/>
                </a:solidFill>
                <a:latin typeface="Montserrat"/>
              </a:defRPr>
            </a:pPr>
            <a:r>
              <a:t>#04</a:t>
            </a:r>
          </a:p>
        </p:txBody>
      </p:sp>
    </p:spTree>
    <p:extLst>
      <p:ext uri="{BB962C8B-B14F-4D97-AF65-F5344CB8AC3E}">
        <p14:creationId xmlns:p14="http://schemas.microsoft.com/office/powerpoint/2010/main" val="30180969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ctr">
              <a:defRPr sz="2600" b="1">
                <a:solidFill>
                  <a:srgbClr val="111410"/>
                </a:solidFill>
                <a:latin typeface="Cambria"/>
              </a:defRPr>
            </a:pPr>
            <a:r>
              <a:t>Phương pháp</a:t>
            </a:r>
          </a:p>
        </p:txBody>
      </p:sp>
      <p:sp>
        <p:nvSpPr>
          <p:cNvPr id="3" name="Title 2"/>
          <p:cNvSpPr>
            <a:spLocks noGrp="1"/>
          </p:cNvSpPr>
          <p:nvPr>
            <p:ph type="title" idx="2"/>
          </p:nvPr>
        </p:nvSpPr>
        <p:spPr/>
        <p:txBody>
          <a:bodyPr/>
          <a:lstStyle/>
          <a:p>
            <a:pPr algn="ctr">
              <a:defRPr sz="4400" b="1">
                <a:solidFill>
                  <a:srgbClr val="4B8D17"/>
                </a:solidFill>
                <a:latin typeface="Cambria"/>
              </a:defRPr>
            </a:pPr>
            <a:r>
              <a:t>02</a:t>
            </a:r>
          </a:p>
        </p:txBody>
      </p:sp>
      <p:sp>
        <p:nvSpPr>
          <p:cNvPr id="4" name="Subtitle 3"/>
          <p:cNvSpPr>
            <a:spLocks noGrp="1"/>
          </p:cNvSpPr>
          <p:nvPr>
            <p:ph type="subTitle" idx="1"/>
          </p:nvPr>
        </p:nvSpPr>
        <p:spPr/>
        <p:txBody>
          <a:bodyPr/>
          <a:lstStyle/>
          <a:p>
            <a:pPr algn="ctr">
              <a:defRPr sz="1300">
                <a:solidFill>
                  <a:srgbClr val="526052"/>
                </a:solidFill>
                <a:latin typeface="Montserrat"/>
              </a:defRPr>
            </a:pPr>
            <a:r>
              <a:t>Nền tảng và cách xác minh</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37" name="Google Shape;637;p74">
            <a:extLst>
              <a:ext uri="{FF2B5EF4-FFF2-40B4-BE49-F238E27FC236}">
                <a16:creationId xmlns:a16="http://schemas.microsoft.com/office/drawing/2014/main" id="{4F04F552-971B-4648-A6D5-F3F3BCD153B5}"/>
              </a:ext>
            </a:extLst>
          </p:cNvPr>
          <p:cNvSpPr>
            <a:spLocks noGrp="1"/>
          </p:cNvSpPr>
          <p:nvPr>
            <p:ph type="title"/>
          </p:nvPr>
        </p:nvSpPr>
        <p:spPr>
          <a:xfrm>
            <a:off x="714375" y="457200"/>
            <a:ext cx="7715250" cy="552450"/>
          </a:xfrm>
          <a:prstGeom prst="rect">
            <a:avLst/>
          </a:prstGeom>
        </p:spPr>
        <p:txBody>
          <a:bodyPr spcFirstLastPara="1" wrap="square" lIns="91425" tIns="91425" rIns="91425" bIns="91425" anchor="t">
            <a:normAutofit fontScale="90000"/>
          </a:bodyPr>
          <a:lstStyle/>
          <a:p>
            <a:pPr marL="0" lvl="0" indent="0" algn="l">
              <a:spcBef>
                <a:spcPts val="0"/>
              </a:spcBef>
              <a:spcAft>
                <a:spcPts val="0"/>
              </a:spcAft>
              <a:buClr>
                <a:schemeClr val="dk1"/>
              </a:buClr>
              <a:buSzPts val="1100"/>
              <a:buFont typeface="Arial"/>
              <a:buNone/>
              <a:defRPr sz="2700" b="1">
                <a:solidFill>
                  <a:srgbClr val="111410"/>
                </a:solidFill>
                <a:latin typeface="Cambria"/>
                <a:ea typeface="Cambria"/>
                <a:cs typeface="Cambria"/>
              </a:defRPr>
            </a:pPr>
            <a:r>
              <a:rPr sz="2700" b="1">
                <a:solidFill>
                  <a:srgbClr val="111410"/>
                </a:solidFill>
                <a:latin typeface="Cambria"/>
                <a:ea typeface="Cambria"/>
                <a:cs typeface="Cambria"/>
              </a:rPr>
              <a:t>Fallback giữ phiên tiếp tục khi provider lỗi</a:t>
            </a:r>
            <a:endParaRPr/>
          </a:p>
        </p:txBody>
      </p:sp>
      <p:sp>
        <p:nvSpPr>
          <p:cNvPr id="638" name="Rectangle: Rounded Corners 637">
            <a:extLst>
              <a:ext uri="{FF2B5EF4-FFF2-40B4-BE49-F238E27FC236}">
                <a16:creationId xmlns:a16="http://schemas.microsoft.com/office/drawing/2014/main" id="{BD1CC9B8-9400-45D9-9A2C-BD11883BCCC3}"/>
              </a:ext>
            </a:extLst>
          </p:cNvPr>
          <p:cNvSpPr>
            <a:spLocks noGrp="1"/>
          </p:cNvSpPr>
          <p:nvPr/>
        </p:nvSpPr>
        <p:spPr>
          <a:xfrm>
            <a:off x="2095500" y="1731620"/>
            <a:ext cx="1536700" cy="685800"/>
          </a:xfrm>
          <a:prstGeom prst="roundRect">
            <a:avLst>
              <a:gd name="adj" fmla="val 11111"/>
            </a:avLst>
          </a:prstGeom>
          <a:solidFill>
            <a:srgbClr val="D7E7F1"/>
          </a:solidFill>
          <a:ln w="10954">
            <a:solidFill>
              <a:srgbClr val="4B8D17"/>
            </a:solidFill>
            <a:prstDash val="solid"/>
          </a:ln>
        </p:spPr>
        <p:txBody>
          <a:bodyPr lIns="76200" tIns="66675" rIns="76200" bIns="66675" anchor="ctr">
            <a:normAutofit/>
          </a:bodyPr>
          <a:lstStyle/>
          <a:p>
            <a:pPr algn="ctr">
              <a:buNone/>
              <a:defRPr sz="1013" b="1">
                <a:solidFill>
                  <a:srgbClr val="111410"/>
                </a:solidFill>
                <a:latin typeface="Montserrat"/>
                <a:ea typeface="Montserrat"/>
                <a:cs typeface="Montserrat"/>
              </a:defRPr>
            </a:pPr>
            <a:r>
              <a:rPr sz="1013" b="1">
                <a:solidFill>
                  <a:srgbClr val="111410"/>
                </a:solidFill>
                <a:latin typeface="Montserrat"/>
                <a:ea typeface="Montserrat"/>
                <a:cs typeface="Montserrat"/>
              </a:rPr>
              <a:t>Audio stream</a:t>
            </a:r>
          </a:p>
        </p:txBody>
      </p:sp>
      <p:sp>
        <p:nvSpPr>
          <p:cNvPr id="639" name="Rectangle: Rounded Corners 638">
            <a:extLst>
              <a:ext uri="{FF2B5EF4-FFF2-40B4-BE49-F238E27FC236}">
                <a16:creationId xmlns:a16="http://schemas.microsoft.com/office/drawing/2014/main" id="{236EFE19-7B21-4DA8-9466-68A4C033701A}"/>
              </a:ext>
            </a:extLst>
          </p:cNvPr>
          <p:cNvSpPr>
            <a:spLocks noGrp="1"/>
          </p:cNvSpPr>
          <p:nvPr/>
        </p:nvSpPr>
        <p:spPr>
          <a:xfrm>
            <a:off x="3803650" y="1731620"/>
            <a:ext cx="1536700" cy="685800"/>
          </a:xfrm>
          <a:prstGeom prst="roundRect">
            <a:avLst>
              <a:gd name="adj" fmla="val 11111"/>
            </a:avLst>
          </a:prstGeom>
          <a:solidFill>
            <a:srgbClr val="E4D9EE"/>
          </a:solidFill>
          <a:ln w="10954">
            <a:solidFill>
              <a:srgbClr val="4B8D17"/>
            </a:solidFill>
            <a:prstDash val="solid"/>
          </a:ln>
        </p:spPr>
        <p:txBody>
          <a:bodyPr lIns="76200" tIns="66675" rIns="76200" bIns="66675" anchor="ctr">
            <a:normAutofit/>
          </a:bodyPr>
          <a:lstStyle/>
          <a:p>
            <a:pPr algn="ctr">
              <a:buNone/>
              <a:defRPr sz="1013" b="1">
                <a:solidFill>
                  <a:srgbClr val="111410"/>
                </a:solidFill>
                <a:latin typeface="Montserrat"/>
                <a:ea typeface="Montserrat"/>
                <a:cs typeface="Montserrat"/>
              </a:defRPr>
            </a:pPr>
            <a:r>
              <a:rPr sz="1013" b="1">
                <a:solidFill>
                  <a:srgbClr val="111410"/>
                </a:solidFill>
                <a:latin typeface="Montserrat"/>
                <a:ea typeface="Montserrat"/>
                <a:cs typeface="Montserrat"/>
              </a:rPr>
              <a:t>AssemblyAI</a:t>
            </a:r>
          </a:p>
        </p:txBody>
      </p:sp>
      <p:sp>
        <p:nvSpPr>
          <p:cNvPr id="640" name="Rectangle: Rounded Corners 639">
            <a:extLst>
              <a:ext uri="{FF2B5EF4-FFF2-40B4-BE49-F238E27FC236}">
                <a16:creationId xmlns:a16="http://schemas.microsoft.com/office/drawing/2014/main" id="{C42E9F75-B13F-4C8E-A901-38A65359DFF8}"/>
              </a:ext>
            </a:extLst>
          </p:cNvPr>
          <p:cNvSpPr>
            <a:spLocks noGrp="1"/>
          </p:cNvSpPr>
          <p:nvPr/>
        </p:nvSpPr>
        <p:spPr>
          <a:xfrm>
            <a:off x="5511800" y="1731620"/>
            <a:ext cx="1536700" cy="685800"/>
          </a:xfrm>
          <a:prstGeom prst="roundRect">
            <a:avLst>
              <a:gd name="adj" fmla="val 11111"/>
            </a:avLst>
          </a:prstGeom>
          <a:solidFill>
            <a:srgbClr val="F7EDC8"/>
          </a:solidFill>
          <a:ln w="10954">
            <a:solidFill>
              <a:srgbClr val="4B8D17"/>
            </a:solidFill>
            <a:prstDash val="solid"/>
          </a:ln>
        </p:spPr>
        <p:txBody>
          <a:bodyPr lIns="76200" tIns="66675" rIns="76200" bIns="66675" anchor="ctr">
            <a:normAutofit/>
          </a:bodyPr>
          <a:lstStyle/>
          <a:p>
            <a:pPr algn="ctr">
              <a:buNone/>
              <a:defRPr sz="1013" b="1">
                <a:solidFill>
                  <a:srgbClr val="111410"/>
                </a:solidFill>
                <a:latin typeface="Montserrat"/>
                <a:ea typeface="Montserrat"/>
                <a:cs typeface="Montserrat"/>
              </a:defRPr>
            </a:pPr>
            <a:r>
              <a:rPr sz="1013" b="1">
                <a:solidFill>
                  <a:srgbClr val="111410"/>
                </a:solidFill>
                <a:latin typeface="Montserrat"/>
                <a:ea typeface="Montserrat"/>
                <a:cs typeface="Montserrat"/>
              </a:rPr>
              <a:t>Transcript</a:t>
            </a:r>
          </a:p>
        </p:txBody>
      </p:sp>
      <p:cxnSp>
        <p:nvCxnSpPr>
          <p:cNvPr id="835" name="Straight Arrow Connector 762"/>
          <p:cNvCxnSpPr>
            <a:stCxn id="638" idx="3"/>
            <a:endCxn id="639" idx="1"/>
          </p:cNvCxnSpPr>
          <p:nvPr/>
        </p:nvCxnSpPr>
        <p:spPr>
          <a:xfrm>
            <a:off x="3632200" y="2074520"/>
            <a:ext cx="171450" cy="0"/>
          </a:xfrm>
          <a:prstGeom prst="straightConnector1">
            <a:avLst/>
          </a:prstGeom>
          <a:ln w="15240">
            <a:solidFill>
              <a:srgbClr val="4B8D17"/>
            </a:solidFill>
            <a:prstDash val="solid"/>
            <a:tailEnd type="triangle" w="sm" len="sm"/>
          </a:ln>
        </p:spPr>
      </p:cxnSp>
      <p:cxnSp>
        <p:nvCxnSpPr>
          <p:cNvPr id="836" name="Straight Arrow Connector 763"/>
          <p:cNvCxnSpPr>
            <a:stCxn id="639" idx="3"/>
            <a:endCxn id="640" idx="1"/>
          </p:cNvCxnSpPr>
          <p:nvPr/>
        </p:nvCxnSpPr>
        <p:spPr>
          <a:xfrm>
            <a:off x="5340350" y="2074520"/>
            <a:ext cx="171450" cy="0"/>
          </a:xfrm>
          <a:prstGeom prst="straightConnector1">
            <a:avLst/>
          </a:prstGeom>
          <a:ln w="15240">
            <a:solidFill>
              <a:srgbClr val="4B8D17"/>
            </a:solidFill>
            <a:prstDash val="solid"/>
            <a:tailEnd type="triangle" w="sm" len="sm"/>
          </a:ln>
        </p:spPr>
      </p:cxnSp>
      <p:sp>
        <p:nvSpPr>
          <p:cNvPr id="643" name="Rectangle: Rounded Corners 642">
            <a:extLst>
              <a:ext uri="{FF2B5EF4-FFF2-40B4-BE49-F238E27FC236}">
                <a16:creationId xmlns:a16="http://schemas.microsoft.com/office/drawing/2014/main" id="{F6129854-1E1A-4D7B-BC47-96028583FFD3}"/>
              </a:ext>
            </a:extLst>
          </p:cNvPr>
          <p:cNvSpPr>
            <a:spLocks noGrp="1"/>
          </p:cNvSpPr>
          <p:nvPr/>
        </p:nvSpPr>
        <p:spPr>
          <a:xfrm>
            <a:off x="2095500" y="3541370"/>
            <a:ext cx="1536700" cy="685800"/>
          </a:xfrm>
          <a:prstGeom prst="roundRect">
            <a:avLst>
              <a:gd name="adj" fmla="val 11111"/>
            </a:avLst>
          </a:prstGeom>
          <a:solidFill>
            <a:srgbClr val="F4F7F1"/>
          </a:solidFill>
          <a:ln w="10954">
            <a:solidFill>
              <a:srgbClr val="4B8D17"/>
            </a:solidFill>
            <a:prstDash val="solid"/>
          </a:ln>
        </p:spPr>
        <p:txBody>
          <a:bodyPr lIns="76200" tIns="66675" rIns="76200" bIns="66675" anchor="ctr">
            <a:normAutofit/>
          </a:bodyPr>
          <a:lstStyle/>
          <a:p>
            <a:pPr algn="ctr">
              <a:buNone/>
              <a:defRPr sz="1013" b="1">
                <a:solidFill>
                  <a:srgbClr val="111410"/>
                </a:solidFill>
                <a:latin typeface="Montserrat"/>
                <a:ea typeface="Montserrat"/>
                <a:cs typeface="Montserrat"/>
              </a:defRPr>
            </a:pPr>
            <a:r>
              <a:rPr sz="1013" b="1">
                <a:solidFill>
                  <a:srgbClr val="111410"/>
                </a:solidFill>
                <a:latin typeface="Montserrat"/>
                <a:ea typeface="Montserrat"/>
                <a:cs typeface="Montserrat"/>
              </a:rPr>
              <a:t>Timeout</a:t>
            </a:r>
          </a:p>
        </p:txBody>
      </p:sp>
      <p:sp>
        <p:nvSpPr>
          <p:cNvPr id="644" name="Rectangle: Rounded Corners 643">
            <a:extLst>
              <a:ext uri="{FF2B5EF4-FFF2-40B4-BE49-F238E27FC236}">
                <a16:creationId xmlns:a16="http://schemas.microsoft.com/office/drawing/2014/main" id="{47224B83-8B7D-4E59-AA2C-5A42BBC8820F}"/>
              </a:ext>
            </a:extLst>
          </p:cNvPr>
          <p:cNvSpPr>
            <a:spLocks noGrp="1"/>
          </p:cNvSpPr>
          <p:nvPr/>
        </p:nvSpPr>
        <p:spPr>
          <a:xfrm>
            <a:off x="3803650" y="3541370"/>
            <a:ext cx="1536700" cy="685800"/>
          </a:xfrm>
          <a:prstGeom prst="roundRect">
            <a:avLst>
              <a:gd name="adj" fmla="val 11111"/>
            </a:avLst>
          </a:prstGeom>
          <a:solidFill>
            <a:srgbClr val="F4D7D3"/>
          </a:solidFill>
          <a:ln w="10954">
            <a:solidFill>
              <a:srgbClr val="4B8D17"/>
            </a:solidFill>
            <a:prstDash val="solid"/>
          </a:ln>
        </p:spPr>
        <p:txBody>
          <a:bodyPr lIns="76200" tIns="66675" rIns="76200" bIns="66675" anchor="ctr">
            <a:normAutofit/>
          </a:bodyPr>
          <a:lstStyle/>
          <a:p>
            <a:pPr algn="ctr">
              <a:buNone/>
              <a:defRPr sz="1013" b="1">
                <a:solidFill>
                  <a:srgbClr val="111410"/>
                </a:solidFill>
                <a:latin typeface="Montserrat"/>
                <a:ea typeface="Montserrat"/>
                <a:cs typeface="Montserrat"/>
              </a:defRPr>
            </a:pPr>
            <a:r>
              <a:rPr sz="1013" b="1">
                <a:solidFill>
                  <a:srgbClr val="111410"/>
                </a:solidFill>
                <a:latin typeface="Montserrat"/>
                <a:ea typeface="Montserrat"/>
                <a:cs typeface="Montserrat"/>
              </a:rPr>
              <a:t>Faster-Whisper</a:t>
            </a:r>
          </a:p>
        </p:txBody>
      </p:sp>
      <p:sp>
        <p:nvSpPr>
          <p:cNvPr id="645" name="Rectangle: Rounded Corners 644">
            <a:extLst>
              <a:ext uri="{FF2B5EF4-FFF2-40B4-BE49-F238E27FC236}">
                <a16:creationId xmlns:a16="http://schemas.microsoft.com/office/drawing/2014/main" id="{C70AF428-A56A-4F6F-8D40-EA9786AED73B}"/>
              </a:ext>
            </a:extLst>
          </p:cNvPr>
          <p:cNvSpPr>
            <a:spLocks noGrp="1"/>
          </p:cNvSpPr>
          <p:nvPr/>
        </p:nvSpPr>
        <p:spPr>
          <a:xfrm>
            <a:off x="5511800" y="3541370"/>
            <a:ext cx="1536700" cy="685800"/>
          </a:xfrm>
          <a:prstGeom prst="roundRect">
            <a:avLst>
              <a:gd name="adj" fmla="val 11111"/>
            </a:avLst>
          </a:prstGeom>
          <a:solidFill>
            <a:srgbClr val="DFF0D6"/>
          </a:solidFill>
          <a:ln w="10954">
            <a:solidFill>
              <a:srgbClr val="4B8D17"/>
            </a:solidFill>
            <a:prstDash val="solid"/>
          </a:ln>
        </p:spPr>
        <p:txBody>
          <a:bodyPr lIns="76200" tIns="66675" rIns="76200" bIns="66675" anchor="ctr">
            <a:normAutofit/>
          </a:bodyPr>
          <a:lstStyle/>
          <a:p>
            <a:pPr algn="ctr">
              <a:buNone/>
              <a:defRPr sz="1013" b="1">
                <a:solidFill>
                  <a:srgbClr val="111410"/>
                </a:solidFill>
                <a:latin typeface="Montserrat"/>
                <a:ea typeface="Montserrat"/>
                <a:cs typeface="Montserrat"/>
              </a:defRPr>
            </a:pPr>
            <a:r>
              <a:rPr sz="1013" b="1">
                <a:solidFill>
                  <a:srgbClr val="111410"/>
                </a:solidFill>
                <a:latin typeface="Montserrat"/>
                <a:ea typeface="Montserrat"/>
                <a:cs typeface="Montserrat"/>
              </a:rPr>
              <a:t>Resume session</a:t>
            </a:r>
          </a:p>
        </p:txBody>
      </p:sp>
      <p:cxnSp>
        <p:nvCxnSpPr>
          <p:cNvPr id="840" name="Straight Arrow Connector 767"/>
          <p:cNvCxnSpPr>
            <a:stCxn id="643" idx="3"/>
            <a:endCxn id="644" idx="1"/>
          </p:cNvCxnSpPr>
          <p:nvPr/>
        </p:nvCxnSpPr>
        <p:spPr>
          <a:xfrm>
            <a:off x="3632200" y="3884270"/>
            <a:ext cx="171450" cy="0"/>
          </a:xfrm>
          <a:prstGeom prst="straightConnector1">
            <a:avLst/>
          </a:prstGeom>
          <a:ln w="15240">
            <a:solidFill>
              <a:srgbClr val="4B8D17"/>
            </a:solidFill>
            <a:prstDash val="solid"/>
            <a:tailEnd type="triangle" w="sm" len="sm"/>
          </a:ln>
        </p:spPr>
      </p:cxnSp>
      <p:cxnSp>
        <p:nvCxnSpPr>
          <p:cNvPr id="841" name="Straight Arrow Connector 768"/>
          <p:cNvCxnSpPr>
            <a:stCxn id="644" idx="3"/>
            <a:endCxn id="645" idx="1"/>
          </p:cNvCxnSpPr>
          <p:nvPr/>
        </p:nvCxnSpPr>
        <p:spPr>
          <a:xfrm>
            <a:off x="5340350" y="3884270"/>
            <a:ext cx="171450" cy="0"/>
          </a:xfrm>
          <a:prstGeom prst="straightConnector1">
            <a:avLst/>
          </a:prstGeom>
          <a:ln w="15240">
            <a:solidFill>
              <a:srgbClr val="4B8D17"/>
            </a:solidFill>
            <a:prstDash val="solid"/>
            <a:tailEnd type="triangle" w="sm" len="sm"/>
          </a:ln>
        </p:spPr>
      </p:cxnSp>
      <p:cxnSp>
        <p:nvCxnSpPr>
          <p:cNvPr id="842" name="Connector: Elbow 769"/>
          <p:cNvCxnSpPr>
            <a:stCxn id="639" idx="2"/>
            <a:endCxn id="643" idx="0"/>
          </p:cNvCxnSpPr>
          <p:nvPr/>
        </p:nvCxnSpPr>
        <p:spPr>
          <a:xfrm flipH="1">
            <a:off x="2863850" y="2417420"/>
            <a:ext cx="1708150" cy="1123950"/>
          </a:xfrm>
          <a:prstGeom prst="bentConnector4">
            <a:avLst>
              <a:gd name="adj1" fmla="val 0"/>
              <a:gd name="adj2" fmla="val 50000"/>
            </a:avLst>
          </a:prstGeom>
          <a:ln w="15240">
            <a:solidFill>
              <a:srgbClr val="4B8D17"/>
            </a:solidFill>
            <a:prstDash val="solid"/>
            <a:tailEnd type="triangle" w="sm" len="sm"/>
          </a:ln>
        </p:spPr>
      </p:cxnSp>
      <p:sp>
        <p:nvSpPr>
          <p:cNvPr id="649" name="Rectangle 648">
            <a:extLst>
              <a:ext uri="{FF2B5EF4-FFF2-40B4-BE49-F238E27FC236}">
                <a16:creationId xmlns:a16="http://schemas.microsoft.com/office/drawing/2014/main" id="{37510E65-5D61-44FE-ACD6-2A2ACACD2029}"/>
              </a:ext>
            </a:extLst>
          </p:cNvPr>
          <p:cNvSpPr>
            <a:spLocks noGrp="1"/>
          </p:cNvSpPr>
          <p:nvPr/>
        </p:nvSpPr>
        <p:spPr>
          <a:xfrm>
            <a:off x="3714750" y="1302995"/>
            <a:ext cx="1714500" cy="266700"/>
          </a:xfrm>
          <a:prstGeom prst="rect">
            <a:avLst/>
          </a:prstGeom>
          <a:solidFill>
            <a:srgbClr val="DFF0D6"/>
          </a:solidFill>
          <a:ln w="13335">
            <a:solidFill>
              <a:srgbClr val="4B8D17"/>
            </a:solidFill>
            <a:prstDash val="solid"/>
          </a:ln>
        </p:spPr>
        <p:txBody>
          <a:bodyPr lIns="19050" tIns="19050" rIns="19050" bIns="19050" anchor="ctr">
            <a:normAutofit/>
          </a:bodyPr>
          <a:lstStyle/>
          <a:p>
            <a:pPr algn="ctr">
              <a:buNone/>
              <a:defRPr sz="938" b="1">
                <a:solidFill>
                  <a:srgbClr val="4B8D17"/>
                </a:solidFill>
                <a:latin typeface="Montserrat"/>
                <a:ea typeface="Montserrat"/>
                <a:cs typeface="Montserrat"/>
              </a:defRPr>
            </a:pPr>
            <a:r>
              <a:rPr sz="938" b="1">
                <a:solidFill>
                  <a:srgbClr val="4B8D17"/>
                </a:solidFill>
                <a:latin typeface="Montserrat"/>
                <a:ea typeface="Montserrat"/>
                <a:cs typeface="Montserrat"/>
              </a:rPr>
              <a:t>PRIMARY PATH</a:t>
            </a:r>
          </a:p>
        </p:txBody>
      </p:sp>
      <p:sp>
        <p:nvSpPr>
          <p:cNvPr id="650" name="Rectangle 649">
            <a:extLst>
              <a:ext uri="{FF2B5EF4-FFF2-40B4-BE49-F238E27FC236}">
                <a16:creationId xmlns:a16="http://schemas.microsoft.com/office/drawing/2014/main" id="{961B6013-C077-4CC5-AF5D-1172CBEABB62}"/>
              </a:ext>
            </a:extLst>
          </p:cNvPr>
          <p:cNvSpPr>
            <a:spLocks noGrp="1"/>
          </p:cNvSpPr>
          <p:nvPr/>
        </p:nvSpPr>
        <p:spPr>
          <a:xfrm>
            <a:off x="3714750" y="3112745"/>
            <a:ext cx="1714500" cy="266700"/>
          </a:xfrm>
          <a:prstGeom prst="rect">
            <a:avLst/>
          </a:prstGeom>
          <a:solidFill>
            <a:srgbClr val="DFF0D6"/>
          </a:solidFill>
          <a:ln w="13335">
            <a:solidFill>
              <a:srgbClr val="4B8D17"/>
            </a:solidFill>
            <a:prstDash val="solid"/>
          </a:ln>
        </p:spPr>
        <p:txBody>
          <a:bodyPr lIns="19050" tIns="19050" rIns="19050" bIns="19050" anchor="ctr">
            <a:normAutofit/>
          </a:bodyPr>
          <a:lstStyle/>
          <a:p>
            <a:pPr algn="ctr">
              <a:buNone/>
              <a:defRPr sz="938" b="1">
                <a:solidFill>
                  <a:srgbClr val="4B8D17"/>
                </a:solidFill>
                <a:latin typeface="Montserrat"/>
                <a:ea typeface="Montserrat"/>
                <a:cs typeface="Montserrat"/>
              </a:defRPr>
            </a:pPr>
            <a:r>
              <a:rPr sz="938" b="1">
                <a:solidFill>
                  <a:srgbClr val="4B8D17"/>
                </a:solidFill>
                <a:latin typeface="Montserrat"/>
                <a:ea typeface="Montserrat"/>
                <a:cs typeface="Montserrat"/>
              </a:rPr>
              <a:t>FALLBACK PATH</a:t>
            </a:r>
          </a:p>
        </p:txBody>
      </p:sp>
      <p:sp>
        <p:nvSpPr>
          <p:cNvPr id="843" name="TextBox 842"/>
          <p:cNvSpPr txBox="1"/>
          <p:nvPr/>
        </p:nvSpPr>
        <p:spPr>
          <a:xfrm>
            <a:off x="713225" y="200000"/>
            <a:ext cx="1200000" cy="260000"/>
          </a:xfrm>
          <a:prstGeom prst="rect">
            <a:avLst/>
          </a:prstGeom>
          <a:noFill/>
        </p:spPr>
        <p:txBody>
          <a:bodyPr wrap="none" lIns="0" tIns="0">
            <a:spAutoFit/>
          </a:bodyPr>
          <a:lstStyle/>
          <a:p>
            <a:pPr>
              <a:defRPr sz="1100" b="1">
                <a:solidFill>
                  <a:srgbClr val="4B8D17"/>
                </a:solidFill>
                <a:latin typeface="Montserrat"/>
              </a:defRPr>
            </a:pPr>
            <a:r>
              <a:t>#04</a:t>
            </a:r>
          </a:p>
        </p:txBody>
      </p:sp>
    </p:spTree>
    <p:extLst>
      <p:ext uri="{BB962C8B-B14F-4D97-AF65-F5344CB8AC3E}">
        <p14:creationId xmlns:p14="http://schemas.microsoft.com/office/powerpoint/2010/main" val="150888439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E8F3E5"/>
        </a:solidFill>
        <a:effectLst/>
      </p:bgPr>
    </p:bg>
    <p:spTree>
      <p:nvGrpSpPr>
        <p:cNvPr id="1" name=""/>
        <p:cNvGrpSpPr/>
        <p:nvPr/>
      </p:nvGrpSpPr>
      <p:grpSpPr>
        <a:xfrm>
          <a:off x="0" y="0"/>
          <a:ext cx="0" cy="0"/>
          <a:chOff x="0" y="0"/>
          <a:chExt cx="0" cy="0"/>
        </a:xfrm>
      </p:grpSpPr>
      <p:sp>
        <p:nvSpPr>
          <p:cNvPr id="529" name="Google Shape;529;p62">
            <a:extLst>
              <a:ext uri="{FF2B5EF4-FFF2-40B4-BE49-F238E27FC236}">
                <a16:creationId xmlns:a16="http://schemas.microsoft.com/office/drawing/2014/main" id="{D2DEA9EA-4979-40B8-882A-109810B69349}"/>
              </a:ext>
            </a:extLst>
          </p:cNvPr>
          <p:cNvSpPr>
            <a:spLocks noGrp="1"/>
          </p:cNvSpPr>
          <p:nvPr>
            <p:ph type="title" idx="21"/>
          </p:nvPr>
        </p:nvSpPr>
        <p:spPr>
          <a:xfrm>
            <a:off x="800100" y="552450"/>
            <a:ext cx="7620000" cy="533400"/>
          </a:xfrm>
          <a:prstGeom prst="rect">
            <a:avLst/>
          </a:prstGeom>
        </p:spPr>
        <p:txBody>
          <a:bodyPr spcFirstLastPara="1" wrap="square" lIns="91425" tIns="91425" rIns="91425" bIns="91425" anchor="t">
            <a:noAutofit/>
          </a:bodyPr>
          <a:lstStyle/>
          <a:p>
            <a:pPr marL="0" lvl="0" indent="0" algn="ctr">
              <a:spcBef>
                <a:spcPts val="0"/>
              </a:spcBef>
              <a:spcAft>
                <a:spcPts val="0"/>
              </a:spcAft>
              <a:buNone/>
              <a:defRPr sz="2100" b="1">
                <a:solidFill>
                  <a:srgbClr val="111410"/>
                </a:solidFill>
                <a:latin typeface="Cambria"/>
                <a:ea typeface="Cambria"/>
                <a:cs typeface="Cambria"/>
              </a:defRPr>
            </a:pPr>
            <a:r>
              <a:rPr sz="2100" b="1">
                <a:solidFill>
                  <a:srgbClr val="111410"/>
                </a:solidFill>
                <a:latin typeface="Cambria"/>
                <a:ea typeface="Cambria"/>
                <a:cs typeface="Cambria"/>
              </a:rPr>
              <a:t>Stack công nghệ theo ranh giới trách nhiệm</a:t>
            </a:r>
            <a:endParaRPr/>
          </a:p>
        </p:txBody>
      </p:sp>
      <p:sp>
        <p:nvSpPr>
          <p:cNvPr id="530" name="Rectangle 529">
            <a:extLst>
              <a:ext uri="{FF2B5EF4-FFF2-40B4-BE49-F238E27FC236}">
                <a16:creationId xmlns:a16="http://schemas.microsoft.com/office/drawing/2014/main" id="{52662805-97AD-412C-803F-06D4C7024922}"/>
              </a:ext>
            </a:extLst>
          </p:cNvPr>
          <p:cNvSpPr>
            <a:spLocks noGrp="1"/>
          </p:cNvSpPr>
          <p:nvPr/>
        </p:nvSpPr>
        <p:spPr>
          <a:xfrm>
            <a:off x="819150" y="1133475"/>
            <a:ext cx="7524750" cy="323850"/>
          </a:xfrm>
          <a:prstGeom prst="rect">
            <a:avLst/>
          </a:prstGeom>
          <a:ln w="0">
            <a:prstDash val="solid"/>
          </a:ln>
        </p:spPr>
        <p:txBody>
          <a:bodyPr lIns="19050" tIns="19050" rIns="19050" bIns="19050" anchor="ctr">
            <a:normAutofit/>
          </a:bodyPr>
          <a:lstStyle/>
          <a:p>
            <a:pPr algn="l">
              <a:buNone/>
              <a:defRPr sz="938" b="0">
                <a:solidFill>
                  <a:srgbClr val="526052"/>
                </a:solidFill>
                <a:latin typeface="Montserrat"/>
                <a:ea typeface="Montserrat"/>
                <a:cs typeface="Montserrat"/>
              </a:defRPr>
            </a:pPr>
            <a:r>
              <a:rPr sz="938" b="0">
                <a:solidFill>
                  <a:srgbClr val="526052"/>
                </a:solidFill>
                <a:latin typeface="Montserrat"/>
                <a:ea typeface="Montserrat"/>
                <a:cs typeface="Montserrat"/>
              </a:rPr>
              <a:t>Mỗi nhóm công nghệ sở hữu một trách nhiệm; các lớp giao tiếp qua hợp đồng typed.</a:t>
            </a:r>
          </a:p>
        </p:txBody>
      </p:sp>
      <p:sp>
        <p:nvSpPr>
          <p:cNvPr id="531" name="Rectangle: Rounded Corners 530">
            <a:extLst>
              <a:ext uri="{FF2B5EF4-FFF2-40B4-BE49-F238E27FC236}">
                <a16:creationId xmlns:a16="http://schemas.microsoft.com/office/drawing/2014/main" id="{453695E5-7556-4F85-B850-61B4BD77A705}"/>
              </a:ext>
            </a:extLst>
          </p:cNvPr>
          <p:cNvSpPr>
            <a:spLocks noGrp="1"/>
          </p:cNvSpPr>
          <p:nvPr/>
        </p:nvSpPr>
        <p:spPr>
          <a:xfrm>
            <a:off x="952500" y="1468571"/>
            <a:ext cx="7239000" cy="971550"/>
          </a:xfrm>
          <a:prstGeom prst="roundRect">
            <a:avLst>
              <a:gd name="adj" fmla="val 11765"/>
            </a:avLst>
          </a:prstGeom>
          <a:solidFill>
            <a:srgbClr val="D7E7F1"/>
          </a:solidFill>
          <a:ln w="12383">
            <a:solidFill>
              <a:srgbClr val="7A8378"/>
            </a:solidFill>
            <a:prstDash val="solid"/>
          </a:ln>
        </p:spPr>
        <p:txBody>
          <a:bodyPr/>
          <a:lstStyle/>
          <a:p>
            <a:endParaRPr/>
          </a:p>
        </p:txBody>
      </p:sp>
      <p:sp>
        <p:nvSpPr>
          <p:cNvPr id="532" name="Rectangle 531">
            <a:extLst>
              <a:ext uri="{FF2B5EF4-FFF2-40B4-BE49-F238E27FC236}">
                <a16:creationId xmlns:a16="http://schemas.microsoft.com/office/drawing/2014/main" id="{EA43144B-319E-46DB-ADDD-509F5AB43B3D}"/>
              </a:ext>
            </a:extLst>
          </p:cNvPr>
          <p:cNvSpPr>
            <a:spLocks noGrp="1"/>
          </p:cNvSpPr>
          <p:nvPr/>
        </p:nvSpPr>
        <p:spPr>
          <a:xfrm>
            <a:off x="1143000" y="1554296"/>
            <a:ext cx="2095500" cy="209550"/>
          </a:xfrm>
          <a:prstGeom prst="rect">
            <a:avLst/>
          </a:prstGeom>
          <a:ln w="0">
            <a:prstDash val="solid"/>
          </a:ln>
        </p:spPr>
        <p:txBody>
          <a:bodyPr lIns="19050" tIns="19050" rIns="19050" bIns="19050" anchor="ctr">
            <a:normAutofit/>
          </a:bodyPr>
          <a:lstStyle/>
          <a:p>
            <a:pPr algn="l">
              <a:buNone/>
              <a:defRPr sz="750" b="1">
                <a:solidFill>
                  <a:srgbClr val="4B8D17"/>
                </a:solidFill>
                <a:latin typeface="Montserrat"/>
                <a:ea typeface="Montserrat"/>
                <a:cs typeface="Montserrat"/>
              </a:defRPr>
            </a:pPr>
            <a:r>
              <a:rPr sz="750" b="1">
                <a:solidFill>
                  <a:srgbClr val="4B8D17"/>
                </a:solidFill>
                <a:latin typeface="Montserrat"/>
                <a:ea typeface="Montserrat"/>
                <a:cs typeface="Montserrat"/>
              </a:rPr>
              <a:t>PRODUCT &amp; STATE</a:t>
            </a:r>
          </a:p>
        </p:txBody>
      </p:sp>
      <p:sp>
        <p:nvSpPr>
          <p:cNvPr id="533" name="Straight Connector 532">
            <a:extLst>
              <a:ext uri="{FF2B5EF4-FFF2-40B4-BE49-F238E27FC236}">
                <a16:creationId xmlns:a16="http://schemas.microsoft.com/office/drawing/2014/main" id="{2FDC5175-7413-4C7F-9564-A9BD4BFE428F}"/>
              </a:ext>
            </a:extLst>
          </p:cNvPr>
          <p:cNvSpPr>
            <a:spLocks noGrp="1"/>
          </p:cNvSpPr>
          <p:nvPr/>
        </p:nvSpPr>
        <p:spPr>
          <a:xfrm>
            <a:off x="4762500" y="1801946"/>
            <a:ext cx="0" cy="495300"/>
          </a:xfrm>
          <a:prstGeom prst="line">
            <a:avLst/>
          </a:prstGeom>
          <a:ln w="9525">
            <a:solidFill>
              <a:srgbClr val="7A8378"/>
            </a:solidFill>
            <a:prstDash val="solid"/>
          </a:ln>
        </p:spPr>
        <p:txBody>
          <a:bodyPr/>
          <a:lstStyle/>
          <a:p>
            <a:endParaRPr/>
          </a:p>
        </p:txBody>
      </p:sp>
      <p:sp>
        <p:nvSpPr>
          <p:cNvPr id="534" name="Rectangle 533">
            <a:extLst>
              <a:ext uri="{FF2B5EF4-FFF2-40B4-BE49-F238E27FC236}">
                <a16:creationId xmlns:a16="http://schemas.microsoft.com/office/drawing/2014/main" id="{EA67FDA9-B279-459A-9B31-E2B7DE51FDA7}"/>
              </a:ext>
            </a:extLst>
          </p:cNvPr>
          <p:cNvSpPr>
            <a:spLocks noGrp="1"/>
          </p:cNvSpPr>
          <p:nvPr/>
        </p:nvSpPr>
        <p:spPr>
          <a:xfrm>
            <a:off x="1143000" y="1830521"/>
            <a:ext cx="400050" cy="228600"/>
          </a:xfrm>
          <a:prstGeom prst="rect">
            <a:avLst/>
          </a:prstGeom>
          <a:ln w="0">
            <a:prstDash val="solid"/>
          </a:ln>
        </p:spPr>
        <p:txBody>
          <a:bodyPr lIns="19050" tIns="19050" rIns="19050" bIns="19050" anchor="ctr">
            <a:normAutofit/>
          </a:bodyPr>
          <a:lstStyle/>
          <a:p>
            <a:pPr algn="l">
              <a:buNone/>
              <a:defRPr sz="1200" b="1">
                <a:solidFill>
                  <a:srgbClr val="4B8D17"/>
                </a:solidFill>
                <a:latin typeface="Cambria"/>
                <a:ea typeface="Cambria"/>
                <a:cs typeface="Cambria"/>
              </a:defRPr>
            </a:pPr>
            <a:r>
              <a:rPr sz="1200" b="1">
                <a:solidFill>
                  <a:srgbClr val="4B8D17"/>
                </a:solidFill>
                <a:latin typeface="Cambria"/>
                <a:ea typeface="Cambria"/>
                <a:cs typeface="Cambria"/>
              </a:rPr>
              <a:t>01</a:t>
            </a:r>
          </a:p>
        </p:txBody>
      </p:sp>
      <p:sp>
        <p:nvSpPr>
          <p:cNvPr id="535" name="Rectangle 534">
            <a:extLst>
              <a:ext uri="{FF2B5EF4-FFF2-40B4-BE49-F238E27FC236}">
                <a16:creationId xmlns:a16="http://schemas.microsoft.com/office/drawing/2014/main" id="{B4E51753-D1C6-4691-8F49-9B2FD7E901C0}"/>
              </a:ext>
            </a:extLst>
          </p:cNvPr>
          <p:cNvSpPr>
            <a:spLocks noGrp="1"/>
          </p:cNvSpPr>
          <p:nvPr/>
        </p:nvSpPr>
        <p:spPr>
          <a:xfrm>
            <a:off x="1600200" y="1830521"/>
            <a:ext cx="2876550" cy="247650"/>
          </a:xfrm>
          <a:prstGeom prst="rect">
            <a:avLst/>
          </a:prstGeom>
          <a:ln w="0">
            <a:prstDash val="solid"/>
          </a:ln>
        </p:spPr>
        <p:txBody>
          <a:bodyPr lIns="19050" tIns="19050" rIns="19050" bIns="19050" anchor="ctr">
            <a:normAutofit/>
          </a:bodyPr>
          <a:lstStyle/>
          <a:p>
            <a:pPr algn="l">
              <a:buNone/>
              <a:defRPr sz="1013" b="1">
                <a:solidFill>
                  <a:srgbClr val="111410"/>
                </a:solidFill>
                <a:latin typeface="Montserrat"/>
                <a:ea typeface="Montserrat"/>
                <a:cs typeface="Montserrat"/>
              </a:defRPr>
            </a:pPr>
            <a:r>
              <a:rPr sz="1013" b="1">
                <a:solidFill>
                  <a:srgbClr val="111410"/>
                </a:solidFill>
                <a:latin typeface="Montserrat"/>
                <a:ea typeface="Montserrat"/>
                <a:cs typeface="Montserrat"/>
              </a:rPr>
              <a:t>Web/BFF</a:t>
            </a:r>
          </a:p>
        </p:txBody>
      </p:sp>
      <p:sp>
        <p:nvSpPr>
          <p:cNvPr id="536" name="Rectangle 535">
            <a:extLst>
              <a:ext uri="{FF2B5EF4-FFF2-40B4-BE49-F238E27FC236}">
                <a16:creationId xmlns:a16="http://schemas.microsoft.com/office/drawing/2014/main" id="{C2E2BF14-3497-4554-98FC-A02B49FBE6C9}"/>
              </a:ext>
            </a:extLst>
          </p:cNvPr>
          <p:cNvSpPr>
            <a:spLocks noGrp="1"/>
          </p:cNvSpPr>
          <p:nvPr/>
        </p:nvSpPr>
        <p:spPr>
          <a:xfrm>
            <a:off x="1600200" y="2116271"/>
            <a:ext cx="2838450" cy="266700"/>
          </a:xfrm>
          <a:prstGeom prst="rect">
            <a:avLst/>
          </a:prstGeom>
          <a:ln w="0">
            <a:prstDash val="solid"/>
          </a:ln>
        </p:spPr>
        <p:txBody>
          <a:bodyPr lIns="19050" tIns="19050" rIns="19050" bIns="19050" anchor="ctr">
            <a:normAutofit/>
          </a:bodyPr>
          <a:lstStyle/>
          <a:p>
            <a:pPr algn="l">
              <a:buNone/>
              <a:defRPr sz="788" b="0">
                <a:solidFill>
                  <a:srgbClr val="526052"/>
                </a:solidFill>
                <a:latin typeface="Montserrat"/>
                <a:ea typeface="Montserrat"/>
                <a:cs typeface="Montserrat"/>
              </a:defRPr>
            </a:pPr>
            <a:r>
              <a:rPr sz="788" b="0">
                <a:solidFill>
                  <a:srgbClr val="526052"/>
                </a:solidFill>
                <a:latin typeface="Montserrat"/>
                <a:ea typeface="Montserrat"/>
                <a:cs typeface="Montserrat"/>
              </a:rPr>
              <a:t>Next.js • React • TypeScript</a:t>
            </a:r>
          </a:p>
        </p:txBody>
      </p:sp>
      <p:sp>
        <p:nvSpPr>
          <p:cNvPr id="537" name="Rectangle 536">
            <a:extLst>
              <a:ext uri="{FF2B5EF4-FFF2-40B4-BE49-F238E27FC236}">
                <a16:creationId xmlns:a16="http://schemas.microsoft.com/office/drawing/2014/main" id="{73919387-FD7F-40E0-89CB-E1264A3387F2}"/>
              </a:ext>
            </a:extLst>
          </p:cNvPr>
          <p:cNvSpPr>
            <a:spLocks noGrp="1"/>
          </p:cNvSpPr>
          <p:nvPr/>
        </p:nvSpPr>
        <p:spPr>
          <a:xfrm>
            <a:off x="5048250" y="1830521"/>
            <a:ext cx="400050" cy="228600"/>
          </a:xfrm>
          <a:prstGeom prst="rect">
            <a:avLst/>
          </a:prstGeom>
          <a:ln w="0">
            <a:prstDash val="solid"/>
          </a:ln>
        </p:spPr>
        <p:txBody>
          <a:bodyPr lIns="19050" tIns="19050" rIns="19050" bIns="19050" anchor="ctr">
            <a:normAutofit/>
          </a:bodyPr>
          <a:lstStyle/>
          <a:p>
            <a:pPr algn="l">
              <a:buNone/>
              <a:defRPr sz="1200" b="1">
                <a:solidFill>
                  <a:srgbClr val="4B8D17"/>
                </a:solidFill>
                <a:latin typeface="Cambria"/>
                <a:ea typeface="Cambria"/>
                <a:cs typeface="Cambria"/>
              </a:defRPr>
            </a:pPr>
            <a:r>
              <a:rPr sz="1200" b="1">
                <a:solidFill>
                  <a:srgbClr val="4B8D17"/>
                </a:solidFill>
                <a:latin typeface="Cambria"/>
                <a:ea typeface="Cambria"/>
                <a:cs typeface="Cambria"/>
              </a:rPr>
              <a:t>02</a:t>
            </a:r>
          </a:p>
        </p:txBody>
      </p:sp>
      <p:sp>
        <p:nvSpPr>
          <p:cNvPr id="538" name="Rectangle 537">
            <a:extLst>
              <a:ext uri="{FF2B5EF4-FFF2-40B4-BE49-F238E27FC236}">
                <a16:creationId xmlns:a16="http://schemas.microsoft.com/office/drawing/2014/main" id="{A4DB5C87-EA37-4C53-9336-44F2C8A6B21A}"/>
              </a:ext>
            </a:extLst>
          </p:cNvPr>
          <p:cNvSpPr>
            <a:spLocks noGrp="1"/>
          </p:cNvSpPr>
          <p:nvPr/>
        </p:nvSpPr>
        <p:spPr>
          <a:xfrm>
            <a:off x="5505450" y="1830521"/>
            <a:ext cx="2352675" cy="247650"/>
          </a:xfrm>
          <a:prstGeom prst="rect">
            <a:avLst/>
          </a:prstGeom>
          <a:ln w="0">
            <a:prstDash val="solid"/>
          </a:ln>
        </p:spPr>
        <p:txBody>
          <a:bodyPr lIns="19050" tIns="19050" rIns="19050" bIns="19050" anchor="ctr">
            <a:normAutofit/>
          </a:bodyPr>
          <a:lstStyle/>
          <a:p>
            <a:pPr algn="l">
              <a:buNone/>
              <a:defRPr sz="1013" b="1">
                <a:solidFill>
                  <a:srgbClr val="111410"/>
                </a:solidFill>
                <a:latin typeface="Montserrat"/>
                <a:ea typeface="Montserrat"/>
                <a:cs typeface="Montserrat"/>
              </a:defRPr>
            </a:pPr>
            <a:r>
              <a:rPr sz="1013" b="1">
                <a:solidFill>
                  <a:srgbClr val="111410"/>
                </a:solidFill>
                <a:latin typeface="Montserrat"/>
                <a:ea typeface="Montserrat"/>
                <a:cs typeface="Montserrat"/>
              </a:rPr>
              <a:t>Dữ liệu</a:t>
            </a:r>
          </a:p>
        </p:txBody>
      </p:sp>
      <p:sp>
        <p:nvSpPr>
          <p:cNvPr id="539" name="Rectangle 538">
            <a:extLst>
              <a:ext uri="{FF2B5EF4-FFF2-40B4-BE49-F238E27FC236}">
                <a16:creationId xmlns:a16="http://schemas.microsoft.com/office/drawing/2014/main" id="{7E5C1AF5-5F9B-4CBF-B035-D5F2A5132C1D}"/>
              </a:ext>
            </a:extLst>
          </p:cNvPr>
          <p:cNvSpPr>
            <a:spLocks noGrp="1"/>
          </p:cNvSpPr>
          <p:nvPr/>
        </p:nvSpPr>
        <p:spPr>
          <a:xfrm>
            <a:off x="5505450" y="2116271"/>
            <a:ext cx="2314575" cy="266700"/>
          </a:xfrm>
          <a:prstGeom prst="rect">
            <a:avLst/>
          </a:prstGeom>
          <a:ln w="0">
            <a:prstDash val="solid"/>
          </a:ln>
        </p:spPr>
        <p:txBody>
          <a:bodyPr lIns="19050" tIns="19050" rIns="19050" bIns="19050" anchor="ctr">
            <a:normAutofit/>
          </a:bodyPr>
          <a:lstStyle/>
          <a:p>
            <a:pPr algn="l">
              <a:buNone/>
              <a:defRPr sz="788" b="0">
                <a:solidFill>
                  <a:srgbClr val="526052"/>
                </a:solidFill>
                <a:latin typeface="Montserrat"/>
                <a:ea typeface="Montserrat"/>
                <a:cs typeface="Montserrat"/>
              </a:defRPr>
            </a:pPr>
            <a:r>
              <a:rPr sz="788" b="0">
                <a:solidFill>
                  <a:srgbClr val="526052"/>
                </a:solidFill>
                <a:latin typeface="Montserrat"/>
                <a:ea typeface="Montserrat"/>
                <a:cs typeface="Montserrat"/>
              </a:rPr>
              <a:t>MongoDB • Mongoose</a:t>
            </a:r>
          </a:p>
        </p:txBody>
      </p:sp>
      <p:sp>
        <p:nvSpPr>
          <p:cNvPr id="540" name="Rectangle: Rounded Corners 539">
            <a:extLst>
              <a:ext uri="{FF2B5EF4-FFF2-40B4-BE49-F238E27FC236}">
                <a16:creationId xmlns:a16="http://schemas.microsoft.com/office/drawing/2014/main" id="{20E528D6-6410-4CE8-BF56-34DAAC247DCA}"/>
              </a:ext>
            </a:extLst>
          </p:cNvPr>
          <p:cNvSpPr>
            <a:spLocks noGrp="1"/>
          </p:cNvSpPr>
          <p:nvPr/>
        </p:nvSpPr>
        <p:spPr>
          <a:xfrm>
            <a:off x="952500" y="2621096"/>
            <a:ext cx="7239000" cy="1200150"/>
          </a:xfrm>
          <a:prstGeom prst="roundRect">
            <a:avLst>
              <a:gd name="adj" fmla="val 9524"/>
            </a:avLst>
          </a:prstGeom>
          <a:solidFill>
            <a:srgbClr val="E4D9EE"/>
          </a:solidFill>
          <a:ln w="12383">
            <a:solidFill>
              <a:srgbClr val="7A8378"/>
            </a:solidFill>
            <a:prstDash val="solid"/>
          </a:ln>
        </p:spPr>
        <p:txBody>
          <a:bodyPr/>
          <a:lstStyle/>
          <a:p>
            <a:endParaRPr/>
          </a:p>
        </p:txBody>
      </p:sp>
      <p:sp>
        <p:nvSpPr>
          <p:cNvPr id="541" name="Rectangle 540">
            <a:extLst>
              <a:ext uri="{FF2B5EF4-FFF2-40B4-BE49-F238E27FC236}">
                <a16:creationId xmlns:a16="http://schemas.microsoft.com/office/drawing/2014/main" id="{8C82C3AA-B59E-420B-A830-9B3E0295ABC6}"/>
              </a:ext>
            </a:extLst>
          </p:cNvPr>
          <p:cNvSpPr>
            <a:spLocks noGrp="1"/>
          </p:cNvSpPr>
          <p:nvPr/>
        </p:nvSpPr>
        <p:spPr>
          <a:xfrm>
            <a:off x="1143000" y="2706821"/>
            <a:ext cx="1714500" cy="209550"/>
          </a:xfrm>
          <a:prstGeom prst="rect">
            <a:avLst/>
          </a:prstGeom>
          <a:ln w="0">
            <a:prstDash val="solid"/>
          </a:ln>
        </p:spPr>
        <p:txBody>
          <a:bodyPr lIns="19050" tIns="19050" rIns="19050" bIns="19050" anchor="ctr">
            <a:normAutofit/>
          </a:bodyPr>
          <a:lstStyle/>
          <a:p>
            <a:pPr algn="l">
              <a:buNone/>
              <a:defRPr sz="750" b="1">
                <a:solidFill>
                  <a:srgbClr val="4B8D17"/>
                </a:solidFill>
                <a:latin typeface="Montserrat"/>
                <a:ea typeface="Montserrat"/>
                <a:cs typeface="Montserrat"/>
              </a:defRPr>
            </a:pPr>
            <a:r>
              <a:rPr sz="750" b="1">
                <a:solidFill>
                  <a:srgbClr val="4B8D17"/>
                </a:solidFill>
                <a:latin typeface="Montserrat"/>
                <a:ea typeface="Montserrat"/>
                <a:cs typeface="Montserrat"/>
              </a:rPr>
              <a:t>AI SERVICES</a:t>
            </a:r>
          </a:p>
        </p:txBody>
      </p:sp>
      <p:sp>
        <p:nvSpPr>
          <p:cNvPr id="542" name="Straight Connector 541">
            <a:extLst>
              <a:ext uri="{FF2B5EF4-FFF2-40B4-BE49-F238E27FC236}">
                <a16:creationId xmlns:a16="http://schemas.microsoft.com/office/drawing/2014/main" id="{0B404A8B-4289-4720-9F5A-C3458D1FF2AB}"/>
              </a:ext>
            </a:extLst>
          </p:cNvPr>
          <p:cNvSpPr>
            <a:spLocks noGrp="1"/>
          </p:cNvSpPr>
          <p:nvPr/>
        </p:nvSpPr>
        <p:spPr>
          <a:xfrm>
            <a:off x="3352800" y="2963996"/>
            <a:ext cx="0" cy="685800"/>
          </a:xfrm>
          <a:prstGeom prst="line">
            <a:avLst/>
          </a:prstGeom>
          <a:ln w="9525">
            <a:solidFill>
              <a:srgbClr val="7A8378"/>
            </a:solidFill>
            <a:prstDash val="solid"/>
          </a:ln>
        </p:spPr>
        <p:txBody>
          <a:bodyPr/>
          <a:lstStyle/>
          <a:p>
            <a:endParaRPr/>
          </a:p>
        </p:txBody>
      </p:sp>
      <p:sp>
        <p:nvSpPr>
          <p:cNvPr id="543" name="Straight Connector 542">
            <a:extLst>
              <a:ext uri="{FF2B5EF4-FFF2-40B4-BE49-F238E27FC236}">
                <a16:creationId xmlns:a16="http://schemas.microsoft.com/office/drawing/2014/main" id="{330393EA-A4B2-4F06-9859-882522DB4DA6}"/>
              </a:ext>
            </a:extLst>
          </p:cNvPr>
          <p:cNvSpPr>
            <a:spLocks noGrp="1"/>
          </p:cNvSpPr>
          <p:nvPr/>
        </p:nvSpPr>
        <p:spPr>
          <a:xfrm>
            <a:off x="5772150" y="2963996"/>
            <a:ext cx="0" cy="685800"/>
          </a:xfrm>
          <a:prstGeom prst="line">
            <a:avLst/>
          </a:prstGeom>
          <a:ln w="9525">
            <a:solidFill>
              <a:srgbClr val="7A8378"/>
            </a:solidFill>
            <a:prstDash val="solid"/>
          </a:ln>
        </p:spPr>
        <p:txBody>
          <a:bodyPr/>
          <a:lstStyle/>
          <a:p>
            <a:endParaRPr/>
          </a:p>
        </p:txBody>
      </p:sp>
      <p:sp>
        <p:nvSpPr>
          <p:cNvPr id="544" name="Rectangle 543">
            <a:extLst>
              <a:ext uri="{FF2B5EF4-FFF2-40B4-BE49-F238E27FC236}">
                <a16:creationId xmlns:a16="http://schemas.microsoft.com/office/drawing/2014/main" id="{027ED1CD-DF7D-4C90-88D1-5A87EBC9BE8A}"/>
              </a:ext>
            </a:extLst>
          </p:cNvPr>
          <p:cNvSpPr>
            <a:spLocks noGrp="1"/>
          </p:cNvSpPr>
          <p:nvPr/>
        </p:nvSpPr>
        <p:spPr>
          <a:xfrm>
            <a:off x="1143000" y="3040196"/>
            <a:ext cx="400050" cy="228600"/>
          </a:xfrm>
          <a:prstGeom prst="rect">
            <a:avLst/>
          </a:prstGeom>
          <a:ln w="0">
            <a:prstDash val="solid"/>
          </a:ln>
        </p:spPr>
        <p:txBody>
          <a:bodyPr lIns="19050" tIns="19050" rIns="19050" bIns="19050" anchor="ctr">
            <a:normAutofit/>
          </a:bodyPr>
          <a:lstStyle/>
          <a:p>
            <a:pPr algn="l">
              <a:buNone/>
              <a:defRPr sz="1200" b="1">
                <a:solidFill>
                  <a:srgbClr val="4B8D17"/>
                </a:solidFill>
                <a:latin typeface="Cambria"/>
                <a:ea typeface="Cambria"/>
                <a:cs typeface="Cambria"/>
              </a:defRPr>
            </a:pPr>
            <a:r>
              <a:rPr sz="1200" b="1">
                <a:solidFill>
                  <a:srgbClr val="4B8D17"/>
                </a:solidFill>
                <a:latin typeface="Cambria"/>
                <a:ea typeface="Cambria"/>
                <a:cs typeface="Cambria"/>
              </a:rPr>
              <a:t>03</a:t>
            </a:r>
          </a:p>
        </p:txBody>
      </p:sp>
      <p:sp>
        <p:nvSpPr>
          <p:cNvPr id="545" name="Rectangle 544">
            <a:extLst>
              <a:ext uri="{FF2B5EF4-FFF2-40B4-BE49-F238E27FC236}">
                <a16:creationId xmlns:a16="http://schemas.microsoft.com/office/drawing/2014/main" id="{FD9177EA-609B-455E-9748-51CD51E64EC4}"/>
              </a:ext>
            </a:extLst>
          </p:cNvPr>
          <p:cNvSpPr>
            <a:spLocks noGrp="1"/>
          </p:cNvSpPr>
          <p:nvPr/>
        </p:nvSpPr>
        <p:spPr>
          <a:xfrm>
            <a:off x="1600200" y="3040196"/>
            <a:ext cx="1495425" cy="247650"/>
          </a:xfrm>
          <a:prstGeom prst="rect">
            <a:avLst/>
          </a:prstGeom>
          <a:ln w="0">
            <a:prstDash val="solid"/>
          </a:ln>
        </p:spPr>
        <p:txBody>
          <a:bodyPr lIns="19050" tIns="19050" rIns="19050" bIns="19050" anchor="ctr">
            <a:normAutofit/>
          </a:bodyPr>
          <a:lstStyle/>
          <a:p>
            <a:pPr algn="l">
              <a:buNone/>
              <a:defRPr sz="1013" b="1">
                <a:solidFill>
                  <a:srgbClr val="111410"/>
                </a:solidFill>
                <a:latin typeface="Montserrat"/>
                <a:ea typeface="Montserrat"/>
                <a:cs typeface="Montserrat"/>
              </a:defRPr>
            </a:pPr>
            <a:r>
              <a:rPr sz="1013" b="1">
                <a:solidFill>
                  <a:srgbClr val="111410"/>
                </a:solidFill>
                <a:latin typeface="Montserrat"/>
                <a:ea typeface="Montserrat"/>
                <a:cs typeface="Montserrat"/>
              </a:rPr>
              <a:t>AI boundary</a:t>
            </a:r>
          </a:p>
        </p:txBody>
      </p:sp>
      <p:sp>
        <p:nvSpPr>
          <p:cNvPr id="546" name="Rectangle 545">
            <a:extLst>
              <a:ext uri="{FF2B5EF4-FFF2-40B4-BE49-F238E27FC236}">
                <a16:creationId xmlns:a16="http://schemas.microsoft.com/office/drawing/2014/main" id="{7A4E4A4B-C36F-43B5-8250-9078362FFFD0}"/>
              </a:ext>
            </a:extLst>
          </p:cNvPr>
          <p:cNvSpPr>
            <a:spLocks noGrp="1"/>
          </p:cNvSpPr>
          <p:nvPr/>
        </p:nvSpPr>
        <p:spPr>
          <a:xfrm>
            <a:off x="1600200" y="3325946"/>
            <a:ext cx="1457325" cy="266700"/>
          </a:xfrm>
          <a:prstGeom prst="rect">
            <a:avLst/>
          </a:prstGeom>
          <a:ln w="0">
            <a:prstDash val="solid"/>
          </a:ln>
        </p:spPr>
        <p:txBody>
          <a:bodyPr lIns="19050" tIns="19050" rIns="19050" bIns="19050" anchor="ctr">
            <a:normAutofit/>
          </a:bodyPr>
          <a:lstStyle/>
          <a:p>
            <a:pPr algn="l">
              <a:buNone/>
              <a:defRPr sz="788" b="0">
                <a:solidFill>
                  <a:srgbClr val="526052"/>
                </a:solidFill>
                <a:latin typeface="Montserrat"/>
                <a:ea typeface="Montserrat"/>
                <a:cs typeface="Montserrat"/>
              </a:defRPr>
            </a:pPr>
            <a:r>
              <a:rPr sz="788" b="0">
                <a:solidFill>
                  <a:srgbClr val="526052"/>
                </a:solidFill>
                <a:latin typeface="Montserrat"/>
                <a:ea typeface="Montserrat"/>
                <a:cs typeface="Montserrat"/>
              </a:rPr>
              <a:t>Python • gRPC (16 RPCs)</a:t>
            </a:r>
          </a:p>
        </p:txBody>
      </p:sp>
      <p:sp>
        <p:nvSpPr>
          <p:cNvPr id="547" name="Rectangle 546">
            <a:extLst>
              <a:ext uri="{FF2B5EF4-FFF2-40B4-BE49-F238E27FC236}">
                <a16:creationId xmlns:a16="http://schemas.microsoft.com/office/drawing/2014/main" id="{BCBE303B-684D-4A79-B158-802A62A9D53F}"/>
              </a:ext>
            </a:extLst>
          </p:cNvPr>
          <p:cNvSpPr>
            <a:spLocks noGrp="1"/>
          </p:cNvSpPr>
          <p:nvPr/>
        </p:nvSpPr>
        <p:spPr>
          <a:xfrm>
            <a:off x="3562350" y="3040196"/>
            <a:ext cx="400050" cy="228600"/>
          </a:xfrm>
          <a:prstGeom prst="rect">
            <a:avLst/>
          </a:prstGeom>
          <a:ln w="0">
            <a:prstDash val="solid"/>
          </a:ln>
        </p:spPr>
        <p:txBody>
          <a:bodyPr lIns="19050" tIns="19050" rIns="19050" bIns="19050" anchor="ctr">
            <a:normAutofit/>
          </a:bodyPr>
          <a:lstStyle/>
          <a:p>
            <a:pPr algn="l">
              <a:buNone/>
              <a:defRPr sz="1200" b="1">
                <a:solidFill>
                  <a:srgbClr val="4B8D17"/>
                </a:solidFill>
                <a:latin typeface="Cambria"/>
                <a:ea typeface="Cambria"/>
                <a:cs typeface="Cambria"/>
              </a:defRPr>
            </a:pPr>
            <a:r>
              <a:rPr sz="1200" b="1">
                <a:solidFill>
                  <a:srgbClr val="4B8D17"/>
                </a:solidFill>
                <a:latin typeface="Cambria"/>
                <a:ea typeface="Cambria"/>
                <a:cs typeface="Cambria"/>
              </a:rPr>
              <a:t>04</a:t>
            </a:r>
          </a:p>
        </p:txBody>
      </p:sp>
      <p:sp>
        <p:nvSpPr>
          <p:cNvPr id="548" name="Rectangle 547">
            <a:extLst>
              <a:ext uri="{FF2B5EF4-FFF2-40B4-BE49-F238E27FC236}">
                <a16:creationId xmlns:a16="http://schemas.microsoft.com/office/drawing/2014/main" id="{AF91C35D-B5CA-446E-920A-E7DE523B39D8}"/>
              </a:ext>
            </a:extLst>
          </p:cNvPr>
          <p:cNvSpPr>
            <a:spLocks noGrp="1"/>
          </p:cNvSpPr>
          <p:nvPr/>
        </p:nvSpPr>
        <p:spPr>
          <a:xfrm>
            <a:off x="4019550" y="3040196"/>
            <a:ext cx="1495425" cy="247650"/>
          </a:xfrm>
          <a:prstGeom prst="rect">
            <a:avLst/>
          </a:prstGeom>
          <a:ln w="0">
            <a:prstDash val="solid"/>
          </a:ln>
        </p:spPr>
        <p:txBody>
          <a:bodyPr lIns="19050" tIns="19050" rIns="19050" bIns="19050" anchor="ctr">
            <a:normAutofit/>
          </a:bodyPr>
          <a:lstStyle/>
          <a:p>
            <a:pPr algn="l">
              <a:buNone/>
              <a:defRPr sz="1013" b="1">
                <a:solidFill>
                  <a:srgbClr val="111410"/>
                </a:solidFill>
                <a:latin typeface="Montserrat"/>
                <a:ea typeface="Montserrat"/>
                <a:cs typeface="Montserrat"/>
              </a:defRPr>
            </a:pPr>
            <a:r>
              <a:rPr sz="1013" b="1">
                <a:solidFill>
                  <a:srgbClr val="111410"/>
                </a:solidFill>
                <a:latin typeface="Montserrat"/>
                <a:ea typeface="Montserrat"/>
                <a:cs typeface="Montserrat"/>
              </a:rPr>
              <a:t>LLM/RAG</a:t>
            </a:r>
          </a:p>
        </p:txBody>
      </p:sp>
      <p:sp>
        <p:nvSpPr>
          <p:cNvPr id="549" name="Rectangle 548">
            <a:extLst>
              <a:ext uri="{FF2B5EF4-FFF2-40B4-BE49-F238E27FC236}">
                <a16:creationId xmlns:a16="http://schemas.microsoft.com/office/drawing/2014/main" id="{8A4045D2-98CF-4950-9849-05319921A791}"/>
              </a:ext>
            </a:extLst>
          </p:cNvPr>
          <p:cNvSpPr>
            <a:spLocks noGrp="1"/>
          </p:cNvSpPr>
          <p:nvPr/>
        </p:nvSpPr>
        <p:spPr>
          <a:xfrm>
            <a:off x="4019550" y="3325946"/>
            <a:ext cx="1457325" cy="266700"/>
          </a:xfrm>
          <a:prstGeom prst="rect">
            <a:avLst/>
          </a:prstGeom>
          <a:ln w="0">
            <a:prstDash val="solid"/>
          </a:ln>
        </p:spPr>
        <p:txBody>
          <a:bodyPr lIns="19050" tIns="19050" rIns="19050" bIns="19050" anchor="ctr">
            <a:normAutofit fontScale="95178" lnSpcReduction="10000"/>
          </a:bodyPr>
          <a:lstStyle/>
          <a:p>
            <a:pPr algn="l">
              <a:buNone/>
              <a:defRPr sz="788" b="0">
                <a:solidFill>
                  <a:srgbClr val="526052"/>
                </a:solidFill>
                <a:latin typeface="Montserrat"/>
                <a:ea typeface="Montserrat"/>
                <a:cs typeface="Montserrat"/>
              </a:defRPr>
            </a:pPr>
            <a:r>
              <a:rPr sz="788" b="0">
                <a:solidFill>
                  <a:srgbClr val="526052"/>
                </a:solidFill>
                <a:latin typeface="Montserrat"/>
                <a:ea typeface="Montserrat"/>
                <a:cs typeface="Montserrat"/>
              </a:rPr>
              <a:t>DeepSeek • Qdrant</a:t>
            </a:r>
          </a:p>
          <a:p>
            <a:pPr algn="l">
              <a:buNone/>
              <a:defRPr sz="788" b="0">
                <a:solidFill>
                  <a:srgbClr val="526052"/>
                </a:solidFill>
                <a:latin typeface="Montserrat"/>
                <a:ea typeface="Montserrat"/>
                <a:cs typeface="Montserrat"/>
              </a:defRPr>
            </a:pPr>
            <a:r>
              <a:rPr sz="788" b="0">
                <a:solidFill>
                  <a:srgbClr val="526052"/>
                </a:solidFill>
                <a:latin typeface="Montserrat"/>
                <a:ea typeface="Montserrat"/>
                <a:cs typeface="Montserrat"/>
              </a:rPr>
              <a:t>BM25 + RRF</a:t>
            </a:r>
          </a:p>
        </p:txBody>
      </p:sp>
      <p:sp>
        <p:nvSpPr>
          <p:cNvPr id="550" name="Rectangle 549">
            <a:extLst>
              <a:ext uri="{FF2B5EF4-FFF2-40B4-BE49-F238E27FC236}">
                <a16:creationId xmlns:a16="http://schemas.microsoft.com/office/drawing/2014/main" id="{E943F0B6-FD82-4898-8B9B-66C5F1CA0223}"/>
              </a:ext>
            </a:extLst>
          </p:cNvPr>
          <p:cNvSpPr>
            <a:spLocks noGrp="1"/>
          </p:cNvSpPr>
          <p:nvPr/>
        </p:nvSpPr>
        <p:spPr>
          <a:xfrm>
            <a:off x="5981700" y="3040196"/>
            <a:ext cx="400050" cy="228600"/>
          </a:xfrm>
          <a:prstGeom prst="rect">
            <a:avLst/>
          </a:prstGeom>
          <a:ln w="0">
            <a:prstDash val="solid"/>
          </a:ln>
        </p:spPr>
        <p:txBody>
          <a:bodyPr lIns="19050" tIns="19050" rIns="19050" bIns="19050" anchor="ctr">
            <a:normAutofit/>
          </a:bodyPr>
          <a:lstStyle/>
          <a:p>
            <a:pPr algn="l">
              <a:buNone/>
              <a:defRPr sz="1200" b="1">
                <a:solidFill>
                  <a:srgbClr val="4B8D17"/>
                </a:solidFill>
                <a:latin typeface="Cambria"/>
                <a:ea typeface="Cambria"/>
                <a:cs typeface="Cambria"/>
              </a:defRPr>
            </a:pPr>
            <a:r>
              <a:rPr sz="1200" b="1">
                <a:solidFill>
                  <a:srgbClr val="4B8D17"/>
                </a:solidFill>
                <a:latin typeface="Cambria"/>
                <a:ea typeface="Cambria"/>
                <a:cs typeface="Cambria"/>
              </a:rPr>
              <a:t>05</a:t>
            </a:r>
          </a:p>
        </p:txBody>
      </p:sp>
      <p:sp>
        <p:nvSpPr>
          <p:cNvPr id="551" name="Rectangle 550">
            <a:extLst>
              <a:ext uri="{FF2B5EF4-FFF2-40B4-BE49-F238E27FC236}">
                <a16:creationId xmlns:a16="http://schemas.microsoft.com/office/drawing/2014/main" id="{2A2A4346-CCAA-4449-BA28-56A8DF11E400}"/>
              </a:ext>
            </a:extLst>
          </p:cNvPr>
          <p:cNvSpPr>
            <a:spLocks noGrp="1"/>
          </p:cNvSpPr>
          <p:nvPr/>
        </p:nvSpPr>
        <p:spPr>
          <a:xfrm>
            <a:off x="6438900" y="3040196"/>
            <a:ext cx="1495425" cy="247650"/>
          </a:xfrm>
          <a:prstGeom prst="rect">
            <a:avLst/>
          </a:prstGeom>
          <a:ln w="0">
            <a:prstDash val="solid"/>
          </a:ln>
        </p:spPr>
        <p:txBody>
          <a:bodyPr lIns="19050" tIns="19050" rIns="19050" bIns="19050" anchor="ctr">
            <a:normAutofit/>
          </a:bodyPr>
          <a:lstStyle/>
          <a:p>
            <a:pPr algn="l">
              <a:buNone/>
              <a:defRPr sz="1013" b="1">
                <a:solidFill>
                  <a:srgbClr val="111410"/>
                </a:solidFill>
                <a:latin typeface="Montserrat"/>
                <a:ea typeface="Montserrat"/>
                <a:cs typeface="Montserrat"/>
              </a:defRPr>
            </a:pPr>
            <a:r>
              <a:rPr sz="1013" b="1">
                <a:solidFill>
                  <a:srgbClr val="111410"/>
                </a:solidFill>
                <a:latin typeface="Montserrat"/>
                <a:ea typeface="Montserrat"/>
                <a:cs typeface="Montserrat"/>
              </a:rPr>
              <a:t>Speech</a:t>
            </a:r>
          </a:p>
        </p:txBody>
      </p:sp>
      <p:sp>
        <p:nvSpPr>
          <p:cNvPr id="552" name="Rectangle 551">
            <a:extLst>
              <a:ext uri="{FF2B5EF4-FFF2-40B4-BE49-F238E27FC236}">
                <a16:creationId xmlns:a16="http://schemas.microsoft.com/office/drawing/2014/main" id="{121AA7B1-9944-4160-B5A2-273C29EE0FB4}"/>
              </a:ext>
            </a:extLst>
          </p:cNvPr>
          <p:cNvSpPr>
            <a:spLocks noGrp="1"/>
          </p:cNvSpPr>
          <p:nvPr/>
        </p:nvSpPr>
        <p:spPr>
          <a:xfrm>
            <a:off x="6438900" y="3325946"/>
            <a:ext cx="1457325" cy="266700"/>
          </a:xfrm>
          <a:prstGeom prst="rect">
            <a:avLst/>
          </a:prstGeom>
          <a:ln w="0">
            <a:prstDash val="solid"/>
          </a:ln>
        </p:spPr>
        <p:txBody>
          <a:bodyPr lIns="19050" tIns="19050" rIns="19050" bIns="19050" anchor="ctr">
            <a:normAutofit fontScale="87678"/>
          </a:bodyPr>
          <a:lstStyle/>
          <a:p>
            <a:pPr algn="l">
              <a:buNone/>
              <a:defRPr sz="788" b="0">
                <a:solidFill>
                  <a:srgbClr val="526052"/>
                </a:solidFill>
                <a:latin typeface="Montserrat"/>
                <a:ea typeface="Montserrat"/>
                <a:cs typeface="Montserrat"/>
              </a:defRPr>
            </a:pPr>
            <a:r>
              <a:rPr sz="788" b="0">
                <a:solidFill>
                  <a:srgbClr val="526052"/>
                </a:solidFill>
                <a:latin typeface="Montserrat"/>
                <a:ea typeface="Montserrat"/>
                <a:cs typeface="Montserrat"/>
              </a:rPr>
              <a:t>AssemblyAI • Faster-Whisper</a:t>
            </a:r>
          </a:p>
          <a:p>
            <a:pPr algn="l">
              <a:buNone/>
              <a:defRPr sz="788" b="0">
                <a:solidFill>
                  <a:srgbClr val="526052"/>
                </a:solidFill>
                <a:latin typeface="Montserrat"/>
                <a:ea typeface="Montserrat"/>
                <a:cs typeface="Montserrat"/>
              </a:defRPr>
            </a:pPr>
            <a:r>
              <a:rPr sz="788" b="0">
                <a:solidFill>
                  <a:srgbClr val="526052"/>
                </a:solidFill>
                <a:latin typeface="Montserrat"/>
                <a:ea typeface="Montserrat"/>
                <a:cs typeface="Montserrat"/>
              </a:rPr>
              <a:t>SenseVoice</a:t>
            </a:r>
          </a:p>
        </p:txBody>
      </p:sp>
      <p:sp>
        <p:nvSpPr>
          <p:cNvPr id="553" name="Rectangle: Rounded Corners 552">
            <a:extLst>
              <a:ext uri="{FF2B5EF4-FFF2-40B4-BE49-F238E27FC236}">
                <a16:creationId xmlns:a16="http://schemas.microsoft.com/office/drawing/2014/main" id="{E1DEB3AA-906B-4EA9-995B-55CB0A5B86A3}"/>
              </a:ext>
            </a:extLst>
          </p:cNvPr>
          <p:cNvSpPr>
            <a:spLocks noGrp="1"/>
          </p:cNvSpPr>
          <p:nvPr/>
        </p:nvSpPr>
        <p:spPr>
          <a:xfrm>
            <a:off x="1714500" y="4011746"/>
            <a:ext cx="5715000" cy="552450"/>
          </a:xfrm>
          <a:prstGeom prst="roundRect">
            <a:avLst>
              <a:gd name="adj" fmla="val 20690"/>
            </a:avLst>
          </a:prstGeom>
          <a:solidFill>
            <a:srgbClr val="F7EDC8"/>
          </a:solidFill>
          <a:ln w="12383">
            <a:solidFill>
              <a:srgbClr val="7A8378"/>
            </a:solidFill>
            <a:prstDash val="solid"/>
          </a:ln>
        </p:spPr>
        <p:txBody>
          <a:bodyPr/>
          <a:lstStyle/>
          <a:p>
            <a:endParaRPr/>
          </a:p>
        </p:txBody>
      </p:sp>
      <p:sp>
        <p:nvSpPr>
          <p:cNvPr id="554" name="Rectangle 553">
            <a:extLst>
              <a:ext uri="{FF2B5EF4-FFF2-40B4-BE49-F238E27FC236}">
                <a16:creationId xmlns:a16="http://schemas.microsoft.com/office/drawing/2014/main" id="{7C0E1834-F4AE-4549-A2EF-2F1FDD2C0C8A}"/>
              </a:ext>
            </a:extLst>
          </p:cNvPr>
          <p:cNvSpPr>
            <a:spLocks noGrp="1"/>
          </p:cNvSpPr>
          <p:nvPr/>
        </p:nvSpPr>
        <p:spPr>
          <a:xfrm>
            <a:off x="1943100" y="4154621"/>
            <a:ext cx="400050" cy="228600"/>
          </a:xfrm>
          <a:prstGeom prst="rect">
            <a:avLst/>
          </a:prstGeom>
          <a:ln w="0">
            <a:prstDash val="solid"/>
          </a:ln>
        </p:spPr>
        <p:txBody>
          <a:bodyPr lIns="19050" tIns="19050" rIns="19050" bIns="19050" anchor="ctr">
            <a:normAutofit/>
          </a:bodyPr>
          <a:lstStyle/>
          <a:p>
            <a:pPr algn="l">
              <a:buNone/>
              <a:defRPr sz="1200" b="1">
                <a:solidFill>
                  <a:srgbClr val="4B8D17"/>
                </a:solidFill>
                <a:latin typeface="Cambria"/>
                <a:ea typeface="Cambria"/>
                <a:cs typeface="Cambria"/>
              </a:defRPr>
            </a:pPr>
            <a:r>
              <a:rPr sz="1200" b="1">
                <a:solidFill>
                  <a:srgbClr val="4B8D17"/>
                </a:solidFill>
                <a:latin typeface="Cambria"/>
                <a:ea typeface="Cambria"/>
                <a:cs typeface="Cambria"/>
              </a:rPr>
              <a:t>06</a:t>
            </a:r>
          </a:p>
        </p:txBody>
      </p:sp>
      <p:sp>
        <p:nvSpPr>
          <p:cNvPr id="555" name="Rectangle 554">
            <a:extLst>
              <a:ext uri="{FF2B5EF4-FFF2-40B4-BE49-F238E27FC236}">
                <a16:creationId xmlns:a16="http://schemas.microsoft.com/office/drawing/2014/main" id="{D7C3C62B-A403-401B-9C01-251F21B98CEA}"/>
              </a:ext>
            </a:extLst>
          </p:cNvPr>
          <p:cNvSpPr>
            <a:spLocks noGrp="1"/>
          </p:cNvSpPr>
          <p:nvPr/>
        </p:nvSpPr>
        <p:spPr>
          <a:xfrm>
            <a:off x="2328862" y="4154621"/>
            <a:ext cx="1190625" cy="266700"/>
          </a:xfrm>
          <a:prstGeom prst="rect">
            <a:avLst/>
          </a:prstGeom>
          <a:ln w="0">
            <a:prstDash val="solid"/>
          </a:ln>
        </p:spPr>
        <p:txBody>
          <a:bodyPr lIns="19050" tIns="19050" rIns="19050" bIns="19050" anchor="ctr">
            <a:normAutofit/>
          </a:bodyPr>
          <a:lstStyle/>
          <a:p>
            <a:pPr algn="l">
              <a:buNone/>
              <a:defRPr sz="1013" b="1">
                <a:solidFill>
                  <a:srgbClr val="111410"/>
                </a:solidFill>
                <a:latin typeface="Montserrat"/>
                <a:ea typeface="Montserrat"/>
                <a:cs typeface="Montserrat"/>
              </a:defRPr>
            </a:pPr>
            <a:r>
              <a:rPr sz="1013" b="1">
                <a:solidFill>
                  <a:srgbClr val="111410"/>
                </a:solidFill>
                <a:latin typeface="Montserrat"/>
                <a:ea typeface="Montserrat"/>
                <a:cs typeface="Montserrat"/>
              </a:rPr>
              <a:t>Vận hành</a:t>
            </a:r>
          </a:p>
        </p:txBody>
      </p:sp>
      <p:sp>
        <p:nvSpPr>
          <p:cNvPr id="556" name="Rectangle 555">
            <a:extLst>
              <a:ext uri="{FF2B5EF4-FFF2-40B4-BE49-F238E27FC236}">
                <a16:creationId xmlns:a16="http://schemas.microsoft.com/office/drawing/2014/main" id="{6DFD7AEE-8246-4ACB-A4CF-C3A54BF3E6D4}"/>
              </a:ext>
            </a:extLst>
          </p:cNvPr>
          <p:cNvSpPr>
            <a:spLocks noGrp="1"/>
          </p:cNvSpPr>
          <p:nvPr/>
        </p:nvSpPr>
        <p:spPr>
          <a:xfrm>
            <a:off x="3781425" y="4135571"/>
            <a:ext cx="3333750" cy="266700"/>
          </a:xfrm>
          <a:prstGeom prst="rect">
            <a:avLst/>
          </a:prstGeom>
          <a:ln w="0">
            <a:prstDash val="solid"/>
          </a:ln>
        </p:spPr>
        <p:txBody>
          <a:bodyPr lIns="19050" tIns="19050" rIns="19050" bIns="19050" anchor="ctr">
            <a:normAutofit/>
          </a:bodyPr>
          <a:lstStyle/>
          <a:p>
            <a:pPr algn="r">
              <a:buNone/>
              <a:defRPr sz="825" b="0">
                <a:solidFill>
                  <a:srgbClr val="526052"/>
                </a:solidFill>
                <a:latin typeface="Montserrat"/>
                <a:ea typeface="Montserrat"/>
                <a:cs typeface="Montserrat"/>
              </a:defRPr>
            </a:pPr>
            <a:r>
              <a:rPr sz="825" b="0">
                <a:solidFill>
                  <a:srgbClr val="526052"/>
                </a:solidFill>
                <a:latin typeface="Montserrat"/>
                <a:ea typeface="Montserrat"/>
                <a:cs typeface="Montserrat"/>
              </a:rPr>
              <a:t>PayOS • audit • health • usage</a:t>
            </a:r>
          </a:p>
        </p:txBody>
      </p:sp>
      <p:sp>
        <p:nvSpPr>
          <p:cNvPr id="557" name="TextBox 556"/>
          <p:cNvSpPr txBox="1"/>
          <p:nvPr/>
        </p:nvSpPr>
        <p:spPr>
          <a:xfrm>
            <a:off x="713225" y="200000"/>
            <a:ext cx="1200000" cy="260000"/>
          </a:xfrm>
          <a:prstGeom prst="rect">
            <a:avLst/>
          </a:prstGeom>
          <a:noFill/>
        </p:spPr>
        <p:txBody>
          <a:bodyPr wrap="none" lIns="0" tIns="0">
            <a:spAutoFit/>
          </a:bodyPr>
          <a:lstStyle/>
          <a:p>
            <a:pPr>
              <a:defRPr sz="1100" b="1">
                <a:solidFill>
                  <a:srgbClr val="4B8D17"/>
                </a:solidFill>
                <a:latin typeface="Montserrat"/>
              </a:defRPr>
            </a:pPr>
            <a:r>
              <a:t>#04</a:t>
            </a:r>
          </a:p>
        </p:txBody>
      </p:sp>
    </p:spTree>
    <p:extLst>
      <p:ext uri="{BB962C8B-B14F-4D97-AF65-F5344CB8AC3E}">
        <p14:creationId xmlns:p14="http://schemas.microsoft.com/office/powerpoint/2010/main" val="104887259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E8F3E5"/>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18E96D7A-A6F2-4B27-AD77-9A02E17646B8}"/>
              </a:ext>
            </a:extLst>
          </p:cNvPr>
          <p:cNvSpPr>
            <a:spLocks noGrp="1"/>
          </p:cNvSpPr>
          <p:nvPr/>
        </p:nvSpPr>
        <p:spPr>
          <a:xfrm>
            <a:off x="714375" y="447675"/>
            <a:ext cx="7715250" cy="552450"/>
          </a:xfrm>
          <a:prstGeom prst="rect">
            <a:avLst/>
          </a:prstGeom>
          <a:ln w="0">
            <a:prstDash val="solid"/>
          </a:ln>
        </p:spPr>
        <p:txBody>
          <a:bodyPr lIns="28575" tIns="19050" rIns="28575" bIns="19050" anchor="ctr">
            <a:normAutofit/>
          </a:bodyPr>
          <a:lstStyle/>
          <a:p>
            <a:pPr algn="l">
              <a:buNone/>
              <a:defRPr sz="3000" b="0">
                <a:solidFill>
                  <a:srgbClr val="111410"/>
                </a:solidFill>
                <a:latin typeface="Montserrat"/>
                <a:ea typeface="Montserrat"/>
                <a:cs typeface="Montserrat"/>
              </a:defRPr>
            </a:pPr>
            <a:r>
              <a:rPr sz="3000" b="0">
                <a:solidFill>
                  <a:srgbClr val="111410"/>
                </a:solidFill>
                <a:latin typeface="Montserrat"/>
                <a:ea typeface="Montserrat"/>
                <a:cs typeface="Montserrat"/>
              </a:rPr>
              <a:t>Quy mô hiện vật triển khai</a:t>
            </a:r>
          </a:p>
        </p:txBody>
      </p:sp>
      <p:sp>
        <p:nvSpPr>
          <p:cNvPr id="2" name="Rectangle 1">
            <a:extLst>
              <a:ext uri="{FF2B5EF4-FFF2-40B4-BE49-F238E27FC236}">
                <a16:creationId xmlns:a16="http://schemas.microsoft.com/office/drawing/2014/main" id="{4173A637-419A-4D0E-A9A2-B3A7F1A78283}"/>
              </a:ext>
            </a:extLst>
          </p:cNvPr>
          <p:cNvSpPr>
            <a:spLocks noGrp="1"/>
          </p:cNvSpPr>
          <p:nvPr/>
        </p:nvSpPr>
        <p:spPr>
          <a:xfrm>
            <a:off x="714375" y="1028700"/>
            <a:ext cx="7715250" cy="266700"/>
          </a:xfrm>
          <a:prstGeom prst="rect">
            <a:avLst/>
          </a:prstGeom>
          <a:ln w="0">
            <a:prstDash val="solid"/>
          </a:ln>
        </p:spPr>
        <p:txBody>
          <a:bodyPr lIns="28575" tIns="19050" rIns="28575" bIns="19050" anchor="ctr">
            <a:normAutofit/>
          </a:bodyPr>
          <a:lstStyle/>
          <a:p>
            <a:pPr algn="ctr">
              <a:buNone/>
              <a:defRPr sz="1050" b="0">
                <a:solidFill>
                  <a:srgbClr val="526052"/>
                </a:solidFill>
                <a:latin typeface="Montserrat"/>
                <a:ea typeface="Montserrat"/>
                <a:cs typeface="Montserrat"/>
              </a:defRPr>
            </a:pPr>
            <a:r>
              <a:rPr sz="1050" b="0">
                <a:solidFill>
                  <a:srgbClr val="526052"/>
                </a:solidFill>
                <a:latin typeface="Montserrat"/>
                <a:ea typeface="Montserrat"/>
                <a:cs typeface="Montserrat"/>
              </a:rPr>
              <a:t>Các con số được đối chiếu trực tiếp từ repository và hợp đồng dịch vụ.</a:t>
            </a:r>
          </a:p>
        </p:txBody>
      </p:sp>
      <p:sp>
        <p:nvSpPr>
          <p:cNvPr id="3" name="Rectangle: Rounded Corners 2">
            <a:extLst>
              <a:ext uri="{FF2B5EF4-FFF2-40B4-BE49-F238E27FC236}">
                <a16:creationId xmlns:a16="http://schemas.microsoft.com/office/drawing/2014/main" id="{5204D6CF-5EE2-44B1-8859-2BE47A226D4D}"/>
              </a:ext>
            </a:extLst>
          </p:cNvPr>
          <p:cNvSpPr>
            <a:spLocks noGrp="1"/>
          </p:cNvSpPr>
          <p:nvPr/>
        </p:nvSpPr>
        <p:spPr>
          <a:xfrm>
            <a:off x="1000125" y="1476375"/>
            <a:ext cx="3429000" cy="1066800"/>
          </a:xfrm>
          <a:prstGeom prst="roundRect">
            <a:avLst>
              <a:gd name="adj" fmla="val 7143"/>
            </a:avLst>
          </a:prstGeom>
          <a:solidFill>
            <a:srgbClr val="D7E7F1"/>
          </a:solidFill>
          <a:ln w="11430">
            <a:solidFill>
              <a:srgbClr val="6C766B"/>
            </a:solidFill>
            <a:prstDash val="solid"/>
          </a:ln>
        </p:spPr>
        <p:txBody>
          <a:bodyPr/>
          <a:lstStyle/>
          <a:p>
            <a:endParaRPr/>
          </a:p>
        </p:txBody>
      </p:sp>
      <p:sp>
        <p:nvSpPr>
          <p:cNvPr id="4" name="Rectangle 3">
            <a:extLst>
              <a:ext uri="{FF2B5EF4-FFF2-40B4-BE49-F238E27FC236}">
                <a16:creationId xmlns:a16="http://schemas.microsoft.com/office/drawing/2014/main" id="{42EBBAE6-24D8-4654-9A7F-071AF1D21E6E}"/>
              </a:ext>
            </a:extLst>
          </p:cNvPr>
          <p:cNvSpPr>
            <a:spLocks noGrp="1"/>
          </p:cNvSpPr>
          <p:nvPr/>
        </p:nvSpPr>
        <p:spPr>
          <a:xfrm>
            <a:off x="1114425" y="1609725"/>
            <a:ext cx="1619250" cy="704850"/>
          </a:xfrm>
          <a:prstGeom prst="rect">
            <a:avLst/>
          </a:prstGeom>
          <a:ln w="0">
            <a:prstDash val="solid"/>
          </a:ln>
        </p:spPr>
        <p:txBody>
          <a:bodyPr lIns="28575" tIns="19050" rIns="28575" bIns="19050" anchor="ctr">
            <a:normAutofit/>
          </a:bodyPr>
          <a:lstStyle/>
          <a:p>
            <a:pPr algn="ctr">
              <a:buNone/>
              <a:defRPr sz="2325" b="1">
                <a:solidFill>
                  <a:srgbClr val="4B8D17"/>
                </a:solidFill>
                <a:latin typeface="Montserrat"/>
                <a:ea typeface="Montserrat"/>
                <a:cs typeface="Montserrat"/>
              </a:defRPr>
            </a:pPr>
            <a:r>
              <a:rPr sz="2325" b="1">
                <a:solidFill>
                  <a:srgbClr val="4B8D17"/>
                </a:solidFill>
                <a:latin typeface="Montserrat"/>
                <a:ea typeface="Montserrat"/>
                <a:cs typeface="Montserrat"/>
              </a:rPr>
              <a:t>72.445</a:t>
            </a:r>
          </a:p>
        </p:txBody>
      </p:sp>
      <p:sp>
        <p:nvSpPr>
          <p:cNvPr id="5" name="Rectangle 4">
            <a:extLst>
              <a:ext uri="{FF2B5EF4-FFF2-40B4-BE49-F238E27FC236}">
                <a16:creationId xmlns:a16="http://schemas.microsoft.com/office/drawing/2014/main" id="{144070A6-D2B7-48A3-AED0-C51C993B36C9}"/>
              </a:ext>
            </a:extLst>
          </p:cNvPr>
          <p:cNvSpPr>
            <a:spLocks noGrp="1"/>
          </p:cNvSpPr>
          <p:nvPr/>
        </p:nvSpPr>
        <p:spPr>
          <a:xfrm>
            <a:off x="2762250" y="1666875"/>
            <a:ext cx="1524000" cy="609600"/>
          </a:xfrm>
          <a:prstGeom prst="rect">
            <a:avLst/>
          </a:prstGeom>
          <a:ln w="0">
            <a:prstDash val="solid"/>
          </a:ln>
        </p:spPr>
        <p:txBody>
          <a:bodyPr lIns="28575" tIns="19050" rIns="28575" bIns="19050" anchor="ctr">
            <a:normAutofit/>
          </a:bodyPr>
          <a:lstStyle/>
          <a:p>
            <a:pPr algn="l">
              <a:buNone/>
              <a:defRPr sz="1238" b="1">
                <a:solidFill>
                  <a:srgbClr val="111410"/>
                </a:solidFill>
                <a:latin typeface="Montserrat"/>
                <a:ea typeface="Montserrat"/>
                <a:cs typeface="Montserrat"/>
              </a:defRPr>
            </a:pPr>
            <a:r>
              <a:rPr sz="1238" b="1">
                <a:solidFill>
                  <a:srgbClr val="111410"/>
                </a:solidFill>
                <a:latin typeface="Montserrat"/>
                <a:ea typeface="Montserrat"/>
                <a:cs typeface="Montserrat"/>
              </a:rPr>
              <a:t>Dòng mã</a:t>
            </a:r>
          </a:p>
        </p:txBody>
      </p:sp>
      <p:sp>
        <p:nvSpPr>
          <p:cNvPr id="6" name="Rectangle: Rounded Corners 5">
            <a:extLst>
              <a:ext uri="{FF2B5EF4-FFF2-40B4-BE49-F238E27FC236}">
                <a16:creationId xmlns:a16="http://schemas.microsoft.com/office/drawing/2014/main" id="{3A003D96-E842-4F95-9AD7-A8028D70EEE3}"/>
              </a:ext>
            </a:extLst>
          </p:cNvPr>
          <p:cNvSpPr>
            <a:spLocks noGrp="1"/>
          </p:cNvSpPr>
          <p:nvPr/>
        </p:nvSpPr>
        <p:spPr>
          <a:xfrm>
            <a:off x="4714875" y="1476375"/>
            <a:ext cx="3429000" cy="1066800"/>
          </a:xfrm>
          <a:prstGeom prst="roundRect">
            <a:avLst>
              <a:gd name="adj" fmla="val 7143"/>
            </a:avLst>
          </a:prstGeom>
          <a:solidFill>
            <a:srgbClr val="F7EDC8"/>
          </a:solidFill>
          <a:ln w="11430">
            <a:solidFill>
              <a:srgbClr val="6C766B"/>
            </a:solidFill>
            <a:prstDash val="solid"/>
          </a:ln>
        </p:spPr>
        <p:txBody>
          <a:bodyPr/>
          <a:lstStyle/>
          <a:p>
            <a:endParaRPr/>
          </a:p>
        </p:txBody>
      </p:sp>
      <p:sp>
        <p:nvSpPr>
          <p:cNvPr id="7" name="Rectangle 6">
            <a:extLst>
              <a:ext uri="{FF2B5EF4-FFF2-40B4-BE49-F238E27FC236}">
                <a16:creationId xmlns:a16="http://schemas.microsoft.com/office/drawing/2014/main" id="{8A1B9C66-6C81-486B-9FFF-3F41E994A15A}"/>
              </a:ext>
            </a:extLst>
          </p:cNvPr>
          <p:cNvSpPr>
            <a:spLocks noGrp="1"/>
          </p:cNvSpPr>
          <p:nvPr/>
        </p:nvSpPr>
        <p:spPr>
          <a:xfrm>
            <a:off x="4829175" y="1609725"/>
            <a:ext cx="1619250" cy="704850"/>
          </a:xfrm>
          <a:prstGeom prst="rect">
            <a:avLst/>
          </a:prstGeom>
          <a:ln w="0">
            <a:prstDash val="solid"/>
          </a:ln>
        </p:spPr>
        <p:txBody>
          <a:bodyPr lIns="28575" tIns="19050" rIns="28575" bIns="19050" anchor="ctr">
            <a:normAutofit/>
          </a:bodyPr>
          <a:lstStyle/>
          <a:p>
            <a:pPr algn="ctr">
              <a:buNone/>
              <a:defRPr sz="2325" b="1">
                <a:solidFill>
                  <a:srgbClr val="4B8D17"/>
                </a:solidFill>
                <a:latin typeface="Montserrat"/>
                <a:ea typeface="Montserrat"/>
                <a:cs typeface="Montserrat"/>
              </a:defRPr>
            </a:pPr>
            <a:r>
              <a:rPr sz="2325" b="1">
                <a:solidFill>
                  <a:srgbClr val="4B8D17"/>
                </a:solidFill>
                <a:latin typeface="Montserrat"/>
                <a:ea typeface="Montserrat"/>
                <a:cs typeface="Montserrat"/>
              </a:rPr>
              <a:t>61 / 74</a:t>
            </a:r>
          </a:p>
        </p:txBody>
      </p:sp>
      <p:sp>
        <p:nvSpPr>
          <p:cNvPr id="8" name="Rectangle 7">
            <a:extLst>
              <a:ext uri="{FF2B5EF4-FFF2-40B4-BE49-F238E27FC236}">
                <a16:creationId xmlns:a16="http://schemas.microsoft.com/office/drawing/2014/main" id="{6B0C45B6-65EA-41C6-87AE-F5702DB43353}"/>
              </a:ext>
            </a:extLst>
          </p:cNvPr>
          <p:cNvSpPr>
            <a:spLocks noGrp="1"/>
          </p:cNvSpPr>
          <p:nvPr/>
        </p:nvSpPr>
        <p:spPr>
          <a:xfrm>
            <a:off x="6477000" y="1666875"/>
            <a:ext cx="1524000" cy="609600"/>
          </a:xfrm>
          <a:prstGeom prst="rect">
            <a:avLst/>
          </a:prstGeom>
          <a:ln w="0">
            <a:prstDash val="solid"/>
          </a:ln>
        </p:spPr>
        <p:txBody>
          <a:bodyPr lIns="28575" tIns="19050" rIns="28575" bIns="19050" anchor="ctr">
            <a:normAutofit/>
          </a:bodyPr>
          <a:lstStyle/>
          <a:p>
            <a:pPr algn="l">
              <a:buNone/>
              <a:defRPr sz="1238" b="1">
                <a:solidFill>
                  <a:srgbClr val="111410"/>
                </a:solidFill>
                <a:latin typeface="Montserrat"/>
                <a:ea typeface="Montserrat"/>
                <a:cs typeface="Montserrat"/>
              </a:defRPr>
            </a:pPr>
            <a:r>
              <a:rPr sz="1238" b="1">
                <a:solidFill>
                  <a:srgbClr val="111410"/>
                </a:solidFill>
                <a:latin typeface="Montserrat"/>
                <a:ea typeface="Montserrat"/>
                <a:cs typeface="Montserrat"/>
              </a:rPr>
              <a:t>Route files / HTTP methods</a:t>
            </a:r>
          </a:p>
        </p:txBody>
      </p:sp>
      <p:sp>
        <p:nvSpPr>
          <p:cNvPr id="9" name="Rectangle: Rounded Corners 8">
            <a:extLst>
              <a:ext uri="{FF2B5EF4-FFF2-40B4-BE49-F238E27FC236}">
                <a16:creationId xmlns:a16="http://schemas.microsoft.com/office/drawing/2014/main" id="{D69415D9-F0B8-459D-91B6-9219E5FB3599}"/>
              </a:ext>
            </a:extLst>
          </p:cNvPr>
          <p:cNvSpPr>
            <a:spLocks noGrp="1"/>
          </p:cNvSpPr>
          <p:nvPr/>
        </p:nvSpPr>
        <p:spPr>
          <a:xfrm>
            <a:off x="1000125" y="2781300"/>
            <a:ext cx="3429000" cy="1066800"/>
          </a:xfrm>
          <a:prstGeom prst="roundRect">
            <a:avLst>
              <a:gd name="adj" fmla="val 7143"/>
            </a:avLst>
          </a:prstGeom>
          <a:solidFill>
            <a:srgbClr val="E4D9EE"/>
          </a:solidFill>
          <a:ln w="11430">
            <a:solidFill>
              <a:srgbClr val="6C766B"/>
            </a:solidFill>
            <a:prstDash val="solid"/>
          </a:ln>
        </p:spPr>
        <p:txBody>
          <a:bodyPr/>
          <a:lstStyle/>
          <a:p>
            <a:endParaRPr/>
          </a:p>
        </p:txBody>
      </p:sp>
      <p:sp>
        <p:nvSpPr>
          <p:cNvPr id="10" name="Rectangle 9">
            <a:extLst>
              <a:ext uri="{FF2B5EF4-FFF2-40B4-BE49-F238E27FC236}">
                <a16:creationId xmlns:a16="http://schemas.microsoft.com/office/drawing/2014/main" id="{771FB08C-B63E-4C90-BCAC-83BF8EB0B7F3}"/>
              </a:ext>
            </a:extLst>
          </p:cNvPr>
          <p:cNvSpPr>
            <a:spLocks noGrp="1"/>
          </p:cNvSpPr>
          <p:nvPr/>
        </p:nvSpPr>
        <p:spPr>
          <a:xfrm>
            <a:off x="1114425" y="2914650"/>
            <a:ext cx="1619250" cy="704850"/>
          </a:xfrm>
          <a:prstGeom prst="rect">
            <a:avLst/>
          </a:prstGeom>
          <a:ln w="0">
            <a:prstDash val="solid"/>
          </a:ln>
        </p:spPr>
        <p:txBody>
          <a:bodyPr lIns="28575" tIns="19050" rIns="28575" bIns="19050" anchor="ctr">
            <a:normAutofit/>
          </a:bodyPr>
          <a:lstStyle/>
          <a:p>
            <a:pPr algn="ctr">
              <a:buNone/>
              <a:defRPr sz="2325" b="1">
                <a:solidFill>
                  <a:srgbClr val="4B8D17"/>
                </a:solidFill>
                <a:latin typeface="Montserrat"/>
                <a:ea typeface="Montserrat"/>
                <a:cs typeface="Montserrat"/>
              </a:defRPr>
            </a:pPr>
            <a:r>
              <a:rPr sz="2325" b="1">
                <a:solidFill>
                  <a:srgbClr val="4B8D17"/>
                </a:solidFill>
                <a:latin typeface="Montserrat"/>
                <a:ea typeface="Montserrat"/>
                <a:cs typeface="Montserrat"/>
              </a:rPr>
              <a:t>19</a:t>
            </a:r>
          </a:p>
        </p:txBody>
      </p:sp>
      <p:sp>
        <p:nvSpPr>
          <p:cNvPr id="11" name="Rectangle 10">
            <a:extLst>
              <a:ext uri="{FF2B5EF4-FFF2-40B4-BE49-F238E27FC236}">
                <a16:creationId xmlns:a16="http://schemas.microsoft.com/office/drawing/2014/main" id="{FBBCF45C-5003-4462-A8D6-40679936AE91}"/>
              </a:ext>
            </a:extLst>
          </p:cNvPr>
          <p:cNvSpPr>
            <a:spLocks noGrp="1"/>
          </p:cNvSpPr>
          <p:nvPr/>
        </p:nvSpPr>
        <p:spPr>
          <a:xfrm>
            <a:off x="2762250" y="2971800"/>
            <a:ext cx="1524000" cy="609600"/>
          </a:xfrm>
          <a:prstGeom prst="rect">
            <a:avLst/>
          </a:prstGeom>
          <a:ln w="0">
            <a:prstDash val="solid"/>
          </a:ln>
        </p:spPr>
        <p:txBody>
          <a:bodyPr lIns="28575" tIns="19050" rIns="28575" bIns="19050" anchor="ctr">
            <a:normAutofit/>
          </a:bodyPr>
          <a:lstStyle/>
          <a:p>
            <a:pPr algn="l">
              <a:buNone/>
              <a:defRPr sz="1238" b="1">
                <a:solidFill>
                  <a:srgbClr val="111410"/>
                </a:solidFill>
                <a:latin typeface="Montserrat"/>
                <a:ea typeface="Montserrat"/>
                <a:cs typeface="Montserrat"/>
              </a:defRPr>
            </a:pPr>
            <a:r>
              <a:rPr sz="1238" b="1">
                <a:solidFill>
                  <a:srgbClr val="111410"/>
                </a:solidFill>
                <a:latin typeface="Montserrat"/>
                <a:ea typeface="Montserrat"/>
                <a:cs typeface="Montserrat"/>
              </a:rPr>
              <a:t>Mongoose models</a:t>
            </a:r>
          </a:p>
        </p:txBody>
      </p:sp>
      <p:sp>
        <p:nvSpPr>
          <p:cNvPr id="12" name="Rectangle: Rounded Corners 11">
            <a:extLst>
              <a:ext uri="{FF2B5EF4-FFF2-40B4-BE49-F238E27FC236}">
                <a16:creationId xmlns:a16="http://schemas.microsoft.com/office/drawing/2014/main" id="{1354595F-32B2-435F-8AB9-81EDC7447CD0}"/>
              </a:ext>
            </a:extLst>
          </p:cNvPr>
          <p:cNvSpPr>
            <a:spLocks noGrp="1"/>
          </p:cNvSpPr>
          <p:nvPr/>
        </p:nvSpPr>
        <p:spPr>
          <a:xfrm>
            <a:off x="4714875" y="2781300"/>
            <a:ext cx="3429000" cy="1066800"/>
          </a:xfrm>
          <a:prstGeom prst="roundRect">
            <a:avLst>
              <a:gd name="adj" fmla="val 7143"/>
            </a:avLst>
          </a:prstGeom>
          <a:solidFill>
            <a:srgbClr val="DFF0D6"/>
          </a:solidFill>
          <a:ln w="11430">
            <a:solidFill>
              <a:srgbClr val="6C766B"/>
            </a:solidFill>
            <a:prstDash val="solid"/>
          </a:ln>
        </p:spPr>
        <p:txBody>
          <a:bodyPr/>
          <a:lstStyle/>
          <a:p>
            <a:endParaRPr/>
          </a:p>
        </p:txBody>
      </p:sp>
      <p:sp>
        <p:nvSpPr>
          <p:cNvPr id="13" name="Rectangle 12">
            <a:extLst>
              <a:ext uri="{FF2B5EF4-FFF2-40B4-BE49-F238E27FC236}">
                <a16:creationId xmlns:a16="http://schemas.microsoft.com/office/drawing/2014/main" id="{6B83B03F-72FE-4231-849A-B5A82AAC9926}"/>
              </a:ext>
            </a:extLst>
          </p:cNvPr>
          <p:cNvSpPr>
            <a:spLocks noGrp="1"/>
          </p:cNvSpPr>
          <p:nvPr/>
        </p:nvSpPr>
        <p:spPr>
          <a:xfrm>
            <a:off x="4829175" y="2914650"/>
            <a:ext cx="1619250" cy="704850"/>
          </a:xfrm>
          <a:prstGeom prst="rect">
            <a:avLst/>
          </a:prstGeom>
          <a:ln w="0">
            <a:prstDash val="solid"/>
          </a:ln>
        </p:spPr>
        <p:txBody>
          <a:bodyPr lIns="28575" tIns="19050" rIns="28575" bIns="19050" anchor="ctr">
            <a:normAutofit/>
          </a:bodyPr>
          <a:lstStyle/>
          <a:p>
            <a:pPr algn="ctr">
              <a:buNone/>
              <a:defRPr sz="2325" b="1">
                <a:solidFill>
                  <a:srgbClr val="4B8D17"/>
                </a:solidFill>
                <a:latin typeface="Montserrat"/>
                <a:ea typeface="Montserrat"/>
                <a:cs typeface="Montserrat"/>
              </a:defRPr>
            </a:pPr>
            <a:r>
              <a:rPr sz="2325" b="1">
                <a:solidFill>
                  <a:srgbClr val="4B8D17"/>
                </a:solidFill>
                <a:latin typeface="Montserrat"/>
                <a:ea typeface="Montserrat"/>
                <a:cs typeface="Montserrat"/>
              </a:rPr>
              <a:t>16</a:t>
            </a:r>
          </a:p>
        </p:txBody>
      </p:sp>
      <p:sp>
        <p:nvSpPr>
          <p:cNvPr id="14" name="Rectangle 13">
            <a:extLst>
              <a:ext uri="{FF2B5EF4-FFF2-40B4-BE49-F238E27FC236}">
                <a16:creationId xmlns:a16="http://schemas.microsoft.com/office/drawing/2014/main" id="{B3930E96-B15B-4D93-8E83-1A335BBB9784}"/>
              </a:ext>
            </a:extLst>
          </p:cNvPr>
          <p:cNvSpPr>
            <a:spLocks noGrp="1"/>
          </p:cNvSpPr>
          <p:nvPr/>
        </p:nvSpPr>
        <p:spPr>
          <a:xfrm>
            <a:off x="6477000" y="2971800"/>
            <a:ext cx="1524000" cy="609600"/>
          </a:xfrm>
          <a:prstGeom prst="rect">
            <a:avLst/>
          </a:prstGeom>
          <a:ln w="0">
            <a:prstDash val="solid"/>
          </a:ln>
        </p:spPr>
        <p:txBody>
          <a:bodyPr lIns="28575" tIns="19050" rIns="28575" bIns="19050" anchor="ctr">
            <a:normAutofit/>
          </a:bodyPr>
          <a:lstStyle/>
          <a:p>
            <a:pPr algn="l">
              <a:buNone/>
              <a:defRPr sz="1238" b="1">
                <a:solidFill>
                  <a:srgbClr val="111410"/>
                </a:solidFill>
                <a:latin typeface="Montserrat"/>
                <a:ea typeface="Montserrat"/>
                <a:cs typeface="Montserrat"/>
              </a:defRPr>
            </a:pPr>
            <a:r>
              <a:rPr sz="1238" b="1">
                <a:solidFill>
                  <a:srgbClr val="111410"/>
                </a:solidFill>
                <a:latin typeface="Montserrat"/>
                <a:ea typeface="Montserrat"/>
                <a:cs typeface="Montserrat"/>
              </a:rPr>
              <a:t>gRPC RPCs</a:t>
            </a:r>
          </a:p>
        </p:txBody>
      </p:sp>
      <p:sp>
        <p:nvSpPr>
          <p:cNvPr id="15" name="Rectangle: Rounded Corners 14">
            <a:extLst>
              <a:ext uri="{FF2B5EF4-FFF2-40B4-BE49-F238E27FC236}">
                <a16:creationId xmlns:a16="http://schemas.microsoft.com/office/drawing/2014/main" id="{9586EAF8-DA60-4D8F-AD35-A37A8FC2D057}"/>
              </a:ext>
            </a:extLst>
          </p:cNvPr>
          <p:cNvSpPr>
            <a:spLocks noGrp="1"/>
          </p:cNvSpPr>
          <p:nvPr/>
        </p:nvSpPr>
        <p:spPr>
          <a:xfrm>
            <a:off x="2190750" y="4248150"/>
            <a:ext cx="4762500" cy="361950"/>
          </a:xfrm>
          <a:prstGeom prst="roundRect">
            <a:avLst>
              <a:gd name="adj" fmla="val 50000"/>
            </a:avLst>
          </a:prstGeom>
          <a:solidFill>
            <a:srgbClr val="DFF0D6"/>
          </a:solidFill>
          <a:ln w="13335">
            <a:solidFill>
              <a:srgbClr val="4B8D17"/>
            </a:solidFill>
            <a:prstDash val="solid"/>
          </a:ln>
        </p:spPr>
        <p:txBody>
          <a:bodyPr lIns="152400" tIns="66675" rIns="152400" bIns="66675" anchor="ctr">
            <a:normAutofit fontScale="90001" lnSpcReduction="20000"/>
          </a:bodyPr>
          <a:lstStyle/>
          <a:p>
            <a:pPr algn="ctr">
              <a:buNone/>
              <a:defRPr sz="975" b="1">
                <a:solidFill>
                  <a:srgbClr val="4B8D17"/>
                </a:solidFill>
                <a:latin typeface="Montserrat"/>
                <a:ea typeface="Montserrat"/>
                <a:cs typeface="Montserrat"/>
              </a:defRPr>
            </a:pPr>
            <a:r>
              <a:rPr sz="975" b="1">
                <a:solidFill>
                  <a:srgbClr val="4B8D17"/>
                </a:solidFill>
                <a:latin typeface="Montserrat"/>
                <a:ea typeface="Montserrat"/>
                <a:cs typeface="Montserrat"/>
              </a:rPr>
              <a:t>468 tệp văn bản • 38 trang frontend • 86 rule files</a:t>
            </a:r>
          </a:p>
        </p:txBody>
      </p:sp>
      <p:sp>
        <p:nvSpPr>
          <p:cNvPr id="17" name="TextBox 16"/>
          <p:cNvSpPr txBox="1"/>
          <p:nvPr/>
        </p:nvSpPr>
        <p:spPr>
          <a:xfrm>
            <a:off x="713225" y="200000"/>
            <a:ext cx="1200000" cy="260000"/>
          </a:xfrm>
          <a:prstGeom prst="rect">
            <a:avLst/>
          </a:prstGeom>
          <a:noFill/>
        </p:spPr>
        <p:txBody>
          <a:bodyPr wrap="none" lIns="0" tIns="0">
            <a:spAutoFit/>
          </a:bodyPr>
          <a:lstStyle/>
          <a:p>
            <a:pPr>
              <a:defRPr sz="1100" b="1">
                <a:solidFill>
                  <a:srgbClr val="4B8D17"/>
                </a:solidFill>
                <a:latin typeface="Montserrat"/>
              </a:defRPr>
            </a:pPr>
            <a:r>
              <a:t>#05</a:t>
            </a:r>
          </a:p>
        </p:txBody>
      </p:sp>
    </p:spTree>
    <p:extLst>
      <p:ext uri="{BB962C8B-B14F-4D97-AF65-F5344CB8AC3E}">
        <p14:creationId xmlns:p14="http://schemas.microsoft.com/office/powerpoint/2010/main" val="122180594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E8F3E5"/>
        </a:solidFill>
        <a:effectLst/>
      </p:bgPr>
    </p:bg>
    <p:spTree>
      <p:nvGrpSpPr>
        <p:cNvPr id="1" name=""/>
        <p:cNvGrpSpPr/>
        <p:nvPr/>
      </p:nvGrpSpPr>
      <p:grpSpPr>
        <a:xfrm>
          <a:off x="0" y="0"/>
          <a:ext cx="0" cy="0"/>
          <a:chOff x="0" y="0"/>
          <a:chExt cx="0" cy="0"/>
        </a:xfrm>
      </p:grpSpPr>
      <p:sp>
        <p:nvSpPr>
          <p:cNvPr id="1378" name="Google Shape;1378;p107">
            <a:extLst>
              <a:ext uri="{FF2B5EF4-FFF2-40B4-BE49-F238E27FC236}">
                <a16:creationId xmlns:a16="http://schemas.microsoft.com/office/drawing/2014/main" id="{C899282A-0A1A-45B5-BA8D-99C8BEFA7744}"/>
              </a:ext>
            </a:extLst>
          </p:cNvPr>
          <p:cNvSpPr>
            <a:spLocks noGrp="1"/>
          </p:cNvSpPr>
          <p:nvPr>
            <p:ph type="title"/>
          </p:nvPr>
        </p:nvSpPr>
        <p:spPr>
          <a:xfrm>
            <a:off x="713225" y="445025"/>
            <a:ext cx="5517600" cy="572700"/>
          </a:xfrm>
          <a:prstGeom prst="rect">
            <a:avLst/>
          </a:prstGeom>
        </p:spPr>
        <p:txBody>
          <a:bodyPr spcFirstLastPara="1" wrap="square" lIns="91425" tIns="91425" rIns="91425" bIns="91425" anchor="t">
            <a:noAutofit/>
          </a:bodyPr>
          <a:lstStyle/>
          <a:p>
            <a:pPr marL="0" lvl="0" indent="0" algn="l">
              <a:spcBef>
                <a:spcPts val="0"/>
              </a:spcBef>
              <a:spcAft>
                <a:spcPts val="0"/>
              </a:spcAft>
              <a:buClr>
                <a:schemeClr val="dk1"/>
              </a:buClr>
              <a:buSzPts val="1100"/>
              <a:buFont typeface="Arial"/>
              <a:buNone/>
              <a:defRPr sz="1725" b="1">
                <a:solidFill>
                  <a:srgbClr val="111410"/>
                </a:solidFill>
                <a:latin typeface="Cambria"/>
                <a:ea typeface="Cambria"/>
                <a:cs typeface="Cambria"/>
              </a:defRPr>
            </a:pPr>
            <a:r>
              <a:rPr sz="1725" b="1">
                <a:solidFill>
                  <a:srgbClr val="111410"/>
                </a:solidFill>
                <a:latin typeface="Cambria"/>
                <a:ea typeface="Cambria"/>
                <a:cs typeface="Cambria"/>
              </a:rPr>
              <a:t>Xác minh kỹ thuật đạt; hiệu lực tuyển dụng chưa được chứng minh</a:t>
            </a:r>
            <a:endParaRPr/>
          </a:p>
        </p:txBody>
      </p:sp>
      <p:sp>
        <p:nvSpPr>
          <p:cNvPr id="1379" name="Rectangle: Rounded Corners 1378">
            <a:extLst>
              <a:ext uri="{FF2B5EF4-FFF2-40B4-BE49-F238E27FC236}">
                <a16:creationId xmlns:a16="http://schemas.microsoft.com/office/drawing/2014/main" id="{A37E9106-E909-4101-9B73-474F6EA59DA4}"/>
              </a:ext>
            </a:extLst>
          </p:cNvPr>
          <p:cNvSpPr>
            <a:spLocks noGrp="1"/>
          </p:cNvSpPr>
          <p:nvPr/>
        </p:nvSpPr>
        <p:spPr>
          <a:xfrm>
            <a:off x="1809750" y="4229100"/>
            <a:ext cx="5524500" cy="361950"/>
          </a:xfrm>
          <a:prstGeom prst="roundRect">
            <a:avLst>
              <a:gd name="adj" fmla="val 50000"/>
            </a:avLst>
          </a:prstGeom>
          <a:solidFill>
            <a:srgbClr val="DFF0D6"/>
          </a:solidFill>
          <a:ln w="13335">
            <a:solidFill>
              <a:srgbClr val="4B8D17"/>
            </a:solidFill>
            <a:prstDash val="solid"/>
          </a:ln>
        </p:spPr>
        <p:txBody>
          <a:bodyPr lIns="152400" tIns="66675" rIns="152400" bIns="66675" anchor="ctr">
            <a:normAutofit fontScale="91290" lnSpcReduction="20000"/>
          </a:bodyPr>
          <a:lstStyle/>
          <a:p>
            <a:pPr algn="ctr">
              <a:buNone/>
              <a:defRPr sz="960" b="1">
                <a:solidFill>
                  <a:srgbClr val="4B8D17"/>
                </a:solidFill>
                <a:latin typeface="Montserrat"/>
                <a:ea typeface="Montserrat"/>
                <a:cs typeface="Montserrat"/>
              </a:defRPr>
            </a:pPr>
            <a:r>
              <a:rPr sz="960" b="1">
                <a:solidFill>
                  <a:srgbClr val="4B8D17"/>
                </a:solidFill>
                <a:latin typeface="Montserrat"/>
                <a:ea typeface="Montserrat"/>
                <a:cs typeface="Montserrat"/>
              </a:rPr>
              <a:t>Kiểm tra bổ sung: TypeScript ✓ • corpus provenance ✓ • backend 51/51 ✓</a:t>
            </a:r>
          </a:p>
        </p:txBody>
      </p:sp>
      <p:sp>
        <p:nvSpPr>
          <p:cNvPr id="1380" name="Rectangle: Rounded Corners 1379">
            <a:extLst>
              <a:ext uri="{FF2B5EF4-FFF2-40B4-BE49-F238E27FC236}">
                <a16:creationId xmlns:a16="http://schemas.microsoft.com/office/drawing/2014/main" id="{F1E4A13E-F2FF-4CCC-9AA9-E6C6F5BBD68F}"/>
              </a:ext>
            </a:extLst>
          </p:cNvPr>
          <p:cNvSpPr>
            <a:spLocks noGrp="1"/>
          </p:cNvSpPr>
          <p:nvPr/>
        </p:nvSpPr>
        <p:spPr>
          <a:xfrm>
            <a:off x="809625" y="1482250"/>
            <a:ext cx="2286000" cy="2381250"/>
          </a:xfrm>
          <a:prstGeom prst="roundRect">
            <a:avLst>
              <a:gd name="adj" fmla="val 3333"/>
            </a:avLst>
          </a:prstGeom>
          <a:solidFill>
            <a:srgbClr val="D7E7F1"/>
          </a:solidFill>
          <a:ln w="10478">
            <a:solidFill>
              <a:srgbClr val="8B9589"/>
            </a:solidFill>
            <a:prstDash val="solid"/>
          </a:ln>
        </p:spPr>
        <p:txBody>
          <a:bodyPr/>
          <a:lstStyle/>
          <a:p>
            <a:endParaRPr/>
          </a:p>
        </p:txBody>
      </p:sp>
      <p:sp>
        <p:nvSpPr>
          <p:cNvPr id="1381" name="Rectangle: Rounded Corners 1380">
            <a:extLst>
              <a:ext uri="{FF2B5EF4-FFF2-40B4-BE49-F238E27FC236}">
                <a16:creationId xmlns:a16="http://schemas.microsoft.com/office/drawing/2014/main" id="{7C8B4CC4-D2D6-4614-8F5A-5C87E41E7CC7}"/>
              </a:ext>
            </a:extLst>
          </p:cNvPr>
          <p:cNvSpPr>
            <a:spLocks noGrp="1"/>
          </p:cNvSpPr>
          <p:nvPr/>
        </p:nvSpPr>
        <p:spPr>
          <a:xfrm>
            <a:off x="3286125" y="1482250"/>
            <a:ext cx="2286000" cy="2381250"/>
          </a:xfrm>
          <a:prstGeom prst="roundRect">
            <a:avLst>
              <a:gd name="adj" fmla="val 3333"/>
            </a:avLst>
          </a:prstGeom>
          <a:solidFill>
            <a:srgbClr val="E4D9EE"/>
          </a:solidFill>
          <a:ln w="10478">
            <a:solidFill>
              <a:srgbClr val="8B9589"/>
            </a:solidFill>
            <a:prstDash val="solid"/>
          </a:ln>
        </p:spPr>
        <p:txBody>
          <a:bodyPr/>
          <a:lstStyle/>
          <a:p>
            <a:endParaRPr/>
          </a:p>
        </p:txBody>
      </p:sp>
      <p:sp>
        <p:nvSpPr>
          <p:cNvPr id="1382" name="Rectangle: Rounded Corners 1381">
            <a:extLst>
              <a:ext uri="{FF2B5EF4-FFF2-40B4-BE49-F238E27FC236}">
                <a16:creationId xmlns:a16="http://schemas.microsoft.com/office/drawing/2014/main" id="{6858102E-7148-4326-A344-7C14D1993D9E}"/>
              </a:ext>
            </a:extLst>
          </p:cNvPr>
          <p:cNvSpPr>
            <a:spLocks noGrp="1"/>
          </p:cNvSpPr>
          <p:nvPr/>
        </p:nvSpPr>
        <p:spPr>
          <a:xfrm>
            <a:off x="5762625" y="1482250"/>
            <a:ext cx="2286000" cy="2381250"/>
          </a:xfrm>
          <a:prstGeom prst="roundRect">
            <a:avLst>
              <a:gd name="adj" fmla="val 3333"/>
            </a:avLst>
          </a:prstGeom>
          <a:solidFill>
            <a:srgbClr val="DFF0D6"/>
          </a:solidFill>
          <a:ln w="10478">
            <a:solidFill>
              <a:srgbClr val="8B9589"/>
            </a:solidFill>
            <a:prstDash val="solid"/>
          </a:ln>
        </p:spPr>
        <p:txBody>
          <a:bodyPr/>
          <a:lstStyle/>
          <a:p>
            <a:endParaRPr/>
          </a:p>
        </p:txBody>
      </p:sp>
      <p:sp>
        <p:nvSpPr>
          <p:cNvPr id="1383" name="Rectangle 1382">
            <a:extLst>
              <a:ext uri="{FF2B5EF4-FFF2-40B4-BE49-F238E27FC236}">
                <a16:creationId xmlns:a16="http://schemas.microsoft.com/office/drawing/2014/main" id="{6B356D0B-B164-4131-8D29-168BC1ABA7C9}"/>
              </a:ext>
            </a:extLst>
          </p:cNvPr>
          <p:cNvSpPr>
            <a:spLocks noGrp="1"/>
          </p:cNvSpPr>
          <p:nvPr/>
        </p:nvSpPr>
        <p:spPr>
          <a:xfrm>
            <a:off x="857250" y="1958500"/>
            <a:ext cx="2190750" cy="685800"/>
          </a:xfrm>
          <a:prstGeom prst="rect">
            <a:avLst/>
          </a:prstGeom>
          <a:ln w="0">
            <a:prstDash val="solid"/>
          </a:ln>
        </p:spPr>
        <p:txBody>
          <a:bodyPr lIns="28575" tIns="19050" rIns="28575" bIns="19050" anchor="ctr">
            <a:normAutofit/>
          </a:bodyPr>
          <a:lstStyle/>
          <a:p>
            <a:pPr algn="ctr">
              <a:buNone/>
              <a:defRPr sz="2550" b="1">
                <a:solidFill>
                  <a:srgbClr val="4B8D17"/>
                </a:solidFill>
                <a:latin typeface="Montserrat"/>
                <a:ea typeface="Montserrat"/>
                <a:cs typeface="Montserrat"/>
              </a:defRPr>
            </a:pPr>
            <a:r>
              <a:rPr sz="2550" b="1">
                <a:solidFill>
                  <a:srgbClr val="4B8D17"/>
                </a:solidFill>
                <a:latin typeface="Montserrat"/>
                <a:ea typeface="Montserrat"/>
                <a:cs typeface="Montserrat"/>
              </a:rPr>
              <a:t>51/51</a:t>
            </a:r>
          </a:p>
        </p:txBody>
      </p:sp>
      <p:sp>
        <p:nvSpPr>
          <p:cNvPr id="1384" name="Rectangle 1383">
            <a:extLst>
              <a:ext uri="{FF2B5EF4-FFF2-40B4-BE49-F238E27FC236}">
                <a16:creationId xmlns:a16="http://schemas.microsoft.com/office/drawing/2014/main" id="{E552E665-FEA5-4EE0-9F70-AB2DFBB288ED}"/>
              </a:ext>
            </a:extLst>
          </p:cNvPr>
          <p:cNvSpPr>
            <a:spLocks noGrp="1"/>
          </p:cNvSpPr>
          <p:nvPr/>
        </p:nvSpPr>
        <p:spPr>
          <a:xfrm>
            <a:off x="857250" y="2768125"/>
            <a:ext cx="2190750" cy="381000"/>
          </a:xfrm>
          <a:prstGeom prst="rect">
            <a:avLst/>
          </a:prstGeom>
          <a:ln w="0">
            <a:prstDash val="solid"/>
          </a:ln>
        </p:spPr>
        <p:txBody>
          <a:bodyPr lIns="28575" tIns="19050" rIns="28575" bIns="19050" anchor="ctr">
            <a:normAutofit/>
          </a:bodyPr>
          <a:lstStyle/>
          <a:p>
            <a:pPr algn="ctr">
              <a:buNone/>
              <a:defRPr sz="1350" b="1">
                <a:solidFill>
                  <a:srgbClr val="111410"/>
                </a:solidFill>
                <a:latin typeface="Montserrat"/>
                <a:ea typeface="Montserrat"/>
                <a:cs typeface="Montserrat"/>
              </a:defRPr>
            </a:pPr>
            <a:r>
              <a:rPr sz="1350" b="1">
                <a:solidFill>
                  <a:srgbClr val="111410"/>
                </a:solidFill>
                <a:latin typeface="Montserrat"/>
                <a:ea typeface="Montserrat"/>
                <a:cs typeface="Montserrat"/>
              </a:rPr>
              <a:t>Backend tests</a:t>
            </a:r>
          </a:p>
        </p:txBody>
      </p:sp>
      <p:sp>
        <p:nvSpPr>
          <p:cNvPr id="1385" name="Rectangle 1384">
            <a:extLst>
              <a:ext uri="{FF2B5EF4-FFF2-40B4-BE49-F238E27FC236}">
                <a16:creationId xmlns:a16="http://schemas.microsoft.com/office/drawing/2014/main" id="{C11791BD-9189-432F-9CEF-47839E8BF308}"/>
              </a:ext>
            </a:extLst>
          </p:cNvPr>
          <p:cNvSpPr>
            <a:spLocks noGrp="1"/>
          </p:cNvSpPr>
          <p:nvPr/>
        </p:nvSpPr>
        <p:spPr>
          <a:xfrm>
            <a:off x="857250" y="3244375"/>
            <a:ext cx="2190750" cy="428625"/>
          </a:xfrm>
          <a:prstGeom prst="rect">
            <a:avLst/>
          </a:prstGeom>
          <a:ln w="0">
            <a:prstDash val="solid"/>
          </a:ln>
        </p:spPr>
        <p:txBody>
          <a:bodyPr lIns="28575" tIns="19050" rIns="28575" bIns="19050" anchor="ctr">
            <a:normAutofit/>
          </a:bodyPr>
          <a:lstStyle/>
          <a:p>
            <a:pPr algn="ctr">
              <a:buNone/>
              <a:defRPr sz="1013" b="0">
                <a:solidFill>
                  <a:srgbClr val="526052"/>
                </a:solidFill>
                <a:latin typeface="Montserrat"/>
                <a:ea typeface="Montserrat"/>
                <a:cs typeface="Montserrat"/>
              </a:defRPr>
            </a:pPr>
            <a:r>
              <a:rPr sz="1013" b="0">
                <a:solidFill>
                  <a:srgbClr val="526052"/>
                </a:solidFill>
                <a:latin typeface="Montserrat"/>
                <a:ea typeface="Montserrat"/>
                <a:cs typeface="Montserrat"/>
              </a:rPr>
              <a:t>Đạt 100% trong 3,28 giây</a:t>
            </a:r>
          </a:p>
        </p:txBody>
      </p:sp>
      <p:sp>
        <p:nvSpPr>
          <p:cNvPr id="1386" name="Rectangle 1385">
            <a:extLst>
              <a:ext uri="{FF2B5EF4-FFF2-40B4-BE49-F238E27FC236}">
                <a16:creationId xmlns:a16="http://schemas.microsoft.com/office/drawing/2014/main" id="{4700D79C-D96B-4CB8-AD26-314B7414442A}"/>
              </a:ext>
            </a:extLst>
          </p:cNvPr>
          <p:cNvSpPr>
            <a:spLocks noGrp="1"/>
          </p:cNvSpPr>
          <p:nvPr/>
        </p:nvSpPr>
        <p:spPr>
          <a:xfrm>
            <a:off x="3333750" y="1958500"/>
            <a:ext cx="2190750" cy="685800"/>
          </a:xfrm>
          <a:prstGeom prst="rect">
            <a:avLst/>
          </a:prstGeom>
          <a:ln w="0">
            <a:prstDash val="solid"/>
          </a:ln>
        </p:spPr>
        <p:txBody>
          <a:bodyPr lIns="28575" tIns="19050" rIns="28575" bIns="19050" anchor="ctr">
            <a:normAutofit/>
          </a:bodyPr>
          <a:lstStyle/>
          <a:p>
            <a:pPr algn="ctr">
              <a:buNone/>
              <a:defRPr sz="2550" b="1">
                <a:solidFill>
                  <a:srgbClr val="4B8D17"/>
                </a:solidFill>
                <a:latin typeface="Montserrat"/>
                <a:ea typeface="Montserrat"/>
                <a:cs typeface="Montserrat"/>
              </a:defRPr>
            </a:pPr>
            <a:r>
              <a:rPr sz="2550" b="1">
                <a:solidFill>
                  <a:srgbClr val="4B8D17"/>
                </a:solidFill>
                <a:latin typeface="Montserrat"/>
                <a:ea typeface="Montserrat"/>
                <a:cs typeface="Montserrat"/>
              </a:rPr>
              <a:t>86</a:t>
            </a:r>
          </a:p>
        </p:txBody>
      </p:sp>
      <p:sp>
        <p:nvSpPr>
          <p:cNvPr id="1387" name="Rectangle 1386">
            <a:extLst>
              <a:ext uri="{FF2B5EF4-FFF2-40B4-BE49-F238E27FC236}">
                <a16:creationId xmlns:a16="http://schemas.microsoft.com/office/drawing/2014/main" id="{DF481AC0-BAD1-497F-B26C-FE8047812B7E}"/>
              </a:ext>
            </a:extLst>
          </p:cNvPr>
          <p:cNvSpPr>
            <a:spLocks noGrp="1"/>
          </p:cNvSpPr>
          <p:nvPr/>
        </p:nvSpPr>
        <p:spPr>
          <a:xfrm>
            <a:off x="3333750" y="2768125"/>
            <a:ext cx="2190750" cy="381000"/>
          </a:xfrm>
          <a:prstGeom prst="rect">
            <a:avLst/>
          </a:prstGeom>
          <a:ln w="0">
            <a:prstDash val="solid"/>
          </a:ln>
        </p:spPr>
        <p:txBody>
          <a:bodyPr lIns="28575" tIns="19050" rIns="28575" bIns="19050" anchor="ctr">
            <a:normAutofit/>
          </a:bodyPr>
          <a:lstStyle/>
          <a:p>
            <a:pPr algn="ctr">
              <a:buNone/>
              <a:defRPr sz="1350" b="1">
                <a:solidFill>
                  <a:srgbClr val="111410"/>
                </a:solidFill>
                <a:latin typeface="Montserrat"/>
                <a:ea typeface="Montserrat"/>
                <a:cs typeface="Montserrat"/>
              </a:defRPr>
            </a:pPr>
            <a:r>
              <a:rPr sz="1350" b="1">
                <a:solidFill>
                  <a:srgbClr val="111410"/>
                </a:solidFill>
                <a:latin typeface="Montserrat"/>
                <a:ea typeface="Montserrat"/>
                <a:cs typeface="Montserrat"/>
              </a:rPr>
              <a:t>Rule files</a:t>
            </a:r>
          </a:p>
        </p:txBody>
      </p:sp>
      <p:sp>
        <p:nvSpPr>
          <p:cNvPr id="1388" name="Rectangle 1387">
            <a:extLst>
              <a:ext uri="{FF2B5EF4-FFF2-40B4-BE49-F238E27FC236}">
                <a16:creationId xmlns:a16="http://schemas.microsoft.com/office/drawing/2014/main" id="{75109972-AC79-47A2-AAD1-B195FE8FDB43}"/>
              </a:ext>
            </a:extLst>
          </p:cNvPr>
          <p:cNvSpPr>
            <a:spLocks noGrp="1"/>
          </p:cNvSpPr>
          <p:nvPr/>
        </p:nvSpPr>
        <p:spPr>
          <a:xfrm>
            <a:off x="3333750" y="3244375"/>
            <a:ext cx="2190750" cy="428625"/>
          </a:xfrm>
          <a:prstGeom prst="rect">
            <a:avLst/>
          </a:prstGeom>
          <a:ln w="0">
            <a:prstDash val="solid"/>
          </a:ln>
        </p:spPr>
        <p:txBody>
          <a:bodyPr lIns="28575" tIns="19050" rIns="28575" bIns="19050" anchor="ctr">
            <a:normAutofit/>
          </a:bodyPr>
          <a:lstStyle/>
          <a:p>
            <a:pPr algn="ctr">
              <a:buNone/>
              <a:defRPr sz="1013" b="0">
                <a:solidFill>
                  <a:srgbClr val="526052"/>
                </a:solidFill>
                <a:latin typeface="Montserrat"/>
                <a:ea typeface="Montserrat"/>
                <a:cs typeface="Montserrat"/>
              </a:defRPr>
            </a:pPr>
            <a:r>
              <a:rPr sz="1013" b="0">
                <a:solidFill>
                  <a:srgbClr val="526052"/>
                </a:solidFill>
                <a:latin typeface="Montserrat"/>
                <a:ea typeface="Montserrat"/>
                <a:cs typeface="Montserrat"/>
              </a:rPr>
              <a:t>15 ngành • 60 profile</a:t>
            </a:r>
          </a:p>
        </p:txBody>
      </p:sp>
      <p:sp>
        <p:nvSpPr>
          <p:cNvPr id="1389" name="Rectangle 1388">
            <a:extLst>
              <a:ext uri="{FF2B5EF4-FFF2-40B4-BE49-F238E27FC236}">
                <a16:creationId xmlns:a16="http://schemas.microsoft.com/office/drawing/2014/main" id="{B0840507-0721-4525-ACB6-D53A31EDDA28}"/>
              </a:ext>
            </a:extLst>
          </p:cNvPr>
          <p:cNvSpPr>
            <a:spLocks noGrp="1"/>
          </p:cNvSpPr>
          <p:nvPr/>
        </p:nvSpPr>
        <p:spPr>
          <a:xfrm>
            <a:off x="5810250" y="1958500"/>
            <a:ext cx="2190750" cy="685800"/>
          </a:xfrm>
          <a:prstGeom prst="rect">
            <a:avLst/>
          </a:prstGeom>
          <a:ln w="0">
            <a:prstDash val="solid"/>
          </a:ln>
        </p:spPr>
        <p:txBody>
          <a:bodyPr lIns="28575" tIns="19050" rIns="28575" bIns="19050" anchor="ctr">
            <a:normAutofit/>
          </a:bodyPr>
          <a:lstStyle/>
          <a:p>
            <a:pPr algn="ctr">
              <a:buNone/>
              <a:defRPr sz="2550" b="1">
                <a:solidFill>
                  <a:srgbClr val="4B8D17"/>
                </a:solidFill>
                <a:latin typeface="Montserrat"/>
                <a:ea typeface="Montserrat"/>
                <a:cs typeface="Montserrat"/>
              </a:defRPr>
            </a:pPr>
            <a:r>
              <a:rPr sz="2550" b="1">
                <a:solidFill>
                  <a:srgbClr val="4B8D17"/>
                </a:solidFill>
                <a:latin typeface="Montserrat"/>
                <a:ea typeface="Montserrat"/>
                <a:cs typeface="Montserrat"/>
              </a:rPr>
              <a:t>16</a:t>
            </a:r>
          </a:p>
        </p:txBody>
      </p:sp>
      <p:sp>
        <p:nvSpPr>
          <p:cNvPr id="1390" name="Rectangle 1389">
            <a:extLst>
              <a:ext uri="{FF2B5EF4-FFF2-40B4-BE49-F238E27FC236}">
                <a16:creationId xmlns:a16="http://schemas.microsoft.com/office/drawing/2014/main" id="{5DD21593-DA98-48AF-9E04-DBBFBF2E58F7}"/>
              </a:ext>
            </a:extLst>
          </p:cNvPr>
          <p:cNvSpPr>
            <a:spLocks noGrp="1"/>
          </p:cNvSpPr>
          <p:nvPr/>
        </p:nvSpPr>
        <p:spPr>
          <a:xfrm>
            <a:off x="5810250" y="2768125"/>
            <a:ext cx="2190750" cy="381000"/>
          </a:xfrm>
          <a:prstGeom prst="rect">
            <a:avLst/>
          </a:prstGeom>
          <a:ln w="0">
            <a:prstDash val="solid"/>
          </a:ln>
        </p:spPr>
        <p:txBody>
          <a:bodyPr lIns="28575" tIns="19050" rIns="28575" bIns="19050" anchor="ctr">
            <a:normAutofit/>
          </a:bodyPr>
          <a:lstStyle/>
          <a:p>
            <a:pPr algn="ctr">
              <a:buNone/>
              <a:defRPr sz="1350" b="1">
                <a:solidFill>
                  <a:srgbClr val="111410"/>
                </a:solidFill>
                <a:latin typeface="Montserrat"/>
                <a:ea typeface="Montserrat"/>
                <a:cs typeface="Montserrat"/>
              </a:defRPr>
            </a:pPr>
            <a:r>
              <a:rPr sz="1350" b="1">
                <a:solidFill>
                  <a:srgbClr val="111410"/>
                </a:solidFill>
                <a:latin typeface="Montserrat"/>
                <a:ea typeface="Montserrat"/>
                <a:cs typeface="Montserrat"/>
              </a:rPr>
              <a:t>gRPC RPCs</a:t>
            </a:r>
          </a:p>
        </p:txBody>
      </p:sp>
      <p:sp>
        <p:nvSpPr>
          <p:cNvPr id="1391" name="Rectangle 1390">
            <a:extLst>
              <a:ext uri="{FF2B5EF4-FFF2-40B4-BE49-F238E27FC236}">
                <a16:creationId xmlns:a16="http://schemas.microsoft.com/office/drawing/2014/main" id="{6DB569BE-D4C1-4189-8309-8AAFFC9D5AC5}"/>
              </a:ext>
            </a:extLst>
          </p:cNvPr>
          <p:cNvSpPr>
            <a:spLocks noGrp="1"/>
          </p:cNvSpPr>
          <p:nvPr/>
        </p:nvSpPr>
        <p:spPr>
          <a:xfrm>
            <a:off x="5810250" y="3244375"/>
            <a:ext cx="2190750" cy="428625"/>
          </a:xfrm>
          <a:prstGeom prst="rect">
            <a:avLst/>
          </a:prstGeom>
          <a:ln w="0">
            <a:prstDash val="solid"/>
          </a:ln>
        </p:spPr>
        <p:txBody>
          <a:bodyPr lIns="28575" tIns="19050" rIns="28575" bIns="19050" anchor="ctr">
            <a:normAutofit/>
          </a:bodyPr>
          <a:lstStyle/>
          <a:p>
            <a:pPr algn="ctr">
              <a:buNone/>
              <a:defRPr sz="1013" b="0">
                <a:solidFill>
                  <a:srgbClr val="526052"/>
                </a:solidFill>
                <a:latin typeface="Montserrat"/>
                <a:ea typeface="Montserrat"/>
                <a:cs typeface="Montserrat"/>
              </a:defRPr>
            </a:pPr>
            <a:r>
              <a:rPr sz="1013" b="0">
                <a:solidFill>
                  <a:srgbClr val="526052"/>
                </a:solidFill>
                <a:latin typeface="Montserrat"/>
                <a:ea typeface="Montserrat"/>
                <a:cs typeface="Montserrat"/>
              </a:rPr>
              <a:t>Biên typed TS ↔ Python</a:t>
            </a:r>
          </a:p>
        </p:txBody>
      </p:sp>
      <p:sp>
        <p:nvSpPr>
          <p:cNvPr id="1392" name="TextBox 1391"/>
          <p:cNvSpPr txBox="1"/>
          <p:nvPr/>
        </p:nvSpPr>
        <p:spPr>
          <a:xfrm>
            <a:off x="713225" y="200000"/>
            <a:ext cx="1200000" cy="260000"/>
          </a:xfrm>
          <a:prstGeom prst="rect">
            <a:avLst/>
          </a:prstGeom>
          <a:noFill/>
        </p:spPr>
        <p:txBody>
          <a:bodyPr wrap="none" lIns="0" tIns="0">
            <a:spAutoFit/>
          </a:bodyPr>
          <a:lstStyle/>
          <a:p>
            <a:pPr>
              <a:defRPr sz="1100" b="1">
                <a:solidFill>
                  <a:srgbClr val="4B8D17"/>
                </a:solidFill>
                <a:latin typeface="Montserrat"/>
              </a:defRPr>
            </a:pPr>
            <a:r>
              <a:t>#05</a:t>
            </a:r>
          </a:p>
        </p:txBody>
      </p:sp>
    </p:spTree>
    <p:extLst>
      <p:ext uri="{BB962C8B-B14F-4D97-AF65-F5344CB8AC3E}">
        <p14:creationId xmlns:p14="http://schemas.microsoft.com/office/powerpoint/2010/main" val="51306912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E8F3E5"/>
        </a:solidFill>
        <a:effectLst/>
      </p:bgPr>
    </p:bg>
    <p:spTree>
      <p:nvGrpSpPr>
        <p:cNvPr id="1" name=""/>
        <p:cNvGrpSpPr/>
        <p:nvPr/>
      </p:nvGrpSpPr>
      <p:grpSpPr>
        <a:xfrm>
          <a:off x="0" y="0"/>
          <a:ext cx="0" cy="0"/>
          <a:chOff x="0" y="0"/>
          <a:chExt cx="0" cy="0"/>
        </a:xfrm>
      </p:grpSpPr>
      <p:sp>
        <p:nvSpPr>
          <p:cNvPr id="878" name="Google Shape;878;p89">
            <a:extLst>
              <a:ext uri="{FF2B5EF4-FFF2-40B4-BE49-F238E27FC236}">
                <a16:creationId xmlns:a16="http://schemas.microsoft.com/office/drawing/2014/main" id="{B80505C1-D139-4E6F-B241-4EDD8383E439}"/>
              </a:ext>
            </a:extLst>
          </p:cNvPr>
          <p:cNvSpPr>
            <a:spLocks noGrp="1"/>
          </p:cNvSpPr>
          <p:nvPr>
            <p:ph type="title"/>
          </p:nvPr>
        </p:nvSpPr>
        <p:spPr>
          <a:xfrm>
            <a:off x="713225" y="445025"/>
            <a:ext cx="6655500" cy="572700"/>
          </a:xfrm>
          <a:prstGeom prst="rect">
            <a:avLst/>
          </a:prstGeom>
        </p:spPr>
        <p:txBody>
          <a:bodyPr spcFirstLastPara="1" wrap="square" lIns="91425" tIns="91425" rIns="91425" bIns="91425" anchor="t">
            <a:noAutofit/>
          </a:bodyPr>
          <a:lstStyle/>
          <a:p>
            <a:pPr marL="0" lvl="0" indent="0" algn="l">
              <a:spcBef>
                <a:spcPts val="0"/>
              </a:spcBef>
              <a:spcAft>
                <a:spcPts val="0"/>
              </a:spcAft>
              <a:buNone/>
              <a:defRPr sz="1800" b="1">
                <a:solidFill>
                  <a:srgbClr val="111410"/>
                </a:solidFill>
                <a:latin typeface="Cambria"/>
                <a:ea typeface="Cambria"/>
                <a:cs typeface="Cambria"/>
              </a:defRPr>
            </a:pPr>
            <a:r>
              <a:rPr sz="1800" b="1">
                <a:solidFill>
                  <a:srgbClr val="111410"/>
                </a:solidFill>
                <a:latin typeface="Cambria"/>
                <a:ea typeface="Cambria"/>
                <a:cs typeface="Cambria"/>
              </a:rPr>
              <a:t>DeepSeek/RAG được kiểm soát ở ba điểm</a:t>
            </a:r>
            <a:endParaRPr/>
          </a:p>
        </p:txBody>
      </p:sp>
      <p:sp>
        <p:nvSpPr>
          <p:cNvPr id="879" name="Google Shape;879;p89">
            <a:extLst>
              <a:ext uri="{FF2B5EF4-FFF2-40B4-BE49-F238E27FC236}">
                <a16:creationId xmlns:a16="http://schemas.microsoft.com/office/drawing/2014/main" id="{3CA5FC07-BBDC-41E9-B696-E8A20C09E40B}"/>
              </a:ext>
            </a:extLst>
          </p:cNvPr>
          <p:cNvSpPr>
            <a:spLocks noGrp="1"/>
          </p:cNvSpPr>
          <p:nvPr>
            <p:ph type="subTitle" idx="1"/>
          </p:nvPr>
        </p:nvSpPr>
        <p:spPr>
          <a:xfrm>
            <a:off x="3509000" y="1985640"/>
            <a:ext cx="2126100" cy="476250"/>
          </a:xfrm>
          <a:prstGeom prst="rect">
            <a:avLst/>
          </a:prstGeom>
        </p:spPr>
        <p:txBody>
          <a:bodyPr spcFirstLastPara="1" wrap="square" lIns="91425" tIns="91425" rIns="91425" bIns="91425" anchor="t">
            <a:normAutofit fontScale="75498" lnSpcReduction="20000"/>
          </a:bodyPr>
          <a:lstStyle/>
          <a:p>
            <a:pPr marL="0" lvl="0" indent="0" algn="ctr">
              <a:spcBef>
                <a:spcPts val="0"/>
              </a:spcBef>
              <a:spcAft>
                <a:spcPts val="0"/>
              </a:spcAft>
              <a:buNone/>
              <a:defRPr sz="2550" b="1">
                <a:solidFill>
                  <a:srgbClr val="111410"/>
                </a:solidFill>
                <a:latin typeface="Montserrat"/>
                <a:ea typeface="Montserrat"/>
                <a:cs typeface="Montserrat"/>
              </a:defRPr>
            </a:pPr>
            <a:r>
              <a:rPr sz="2550" b="1">
                <a:solidFill>
                  <a:srgbClr val="111410"/>
                </a:solidFill>
                <a:latin typeface="Montserrat"/>
                <a:ea typeface="Montserrat"/>
                <a:cs typeface="Montserrat"/>
              </a:rPr>
              <a:t>Trong khi sinh</a:t>
            </a:r>
            <a:endParaRPr/>
          </a:p>
        </p:txBody>
      </p:sp>
      <p:sp>
        <p:nvSpPr>
          <p:cNvPr id="880" name="Google Shape;880;p89">
            <a:extLst>
              <a:ext uri="{FF2B5EF4-FFF2-40B4-BE49-F238E27FC236}">
                <a16:creationId xmlns:a16="http://schemas.microsoft.com/office/drawing/2014/main" id="{EF39F8F5-6F9C-4AD1-A1A7-6AF6553B3133}"/>
              </a:ext>
            </a:extLst>
          </p:cNvPr>
          <p:cNvSpPr>
            <a:spLocks noGrp="1"/>
          </p:cNvSpPr>
          <p:nvPr>
            <p:ph type="subTitle" idx="2"/>
          </p:nvPr>
        </p:nvSpPr>
        <p:spPr>
          <a:xfrm>
            <a:off x="3509025" y="2461890"/>
            <a:ext cx="2126100" cy="876300"/>
          </a:xfrm>
          <a:prstGeom prst="rect">
            <a:avLst/>
          </a:prstGeom>
        </p:spPr>
        <p:txBody>
          <a:bodyPr spcFirstLastPara="1" wrap="square" lIns="91425" tIns="91425" rIns="91425" bIns="91425" anchor="t">
            <a:normAutofit/>
          </a:bodyPr>
          <a:lstStyle/>
          <a:p>
            <a:pPr marL="0" lvl="0" indent="0" algn="ctr">
              <a:spcBef>
                <a:spcPts val="0"/>
              </a:spcBef>
              <a:spcAft>
                <a:spcPts val="0"/>
              </a:spcAft>
              <a:buNone/>
              <a:defRPr sz="1500" b="0">
                <a:solidFill>
                  <a:srgbClr val="526052"/>
                </a:solidFill>
                <a:latin typeface="Montserrat"/>
                <a:ea typeface="Montserrat"/>
                <a:cs typeface="Montserrat"/>
              </a:defRPr>
            </a:pPr>
            <a:r>
              <a:rPr sz="1500" b="0">
                <a:solidFill>
                  <a:srgbClr val="526052"/>
                </a:solidFill>
                <a:latin typeface="Montserrat"/>
                <a:ea typeface="Montserrat"/>
                <a:cs typeface="Montserrat"/>
              </a:rPr>
              <a:t>Prompt yêu cầu JSON cấu trúc và citation.</a:t>
            </a:r>
            <a:endParaRPr/>
          </a:p>
        </p:txBody>
      </p:sp>
      <p:sp>
        <p:nvSpPr>
          <p:cNvPr id="881" name="Google Shape;881;p89">
            <a:extLst>
              <a:ext uri="{FF2B5EF4-FFF2-40B4-BE49-F238E27FC236}">
                <a16:creationId xmlns:a16="http://schemas.microsoft.com/office/drawing/2014/main" id="{C88A62D0-4E84-4E92-B593-050E06D733E3}"/>
              </a:ext>
            </a:extLst>
          </p:cNvPr>
          <p:cNvSpPr>
            <a:spLocks noGrp="1"/>
          </p:cNvSpPr>
          <p:nvPr>
            <p:ph type="subTitle" idx="3"/>
          </p:nvPr>
        </p:nvSpPr>
        <p:spPr>
          <a:xfrm>
            <a:off x="953025" y="1985640"/>
            <a:ext cx="2126100" cy="476250"/>
          </a:xfrm>
          <a:prstGeom prst="rect">
            <a:avLst/>
          </a:prstGeom>
        </p:spPr>
        <p:txBody>
          <a:bodyPr spcFirstLastPara="1" wrap="square" lIns="91425" tIns="91425" rIns="91425" bIns="91425" anchor="t">
            <a:normAutofit fontScale="75498" lnSpcReduction="20000"/>
          </a:bodyPr>
          <a:lstStyle/>
          <a:p>
            <a:pPr marL="0" lvl="0" indent="0" algn="ctr">
              <a:spcBef>
                <a:spcPts val="0"/>
              </a:spcBef>
              <a:spcAft>
                <a:spcPts val="0"/>
              </a:spcAft>
              <a:buNone/>
              <a:defRPr sz="2550" b="1">
                <a:solidFill>
                  <a:srgbClr val="111410"/>
                </a:solidFill>
                <a:latin typeface="Montserrat"/>
                <a:ea typeface="Montserrat"/>
                <a:cs typeface="Montserrat"/>
              </a:defRPr>
            </a:pPr>
            <a:r>
              <a:rPr sz="2550" b="1">
                <a:solidFill>
                  <a:srgbClr val="111410"/>
                </a:solidFill>
                <a:latin typeface="Montserrat"/>
                <a:ea typeface="Montserrat"/>
                <a:cs typeface="Montserrat"/>
              </a:rPr>
              <a:t>Trước khi sinh</a:t>
            </a:r>
            <a:endParaRPr/>
          </a:p>
        </p:txBody>
      </p:sp>
      <p:sp>
        <p:nvSpPr>
          <p:cNvPr id="882" name="Google Shape;882;p89">
            <a:extLst>
              <a:ext uri="{FF2B5EF4-FFF2-40B4-BE49-F238E27FC236}">
                <a16:creationId xmlns:a16="http://schemas.microsoft.com/office/drawing/2014/main" id="{9CC2C9A1-3486-4DDC-8306-0E6DB01EB392}"/>
              </a:ext>
            </a:extLst>
          </p:cNvPr>
          <p:cNvSpPr>
            <a:spLocks noGrp="1"/>
          </p:cNvSpPr>
          <p:nvPr>
            <p:ph type="subTitle" idx="4"/>
          </p:nvPr>
        </p:nvSpPr>
        <p:spPr>
          <a:xfrm>
            <a:off x="953125" y="2461890"/>
            <a:ext cx="2126100" cy="876300"/>
          </a:xfrm>
          <a:prstGeom prst="rect">
            <a:avLst/>
          </a:prstGeom>
        </p:spPr>
        <p:txBody>
          <a:bodyPr spcFirstLastPara="1" wrap="square" lIns="91425" tIns="91425" rIns="91425" bIns="91425" anchor="t">
            <a:normAutofit/>
          </a:bodyPr>
          <a:lstStyle/>
          <a:p>
            <a:pPr marL="0" lvl="0" indent="0" algn="ctr">
              <a:spcBef>
                <a:spcPts val="0"/>
              </a:spcBef>
              <a:spcAft>
                <a:spcPts val="0"/>
              </a:spcAft>
              <a:buNone/>
              <a:defRPr sz="1500" b="0">
                <a:solidFill>
                  <a:srgbClr val="526052"/>
                </a:solidFill>
                <a:latin typeface="Montserrat"/>
                <a:ea typeface="Montserrat"/>
                <a:cs typeface="Montserrat"/>
              </a:defRPr>
            </a:pPr>
            <a:r>
              <a:rPr sz="1500" b="0">
                <a:solidFill>
                  <a:srgbClr val="526052"/>
                </a:solidFill>
                <a:latin typeface="Montserrat"/>
                <a:ea typeface="Montserrat"/>
                <a:cs typeface="Montserrat"/>
              </a:rPr>
              <a:t>Context chuẩn hóa; evidence có ID và metadata.</a:t>
            </a:r>
            <a:endParaRPr/>
          </a:p>
        </p:txBody>
      </p:sp>
      <p:sp>
        <p:nvSpPr>
          <p:cNvPr id="883" name="Google Shape;883;p89">
            <a:extLst>
              <a:ext uri="{FF2B5EF4-FFF2-40B4-BE49-F238E27FC236}">
                <a16:creationId xmlns:a16="http://schemas.microsoft.com/office/drawing/2014/main" id="{48848221-E426-48C1-8D92-9FB117774ADA}"/>
              </a:ext>
            </a:extLst>
          </p:cNvPr>
          <p:cNvSpPr>
            <a:spLocks noGrp="1"/>
          </p:cNvSpPr>
          <p:nvPr>
            <p:ph type="subTitle" idx="5"/>
          </p:nvPr>
        </p:nvSpPr>
        <p:spPr>
          <a:xfrm>
            <a:off x="6064875" y="1985640"/>
            <a:ext cx="2126100" cy="476250"/>
          </a:xfrm>
          <a:prstGeom prst="rect">
            <a:avLst/>
          </a:prstGeom>
        </p:spPr>
        <p:txBody>
          <a:bodyPr spcFirstLastPara="1" wrap="square" lIns="91425" tIns="91425" rIns="91425" bIns="91425" anchor="t">
            <a:normAutofit fontScale="90498" lnSpcReduction="20000"/>
          </a:bodyPr>
          <a:lstStyle/>
          <a:p>
            <a:pPr marL="0" lvl="0" indent="0" algn="ctr">
              <a:spcBef>
                <a:spcPts val="0"/>
              </a:spcBef>
              <a:spcAft>
                <a:spcPts val="0"/>
              </a:spcAft>
              <a:buNone/>
              <a:defRPr sz="2550" b="1">
                <a:solidFill>
                  <a:srgbClr val="111410"/>
                </a:solidFill>
                <a:latin typeface="Montserrat"/>
                <a:ea typeface="Montserrat"/>
                <a:cs typeface="Montserrat"/>
              </a:defRPr>
            </a:pPr>
            <a:r>
              <a:rPr sz="2550" b="1">
                <a:solidFill>
                  <a:srgbClr val="111410"/>
                </a:solidFill>
                <a:latin typeface="Montserrat"/>
                <a:ea typeface="Montserrat"/>
                <a:cs typeface="Montserrat"/>
              </a:rPr>
              <a:t>Sau khi sinh</a:t>
            </a:r>
            <a:endParaRPr/>
          </a:p>
        </p:txBody>
      </p:sp>
      <p:sp>
        <p:nvSpPr>
          <p:cNvPr id="884" name="Google Shape;884;p89">
            <a:extLst>
              <a:ext uri="{FF2B5EF4-FFF2-40B4-BE49-F238E27FC236}">
                <a16:creationId xmlns:a16="http://schemas.microsoft.com/office/drawing/2014/main" id="{C0EDBC46-FF58-48B4-B107-BA09682687A5}"/>
              </a:ext>
            </a:extLst>
          </p:cNvPr>
          <p:cNvSpPr>
            <a:spLocks noGrp="1"/>
          </p:cNvSpPr>
          <p:nvPr>
            <p:ph type="subTitle" idx="6"/>
          </p:nvPr>
        </p:nvSpPr>
        <p:spPr>
          <a:xfrm>
            <a:off x="6064875" y="2461890"/>
            <a:ext cx="2126100" cy="876300"/>
          </a:xfrm>
          <a:prstGeom prst="rect">
            <a:avLst/>
          </a:prstGeom>
        </p:spPr>
        <p:txBody>
          <a:bodyPr spcFirstLastPara="1" wrap="square" lIns="91425" tIns="91425" rIns="91425" bIns="91425" anchor="t">
            <a:normAutofit/>
          </a:bodyPr>
          <a:lstStyle/>
          <a:p>
            <a:pPr marL="0" lvl="0" indent="0" algn="ctr">
              <a:spcBef>
                <a:spcPts val="0"/>
              </a:spcBef>
              <a:spcAft>
                <a:spcPts val="0"/>
              </a:spcAft>
              <a:buNone/>
              <a:defRPr sz="1500" b="0">
                <a:solidFill>
                  <a:srgbClr val="526052"/>
                </a:solidFill>
                <a:latin typeface="Montserrat"/>
                <a:ea typeface="Montserrat"/>
                <a:cs typeface="Montserrat"/>
              </a:defRPr>
            </a:pPr>
            <a:r>
              <a:rPr sz="1500" b="0">
                <a:solidFill>
                  <a:srgbClr val="526052"/>
                </a:solidFill>
                <a:latin typeface="Montserrat"/>
                <a:ea typeface="Montserrat"/>
                <a:cs typeface="Montserrat"/>
              </a:rPr>
              <a:t>Schema validation, repair và grounding allow-list.</a:t>
            </a:r>
            <a:endParaRPr/>
          </a:p>
        </p:txBody>
      </p:sp>
      <p:sp>
        <p:nvSpPr>
          <p:cNvPr id="886" name="Google Shape;886;p89">
            <a:extLst>
              <a:ext uri="{FF2B5EF4-FFF2-40B4-BE49-F238E27FC236}">
                <a16:creationId xmlns:a16="http://schemas.microsoft.com/office/drawing/2014/main" id="{E3C6DD10-53BB-45CE-839E-D57514AC5269}"/>
              </a:ext>
            </a:extLst>
          </p:cNvPr>
          <p:cNvSpPr>
            <a:spLocks noGrp="1"/>
          </p:cNvSpPr>
          <p:nvPr/>
        </p:nvSpPr>
        <p:spPr>
          <a:xfrm>
            <a:off x="4608858" y="1768752"/>
            <a:ext cx="28773" cy="28773"/>
          </a:xfrm>
          <a:custGeom>
            <a:avLst/>
            <a:gdLst/>
            <a:ahLst/>
            <a:cxnLst/>
            <a:rect l="l" t="t" r="r" b="b"/>
            <a:pathLst>
              <a:path w="788" h="788">
                <a:moveTo>
                  <a:pt x="410" y="0"/>
                </a:moveTo>
                <a:cubicBezTo>
                  <a:pt x="189" y="0"/>
                  <a:pt x="0" y="189"/>
                  <a:pt x="0" y="410"/>
                </a:cubicBezTo>
                <a:cubicBezTo>
                  <a:pt x="0" y="630"/>
                  <a:pt x="189" y="788"/>
                  <a:pt x="410" y="788"/>
                </a:cubicBezTo>
                <a:cubicBezTo>
                  <a:pt x="599" y="788"/>
                  <a:pt x="788" y="630"/>
                  <a:pt x="788" y="410"/>
                </a:cubicBezTo>
                <a:cubicBezTo>
                  <a:pt x="788" y="189"/>
                  <a:pt x="599" y="0"/>
                  <a:pt x="410" y="0"/>
                </a:cubicBezTo>
                <a:close/>
              </a:path>
            </a:pathLst>
          </a:custGeom>
          <a:solidFill>
            <a:schemeClr val="accent1"/>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887" name="Google Shape;887;p89">
            <a:extLst>
              <a:ext uri="{FF2B5EF4-FFF2-40B4-BE49-F238E27FC236}">
                <a16:creationId xmlns:a16="http://schemas.microsoft.com/office/drawing/2014/main" id="{24BC3697-5925-45C7-BC3D-98580AD0D4FB}"/>
              </a:ext>
            </a:extLst>
          </p:cNvPr>
          <p:cNvSpPr>
            <a:spLocks noGrp="1"/>
          </p:cNvSpPr>
          <p:nvPr/>
        </p:nvSpPr>
        <p:spPr>
          <a:xfrm>
            <a:off x="4506559" y="1666358"/>
            <a:ext cx="28773" cy="28773"/>
          </a:xfrm>
          <a:custGeom>
            <a:avLst/>
            <a:gdLst/>
            <a:ahLst/>
            <a:cxnLst/>
            <a:rect l="l" t="t" r="r" b="b"/>
            <a:pathLst>
              <a:path w="788" h="788">
                <a:moveTo>
                  <a:pt x="378" y="0"/>
                </a:moveTo>
                <a:cubicBezTo>
                  <a:pt x="189" y="0"/>
                  <a:pt x="0" y="189"/>
                  <a:pt x="0" y="410"/>
                </a:cubicBezTo>
                <a:cubicBezTo>
                  <a:pt x="0" y="630"/>
                  <a:pt x="189" y="788"/>
                  <a:pt x="378" y="788"/>
                </a:cubicBezTo>
                <a:cubicBezTo>
                  <a:pt x="599" y="788"/>
                  <a:pt x="788" y="630"/>
                  <a:pt x="788" y="410"/>
                </a:cubicBezTo>
                <a:cubicBezTo>
                  <a:pt x="788" y="189"/>
                  <a:pt x="599" y="0"/>
                  <a:pt x="378" y="0"/>
                </a:cubicBezTo>
                <a:close/>
              </a:path>
            </a:pathLst>
          </a:custGeom>
          <a:solidFill>
            <a:schemeClr val="accent1"/>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888" name="Google Shape;888;p89">
            <a:extLst>
              <a:ext uri="{FF2B5EF4-FFF2-40B4-BE49-F238E27FC236}">
                <a16:creationId xmlns:a16="http://schemas.microsoft.com/office/drawing/2014/main" id="{E7A06639-7743-4E01-9D33-A0DD094D5D3D}"/>
              </a:ext>
            </a:extLst>
          </p:cNvPr>
          <p:cNvSpPr>
            <a:spLocks noGrp="1"/>
          </p:cNvSpPr>
          <p:nvPr/>
        </p:nvSpPr>
        <p:spPr>
          <a:xfrm>
            <a:off x="4345507" y="1505609"/>
            <a:ext cx="453177" cy="452952"/>
          </a:xfrm>
          <a:custGeom>
            <a:avLst/>
            <a:gdLst/>
            <a:ahLst/>
            <a:cxnLst/>
            <a:rect l="l" t="t" r="r" b="b"/>
            <a:pathLst>
              <a:path w="12414" h="12406">
                <a:moveTo>
                  <a:pt x="4506" y="3332"/>
                </a:moveTo>
                <a:cubicBezTo>
                  <a:pt x="5167" y="3332"/>
                  <a:pt x="5735" y="3867"/>
                  <a:pt x="5735" y="4561"/>
                </a:cubicBezTo>
                <a:cubicBezTo>
                  <a:pt x="5735" y="5222"/>
                  <a:pt x="5199" y="5821"/>
                  <a:pt x="4506" y="5821"/>
                </a:cubicBezTo>
                <a:cubicBezTo>
                  <a:pt x="3844" y="5821"/>
                  <a:pt x="3277" y="5254"/>
                  <a:pt x="3277" y="4561"/>
                </a:cubicBezTo>
                <a:cubicBezTo>
                  <a:pt x="3277" y="3899"/>
                  <a:pt x="3844" y="3332"/>
                  <a:pt x="4506" y="3332"/>
                </a:cubicBezTo>
                <a:close/>
                <a:moveTo>
                  <a:pt x="7830" y="4159"/>
                </a:moveTo>
                <a:cubicBezTo>
                  <a:pt x="7940" y="4159"/>
                  <a:pt x="8050" y="4198"/>
                  <a:pt x="8129" y="4277"/>
                </a:cubicBezTo>
                <a:cubicBezTo>
                  <a:pt x="8286" y="4435"/>
                  <a:pt x="8286" y="4718"/>
                  <a:pt x="8129" y="4876"/>
                </a:cubicBezTo>
                <a:lnTo>
                  <a:pt x="4821" y="8184"/>
                </a:lnTo>
                <a:cubicBezTo>
                  <a:pt x="4742" y="8262"/>
                  <a:pt x="4632" y="8302"/>
                  <a:pt x="4522" y="8302"/>
                </a:cubicBezTo>
                <a:cubicBezTo>
                  <a:pt x="4411" y="8302"/>
                  <a:pt x="4301" y="8262"/>
                  <a:pt x="4222" y="8184"/>
                </a:cubicBezTo>
                <a:cubicBezTo>
                  <a:pt x="4065" y="8026"/>
                  <a:pt x="4065" y="7743"/>
                  <a:pt x="4222" y="7585"/>
                </a:cubicBezTo>
                <a:lnTo>
                  <a:pt x="7530" y="4277"/>
                </a:lnTo>
                <a:cubicBezTo>
                  <a:pt x="7609" y="4198"/>
                  <a:pt x="7719" y="4159"/>
                  <a:pt x="7830" y="4159"/>
                </a:cubicBezTo>
                <a:close/>
                <a:moveTo>
                  <a:pt x="7845" y="6640"/>
                </a:moveTo>
                <a:cubicBezTo>
                  <a:pt x="8539" y="6640"/>
                  <a:pt x="9074" y="7175"/>
                  <a:pt x="9074" y="7900"/>
                </a:cubicBezTo>
                <a:cubicBezTo>
                  <a:pt x="9074" y="8562"/>
                  <a:pt x="8539" y="9129"/>
                  <a:pt x="7845" y="9129"/>
                </a:cubicBezTo>
                <a:cubicBezTo>
                  <a:pt x="7184" y="9129"/>
                  <a:pt x="6648" y="8562"/>
                  <a:pt x="6648" y="7900"/>
                </a:cubicBezTo>
                <a:cubicBezTo>
                  <a:pt x="6648" y="7239"/>
                  <a:pt x="7184" y="6640"/>
                  <a:pt x="7845" y="6640"/>
                </a:cubicBezTo>
                <a:close/>
                <a:moveTo>
                  <a:pt x="6223" y="0"/>
                </a:moveTo>
                <a:cubicBezTo>
                  <a:pt x="6113" y="0"/>
                  <a:pt x="6002" y="40"/>
                  <a:pt x="5924" y="118"/>
                </a:cubicBezTo>
                <a:lnTo>
                  <a:pt x="4348" y="1694"/>
                </a:lnTo>
                <a:lnTo>
                  <a:pt x="2111" y="1694"/>
                </a:lnTo>
                <a:cubicBezTo>
                  <a:pt x="1859" y="1694"/>
                  <a:pt x="1702" y="1883"/>
                  <a:pt x="1702" y="2072"/>
                </a:cubicBezTo>
                <a:lnTo>
                  <a:pt x="1702" y="4309"/>
                </a:lnTo>
                <a:lnTo>
                  <a:pt x="127" y="5884"/>
                </a:lnTo>
                <a:cubicBezTo>
                  <a:pt x="1" y="6041"/>
                  <a:pt x="1" y="6325"/>
                  <a:pt x="127" y="6482"/>
                </a:cubicBezTo>
                <a:lnTo>
                  <a:pt x="1702" y="8058"/>
                </a:lnTo>
                <a:lnTo>
                  <a:pt x="1702" y="10294"/>
                </a:lnTo>
                <a:cubicBezTo>
                  <a:pt x="1702" y="10547"/>
                  <a:pt x="1922" y="10704"/>
                  <a:pt x="2111" y="10704"/>
                </a:cubicBezTo>
                <a:lnTo>
                  <a:pt x="4348" y="10704"/>
                </a:lnTo>
                <a:lnTo>
                  <a:pt x="5924" y="12279"/>
                </a:lnTo>
                <a:cubicBezTo>
                  <a:pt x="6018" y="12342"/>
                  <a:pt x="6113" y="12405"/>
                  <a:pt x="6207" y="12405"/>
                </a:cubicBezTo>
                <a:cubicBezTo>
                  <a:pt x="6333" y="12405"/>
                  <a:pt x="6396" y="12342"/>
                  <a:pt x="6491" y="12279"/>
                </a:cubicBezTo>
                <a:lnTo>
                  <a:pt x="8066" y="10704"/>
                </a:lnTo>
                <a:lnTo>
                  <a:pt x="10303" y="10704"/>
                </a:lnTo>
                <a:cubicBezTo>
                  <a:pt x="10523" y="10704"/>
                  <a:pt x="10744" y="10515"/>
                  <a:pt x="10744" y="10294"/>
                </a:cubicBezTo>
                <a:lnTo>
                  <a:pt x="10744" y="8058"/>
                </a:lnTo>
                <a:lnTo>
                  <a:pt x="12319" y="6482"/>
                </a:lnTo>
                <a:cubicBezTo>
                  <a:pt x="12382" y="6419"/>
                  <a:pt x="12414" y="6293"/>
                  <a:pt x="12414" y="6199"/>
                </a:cubicBezTo>
                <a:cubicBezTo>
                  <a:pt x="12414" y="6104"/>
                  <a:pt x="12382" y="6010"/>
                  <a:pt x="12319" y="5947"/>
                </a:cubicBezTo>
                <a:lnTo>
                  <a:pt x="10744" y="4372"/>
                </a:lnTo>
                <a:lnTo>
                  <a:pt x="10744" y="2103"/>
                </a:lnTo>
                <a:cubicBezTo>
                  <a:pt x="10744" y="1851"/>
                  <a:pt x="10523" y="1694"/>
                  <a:pt x="10334" y="1694"/>
                </a:cubicBezTo>
                <a:lnTo>
                  <a:pt x="8097" y="1694"/>
                </a:lnTo>
                <a:lnTo>
                  <a:pt x="6522" y="118"/>
                </a:lnTo>
                <a:cubicBezTo>
                  <a:pt x="6443" y="40"/>
                  <a:pt x="6333" y="0"/>
                  <a:pt x="6223" y="0"/>
                </a:cubicBezTo>
                <a:close/>
              </a:path>
            </a:pathLst>
          </a:custGeom>
          <a:solidFill>
            <a:schemeClr val="accent1"/>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890" name="Google Shape;890;p89">
            <a:extLst>
              <a:ext uri="{FF2B5EF4-FFF2-40B4-BE49-F238E27FC236}">
                <a16:creationId xmlns:a16="http://schemas.microsoft.com/office/drawing/2014/main" id="{85BEDD93-6C91-4096-9ADC-C8CE5B50E137}"/>
              </a:ext>
            </a:extLst>
          </p:cNvPr>
          <p:cNvSpPr>
            <a:spLocks noGrp="1"/>
          </p:cNvSpPr>
          <p:nvPr/>
        </p:nvSpPr>
        <p:spPr>
          <a:xfrm>
            <a:off x="1786474" y="1504839"/>
            <a:ext cx="460033" cy="454301"/>
          </a:xfrm>
          <a:custGeom>
            <a:avLst/>
            <a:gdLst/>
            <a:ahLst/>
            <a:cxnLst/>
            <a:rect l="l" t="t" r="r" b="b"/>
            <a:pathLst>
              <a:path w="12603" h="12446">
                <a:moveTo>
                  <a:pt x="11136" y="1"/>
                </a:moveTo>
                <a:cubicBezTo>
                  <a:pt x="11054" y="1"/>
                  <a:pt x="10975" y="1"/>
                  <a:pt x="10902" y="1"/>
                </a:cubicBezTo>
                <a:cubicBezTo>
                  <a:pt x="10429" y="1"/>
                  <a:pt x="10051" y="159"/>
                  <a:pt x="9736" y="474"/>
                </a:cubicBezTo>
                <a:lnTo>
                  <a:pt x="3561" y="6649"/>
                </a:lnTo>
                <a:lnTo>
                  <a:pt x="2301" y="6428"/>
                </a:lnTo>
                <a:cubicBezTo>
                  <a:pt x="2278" y="6423"/>
                  <a:pt x="2253" y="6420"/>
                  <a:pt x="2229" y="6420"/>
                </a:cubicBezTo>
                <a:cubicBezTo>
                  <a:pt x="2119" y="6420"/>
                  <a:pt x="2000" y="6471"/>
                  <a:pt x="1923" y="6523"/>
                </a:cubicBezTo>
                <a:lnTo>
                  <a:pt x="158" y="8319"/>
                </a:lnTo>
                <a:cubicBezTo>
                  <a:pt x="32" y="8382"/>
                  <a:pt x="1" y="8539"/>
                  <a:pt x="32" y="8697"/>
                </a:cubicBezTo>
                <a:cubicBezTo>
                  <a:pt x="95" y="8823"/>
                  <a:pt x="190" y="8949"/>
                  <a:pt x="347" y="8980"/>
                </a:cubicBezTo>
                <a:lnTo>
                  <a:pt x="2994" y="9484"/>
                </a:lnTo>
                <a:lnTo>
                  <a:pt x="3498" y="12131"/>
                </a:lnTo>
                <a:cubicBezTo>
                  <a:pt x="3561" y="12288"/>
                  <a:pt x="3624" y="12414"/>
                  <a:pt x="3782" y="12446"/>
                </a:cubicBezTo>
                <a:lnTo>
                  <a:pt x="3908" y="12446"/>
                </a:lnTo>
                <a:cubicBezTo>
                  <a:pt x="4034" y="12446"/>
                  <a:pt x="4128" y="12414"/>
                  <a:pt x="4254" y="12414"/>
                </a:cubicBezTo>
                <a:lnTo>
                  <a:pt x="6018" y="10619"/>
                </a:lnTo>
                <a:cubicBezTo>
                  <a:pt x="6144" y="10556"/>
                  <a:pt x="6176" y="10398"/>
                  <a:pt x="6144" y="10272"/>
                </a:cubicBezTo>
                <a:lnTo>
                  <a:pt x="5924" y="9012"/>
                </a:lnTo>
                <a:lnTo>
                  <a:pt x="12099" y="2837"/>
                </a:lnTo>
                <a:cubicBezTo>
                  <a:pt x="12414" y="2522"/>
                  <a:pt x="12571" y="2081"/>
                  <a:pt x="12571" y="1671"/>
                </a:cubicBezTo>
                <a:cubicBezTo>
                  <a:pt x="12571" y="1199"/>
                  <a:pt x="12603" y="600"/>
                  <a:pt x="12288" y="285"/>
                </a:cubicBezTo>
                <a:cubicBezTo>
                  <a:pt x="12025" y="22"/>
                  <a:pt x="11544" y="1"/>
                  <a:pt x="11136" y="1"/>
                </a:cubicBezTo>
                <a:close/>
              </a:path>
            </a:pathLst>
          </a:custGeom>
          <a:solidFill>
            <a:schemeClr val="accent1"/>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891" name="Google Shape;891;p89">
            <a:extLst>
              <a:ext uri="{FF2B5EF4-FFF2-40B4-BE49-F238E27FC236}">
                <a16:creationId xmlns:a16="http://schemas.microsoft.com/office/drawing/2014/main" id="{365D6EB8-6A65-4086-96D1-2A6A49F1013C}"/>
              </a:ext>
            </a:extLst>
          </p:cNvPr>
          <p:cNvSpPr>
            <a:spLocks noGrp="1"/>
          </p:cNvSpPr>
          <p:nvPr/>
        </p:nvSpPr>
        <p:spPr>
          <a:xfrm>
            <a:off x="1801132" y="1563454"/>
            <a:ext cx="255361" cy="130378"/>
          </a:xfrm>
          <a:custGeom>
            <a:avLst/>
            <a:gdLst/>
            <a:ahLst/>
            <a:cxnLst/>
            <a:rect l="l" t="t" r="r" b="b"/>
            <a:pathLst>
              <a:path w="6995" h="3570">
                <a:moveTo>
                  <a:pt x="1632" y="1"/>
                </a:moveTo>
                <a:cubicBezTo>
                  <a:pt x="1523" y="1"/>
                  <a:pt x="1407" y="57"/>
                  <a:pt x="1355" y="135"/>
                </a:cubicBezTo>
                <a:lnTo>
                  <a:pt x="158" y="1301"/>
                </a:lnTo>
                <a:cubicBezTo>
                  <a:pt x="95" y="1395"/>
                  <a:pt x="0" y="1553"/>
                  <a:pt x="32" y="1710"/>
                </a:cubicBezTo>
                <a:cubicBezTo>
                  <a:pt x="126" y="1773"/>
                  <a:pt x="189" y="1899"/>
                  <a:pt x="315" y="1931"/>
                </a:cubicBezTo>
                <a:lnTo>
                  <a:pt x="4317" y="3569"/>
                </a:lnTo>
                <a:lnTo>
                  <a:pt x="6995" y="891"/>
                </a:lnTo>
                <a:lnTo>
                  <a:pt x="1702" y="9"/>
                </a:lnTo>
                <a:cubicBezTo>
                  <a:pt x="1679" y="4"/>
                  <a:pt x="1656" y="1"/>
                  <a:pt x="1632" y="1"/>
                </a:cubicBezTo>
                <a:close/>
              </a:path>
            </a:pathLst>
          </a:custGeom>
          <a:solidFill>
            <a:schemeClr val="accent1"/>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892" name="Google Shape;892;p89">
            <a:extLst>
              <a:ext uri="{FF2B5EF4-FFF2-40B4-BE49-F238E27FC236}">
                <a16:creationId xmlns:a16="http://schemas.microsoft.com/office/drawing/2014/main" id="{732BE817-7B71-4205-8905-C60886E85AE9}"/>
              </a:ext>
            </a:extLst>
          </p:cNvPr>
          <p:cNvSpPr>
            <a:spLocks noGrp="1"/>
          </p:cNvSpPr>
          <p:nvPr/>
        </p:nvSpPr>
        <p:spPr>
          <a:xfrm>
            <a:off x="2053396" y="1689824"/>
            <a:ext cx="129929" cy="253114"/>
          </a:xfrm>
          <a:custGeom>
            <a:avLst/>
            <a:gdLst/>
            <a:ahLst/>
            <a:cxnLst/>
            <a:rect l="l" t="t" r="r" b="b"/>
            <a:pathLst>
              <a:path w="3560" h="6932">
                <a:moveTo>
                  <a:pt x="2678" y="0"/>
                </a:moveTo>
                <a:lnTo>
                  <a:pt x="0" y="2678"/>
                </a:lnTo>
                <a:lnTo>
                  <a:pt x="1607" y="6679"/>
                </a:lnTo>
                <a:cubicBezTo>
                  <a:pt x="1638" y="6805"/>
                  <a:pt x="1764" y="6931"/>
                  <a:pt x="1922" y="6931"/>
                </a:cubicBezTo>
                <a:lnTo>
                  <a:pt x="1985" y="6931"/>
                </a:lnTo>
                <a:cubicBezTo>
                  <a:pt x="2111" y="6931"/>
                  <a:pt x="2206" y="6900"/>
                  <a:pt x="2269" y="6805"/>
                </a:cubicBezTo>
                <a:lnTo>
                  <a:pt x="3466" y="5640"/>
                </a:lnTo>
                <a:cubicBezTo>
                  <a:pt x="3529" y="5545"/>
                  <a:pt x="3560" y="5388"/>
                  <a:pt x="3560" y="5262"/>
                </a:cubicBezTo>
                <a:lnTo>
                  <a:pt x="2678" y="0"/>
                </a:lnTo>
                <a:close/>
              </a:path>
            </a:pathLst>
          </a:custGeom>
          <a:solidFill>
            <a:schemeClr val="accent1"/>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894" name="Google Shape;894;p89">
            <a:extLst>
              <a:ext uri="{FF2B5EF4-FFF2-40B4-BE49-F238E27FC236}">
                <a16:creationId xmlns:a16="http://schemas.microsoft.com/office/drawing/2014/main" id="{C2BF4F60-3943-4F53-A970-A45E64E873A2}"/>
              </a:ext>
            </a:extLst>
          </p:cNvPr>
          <p:cNvSpPr>
            <a:spLocks noGrp="1"/>
          </p:cNvSpPr>
          <p:nvPr/>
        </p:nvSpPr>
        <p:spPr>
          <a:xfrm>
            <a:off x="7275523" y="1718627"/>
            <a:ext cx="76878" cy="31583"/>
          </a:xfrm>
          <a:custGeom>
            <a:avLst/>
            <a:gdLst/>
            <a:ahLst/>
            <a:cxnLst/>
            <a:rect l="l" t="t" r="r" b="b"/>
            <a:pathLst>
              <a:path w="1766" h="725">
                <a:moveTo>
                  <a:pt x="347" y="0"/>
                </a:moveTo>
                <a:cubicBezTo>
                  <a:pt x="158" y="0"/>
                  <a:pt x="1" y="158"/>
                  <a:pt x="1" y="378"/>
                </a:cubicBezTo>
                <a:cubicBezTo>
                  <a:pt x="1" y="567"/>
                  <a:pt x="158" y="725"/>
                  <a:pt x="347" y="725"/>
                </a:cubicBezTo>
                <a:lnTo>
                  <a:pt x="1419" y="725"/>
                </a:lnTo>
                <a:cubicBezTo>
                  <a:pt x="1608" y="725"/>
                  <a:pt x="1765" y="567"/>
                  <a:pt x="1765" y="378"/>
                </a:cubicBezTo>
                <a:cubicBezTo>
                  <a:pt x="1734" y="158"/>
                  <a:pt x="1608" y="0"/>
                  <a:pt x="1419" y="0"/>
                </a:cubicBezTo>
                <a:close/>
              </a:path>
            </a:pathLst>
          </a:custGeom>
          <a:solidFill>
            <a:schemeClr val="accent2"/>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895" name="Google Shape;895;p89">
            <a:extLst>
              <a:ext uri="{FF2B5EF4-FFF2-40B4-BE49-F238E27FC236}">
                <a16:creationId xmlns:a16="http://schemas.microsoft.com/office/drawing/2014/main" id="{ABB0144A-C071-4EB8-8039-4E0EAFE19BD2}"/>
              </a:ext>
            </a:extLst>
          </p:cNvPr>
          <p:cNvSpPr>
            <a:spLocks noGrp="1"/>
          </p:cNvSpPr>
          <p:nvPr/>
        </p:nvSpPr>
        <p:spPr>
          <a:xfrm>
            <a:off x="7261321" y="1768922"/>
            <a:ext cx="64515" cy="59007"/>
          </a:xfrm>
          <a:custGeom>
            <a:avLst/>
            <a:gdLst/>
            <a:ahLst/>
            <a:cxnLst/>
            <a:rect l="l" t="t" r="r" b="b"/>
            <a:pathLst>
              <a:path w="1482" h="1355">
                <a:moveTo>
                  <a:pt x="394" y="0"/>
                </a:moveTo>
                <a:cubicBezTo>
                  <a:pt x="308" y="0"/>
                  <a:pt x="221" y="32"/>
                  <a:pt x="158" y="95"/>
                </a:cubicBezTo>
                <a:cubicBezTo>
                  <a:pt x="0" y="221"/>
                  <a:pt x="0" y="410"/>
                  <a:pt x="158" y="567"/>
                </a:cubicBezTo>
                <a:lnTo>
                  <a:pt x="882" y="1260"/>
                </a:lnTo>
                <a:cubicBezTo>
                  <a:pt x="945" y="1323"/>
                  <a:pt x="1032" y="1355"/>
                  <a:pt x="1119" y="1355"/>
                </a:cubicBezTo>
                <a:cubicBezTo>
                  <a:pt x="1205" y="1355"/>
                  <a:pt x="1292" y="1323"/>
                  <a:pt x="1355" y="1260"/>
                </a:cubicBezTo>
                <a:cubicBezTo>
                  <a:pt x="1481" y="1134"/>
                  <a:pt x="1481" y="914"/>
                  <a:pt x="1355" y="788"/>
                </a:cubicBezTo>
                <a:lnTo>
                  <a:pt x="630" y="95"/>
                </a:lnTo>
                <a:cubicBezTo>
                  <a:pt x="567" y="32"/>
                  <a:pt x="481" y="0"/>
                  <a:pt x="394" y="0"/>
                </a:cubicBezTo>
                <a:close/>
              </a:path>
            </a:pathLst>
          </a:custGeom>
          <a:solidFill>
            <a:schemeClr val="accent2"/>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896" name="Google Shape;896;p89">
            <a:extLst>
              <a:ext uri="{FF2B5EF4-FFF2-40B4-BE49-F238E27FC236}">
                <a16:creationId xmlns:a16="http://schemas.microsoft.com/office/drawing/2014/main" id="{DF2157F7-89F4-49EC-A862-CAF7A0FECEBE}"/>
              </a:ext>
            </a:extLst>
          </p:cNvPr>
          <p:cNvSpPr>
            <a:spLocks noGrp="1"/>
          </p:cNvSpPr>
          <p:nvPr/>
        </p:nvSpPr>
        <p:spPr>
          <a:xfrm>
            <a:off x="7263908" y="1639678"/>
            <a:ext cx="61817" cy="60131"/>
          </a:xfrm>
          <a:custGeom>
            <a:avLst/>
            <a:gdLst/>
            <a:ahLst/>
            <a:cxnLst/>
            <a:rect l="l" t="t" r="r" b="b"/>
            <a:pathLst>
              <a:path w="1419" h="1380">
                <a:moveTo>
                  <a:pt x="1056" y="1"/>
                </a:moveTo>
                <a:cubicBezTo>
                  <a:pt x="969" y="1"/>
                  <a:pt x="882" y="32"/>
                  <a:pt x="819" y="96"/>
                </a:cubicBezTo>
                <a:lnTo>
                  <a:pt x="95" y="789"/>
                </a:lnTo>
                <a:cubicBezTo>
                  <a:pt x="0" y="915"/>
                  <a:pt x="0" y="1135"/>
                  <a:pt x="95" y="1261"/>
                </a:cubicBezTo>
                <a:cubicBezTo>
                  <a:pt x="158" y="1340"/>
                  <a:pt x="252" y="1379"/>
                  <a:pt x="343" y="1379"/>
                </a:cubicBezTo>
                <a:cubicBezTo>
                  <a:pt x="434" y="1379"/>
                  <a:pt x="520" y="1340"/>
                  <a:pt x="567" y="1261"/>
                </a:cubicBezTo>
                <a:lnTo>
                  <a:pt x="1292" y="568"/>
                </a:lnTo>
                <a:cubicBezTo>
                  <a:pt x="1418" y="442"/>
                  <a:pt x="1418" y="190"/>
                  <a:pt x="1292" y="96"/>
                </a:cubicBezTo>
                <a:cubicBezTo>
                  <a:pt x="1229" y="32"/>
                  <a:pt x="1142" y="1"/>
                  <a:pt x="1056" y="1"/>
                </a:cubicBezTo>
                <a:close/>
              </a:path>
            </a:pathLst>
          </a:custGeom>
          <a:solidFill>
            <a:schemeClr val="accent2"/>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897" name="Google Shape;897;p89">
            <a:extLst>
              <a:ext uri="{FF2B5EF4-FFF2-40B4-BE49-F238E27FC236}">
                <a16:creationId xmlns:a16="http://schemas.microsoft.com/office/drawing/2014/main" id="{520530B8-9B7B-4383-A1C5-5AA50495C4F4}"/>
              </a:ext>
            </a:extLst>
          </p:cNvPr>
          <p:cNvSpPr>
            <a:spLocks noGrp="1"/>
          </p:cNvSpPr>
          <p:nvPr/>
        </p:nvSpPr>
        <p:spPr>
          <a:xfrm>
            <a:off x="6895315" y="1630342"/>
            <a:ext cx="183878" cy="182529"/>
          </a:xfrm>
          <a:custGeom>
            <a:avLst/>
            <a:gdLst/>
            <a:ahLst/>
            <a:cxnLst/>
            <a:rect l="l" t="t" r="r" b="b"/>
            <a:pathLst>
              <a:path w="4222" h="4192">
                <a:moveTo>
                  <a:pt x="2489" y="1"/>
                </a:moveTo>
                <a:cubicBezTo>
                  <a:pt x="2048" y="1"/>
                  <a:pt x="1639" y="285"/>
                  <a:pt x="1481" y="726"/>
                </a:cubicBezTo>
                <a:lnTo>
                  <a:pt x="1418" y="726"/>
                </a:lnTo>
                <a:cubicBezTo>
                  <a:pt x="662" y="726"/>
                  <a:pt x="0" y="1356"/>
                  <a:pt x="0" y="2080"/>
                </a:cubicBezTo>
                <a:cubicBezTo>
                  <a:pt x="0" y="2836"/>
                  <a:pt x="630" y="3467"/>
                  <a:pt x="1418" y="3467"/>
                </a:cubicBezTo>
                <a:lnTo>
                  <a:pt x="1481" y="3467"/>
                </a:lnTo>
                <a:cubicBezTo>
                  <a:pt x="1639" y="3845"/>
                  <a:pt x="2017" y="4191"/>
                  <a:pt x="2489" y="4191"/>
                </a:cubicBezTo>
                <a:lnTo>
                  <a:pt x="4222" y="4191"/>
                </a:lnTo>
                <a:lnTo>
                  <a:pt x="4222" y="1"/>
                </a:lnTo>
                <a:close/>
              </a:path>
            </a:pathLst>
          </a:custGeom>
          <a:solidFill>
            <a:schemeClr val="accent2"/>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898" name="Google Shape;898;p89">
            <a:extLst>
              <a:ext uri="{FF2B5EF4-FFF2-40B4-BE49-F238E27FC236}">
                <a16:creationId xmlns:a16="http://schemas.microsoft.com/office/drawing/2014/main" id="{C2D2A745-4F25-4478-8C1D-6ACEC9B059AB}"/>
              </a:ext>
            </a:extLst>
          </p:cNvPr>
          <p:cNvSpPr>
            <a:spLocks noGrp="1"/>
          </p:cNvSpPr>
          <p:nvPr/>
        </p:nvSpPr>
        <p:spPr>
          <a:xfrm>
            <a:off x="7184859" y="1539856"/>
            <a:ext cx="61705" cy="363598"/>
          </a:xfrm>
          <a:custGeom>
            <a:avLst/>
            <a:gdLst/>
            <a:ahLst/>
            <a:cxnLst/>
            <a:rect l="l" t="t" r="r" b="b"/>
            <a:pathLst>
              <a:path w="1418" h="8350">
                <a:moveTo>
                  <a:pt x="725" y="1"/>
                </a:moveTo>
                <a:cubicBezTo>
                  <a:pt x="315" y="1"/>
                  <a:pt x="0" y="316"/>
                  <a:pt x="0" y="694"/>
                </a:cubicBezTo>
                <a:lnTo>
                  <a:pt x="0" y="7625"/>
                </a:lnTo>
                <a:cubicBezTo>
                  <a:pt x="0" y="8034"/>
                  <a:pt x="315" y="8349"/>
                  <a:pt x="725" y="8349"/>
                </a:cubicBezTo>
                <a:cubicBezTo>
                  <a:pt x="1134" y="8286"/>
                  <a:pt x="1418" y="8003"/>
                  <a:pt x="1418" y="7625"/>
                </a:cubicBezTo>
                <a:lnTo>
                  <a:pt x="1418" y="694"/>
                </a:lnTo>
                <a:cubicBezTo>
                  <a:pt x="1418" y="316"/>
                  <a:pt x="1103" y="1"/>
                  <a:pt x="725" y="1"/>
                </a:cubicBezTo>
                <a:close/>
              </a:path>
            </a:pathLst>
          </a:custGeom>
          <a:solidFill>
            <a:schemeClr val="accent2"/>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899" name="Google Shape;899;p89">
            <a:extLst>
              <a:ext uri="{FF2B5EF4-FFF2-40B4-BE49-F238E27FC236}">
                <a16:creationId xmlns:a16="http://schemas.microsoft.com/office/drawing/2014/main" id="{2BBD6331-35B2-415E-A497-2D040CD6FA5A}"/>
              </a:ext>
            </a:extLst>
          </p:cNvPr>
          <p:cNvSpPr>
            <a:spLocks noGrp="1"/>
          </p:cNvSpPr>
          <p:nvPr/>
        </p:nvSpPr>
        <p:spPr>
          <a:xfrm>
            <a:off x="6979209" y="1812984"/>
            <a:ext cx="89242" cy="120712"/>
          </a:xfrm>
          <a:custGeom>
            <a:avLst/>
            <a:gdLst/>
            <a:ahLst/>
            <a:cxnLst/>
            <a:rect l="l" t="t" r="r" b="b"/>
            <a:pathLst>
              <a:path w="2049" h="2773">
                <a:moveTo>
                  <a:pt x="1" y="0"/>
                </a:moveTo>
                <a:lnTo>
                  <a:pt x="1" y="1764"/>
                </a:lnTo>
                <a:cubicBezTo>
                  <a:pt x="1" y="2363"/>
                  <a:pt x="473" y="2773"/>
                  <a:pt x="1040" y="2773"/>
                </a:cubicBezTo>
                <a:cubicBezTo>
                  <a:pt x="1607" y="2773"/>
                  <a:pt x="2048" y="2300"/>
                  <a:pt x="2048" y="1764"/>
                </a:cubicBezTo>
                <a:lnTo>
                  <a:pt x="2048" y="32"/>
                </a:lnTo>
                <a:lnTo>
                  <a:pt x="316" y="32"/>
                </a:lnTo>
                <a:cubicBezTo>
                  <a:pt x="253" y="32"/>
                  <a:pt x="127" y="32"/>
                  <a:pt x="1" y="0"/>
                </a:cubicBezTo>
                <a:close/>
              </a:path>
            </a:pathLst>
          </a:custGeom>
          <a:solidFill>
            <a:schemeClr val="accent2"/>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900" name="Google Shape;900;p89">
            <a:extLst>
              <a:ext uri="{FF2B5EF4-FFF2-40B4-BE49-F238E27FC236}">
                <a16:creationId xmlns:a16="http://schemas.microsoft.com/office/drawing/2014/main" id="{F7F04479-C37F-4FFB-8317-F0AC590B10DF}"/>
              </a:ext>
            </a:extLst>
          </p:cNvPr>
          <p:cNvSpPr>
            <a:spLocks noGrp="1"/>
          </p:cNvSpPr>
          <p:nvPr/>
        </p:nvSpPr>
        <p:spPr>
          <a:xfrm>
            <a:off x="7082643" y="1577246"/>
            <a:ext cx="90590" cy="285483"/>
          </a:xfrm>
          <a:custGeom>
            <a:avLst/>
            <a:gdLst/>
            <a:ahLst/>
            <a:cxnLst/>
            <a:rect l="l" t="t" r="r" b="b"/>
            <a:pathLst>
              <a:path w="2080" h="6554">
                <a:moveTo>
                  <a:pt x="2080" y="0"/>
                </a:moveTo>
                <a:lnTo>
                  <a:pt x="1765" y="315"/>
                </a:lnTo>
                <a:cubicBezTo>
                  <a:pt x="1292" y="788"/>
                  <a:pt x="662" y="1071"/>
                  <a:pt x="1" y="1166"/>
                </a:cubicBezTo>
                <a:lnTo>
                  <a:pt x="1" y="5419"/>
                </a:lnTo>
                <a:cubicBezTo>
                  <a:pt x="662" y="5482"/>
                  <a:pt x="1292" y="5766"/>
                  <a:pt x="1765" y="6238"/>
                </a:cubicBezTo>
                <a:lnTo>
                  <a:pt x="2080" y="6553"/>
                </a:lnTo>
                <a:lnTo>
                  <a:pt x="2080" y="0"/>
                </a:lnTo>
                <a:close/>
              </a:path>
            </a:pathLst>
          </a:custGeom>
          <a:solidFill>
            <a:schemeClr val="accent2"/>
          </a:solidFill>
          <a:ln>
            <a:noFill/>
          </a:ln>
        </p:spPr>
        <p:txBody>
          <a:bodyPr spcFirstLastPara="1" wrap="square" lIns="91425" tIns="91425" rIns="91425" bIns="91425" anchor="ctr">
            <a:noAutofit/>
          </a:bodyPr>
          <a:lstStyle/>
          <a:p>
            <a:pPr marL="0" lvl="0" indent="0" algn="l">
              <a:spcBef>
                <a:spcPts val="0"/>
              </a:spcBef>
              <a:spcAft>
                <a:spcPts val="0"/>
              </a:spcAft>
              <a:buNone/>
            </a:pPr>
            <a:endParaRPr/>
          </a:p>
        </p:txBody>
      </p:sp>
      <p:sp>
        <p:nvSpPr>
          <p:cNvPr id="901" name="Rectangle: Rounded Corners 900">
            <a:extLst>
              <a:ext uri="{FF2B5EF4-FFF2-40B4-BE49-F238E27FC236}">
                <a16:creationId xmlns:a16="http://schemas.microsoft.com/office/drawing/2014/main" id="{D2BC69F3-029F-421F-8FDB-481531DA89CB}"/>
              </a:ext>
            </a:extLst>
          </p:cNvPr>
          <p:cNvSpPr>
            <a:spLocks noGrp="1"/>
          </p:cNvSpPr>
          <p:nvPr/>
        </p:nvSpPr>
        <p:spPr>
          <a:xfrm>
            <a:off x="1000125" y="4171950"/>
            <a:ext cx="7143750" cy="457200"/>
          </a:xfrm>
          <a:prstGeom prst="roundRect">
            <a:avLst>
              <a:gd name="adj" fmla="val 50000"/>
            </a:avLst>
          </a:prstGeom>
          <a:solidFill>
            <a:srgbClr val="DFF0D6"/>
          </a:solidFill>
          <a:ln w="13335">
            <a:solidFill>
              <a:srgbClr val="4B8D17"/>
            </a:solidFill>
            <a:prstDash val="solid"/>
          </a:ln>
        </p:spPr>
        <p:txBody>
          <a:bodyPr lIns="152400" tIns="66675" rIns="152400" bIns="66675" anchor="ctr">
            <a:normAutofit/>
          </a:bodyPr>
          <a:lstStyle/>
          <a:p>
            <a:pPr algn="ctr">
              <a:buNone/>
              <a:defRPr sz="1088" b="1">
                <a:solidFill>
                  <a:srgbClr val="4B8D17"/>
                </a:solidFill>
                <a:latin typeface="Montserrat"/>
                <a:ea typeface="Montserrat"/>
                <a:cs typeface="Montserrat"/>
              </a:defRPr>
            </a:pPr>
            <a:r>
              <a:rPr sz="1088" b="1">
                <a:solidFill>
                  <a:srgbClr val="4B8D17"/>
                </a:solidFill>
                <a:latin typeface="Montserrat"/>
                <a:ea typeface="Montserrat"/>
                <a:cs typeface="Montserrat"/>
              </a:rPr>
              <a:t>Grounding là chuỗi kiểm soát trước – trong – sau khi sinh, không chỉ là một prompt.</a:t>
            </a:r>
          </a:p>
        </p:txBody>
      </p:sp>
      <p:sp>
        <p:nvSpPr>
          <p:cNvPr id="902" name="TextBox 901"/>
          <p:cNvSpPr txBox="1"/>
          <p:nvPr/>
        </p:nvSpPr>
        <p:spPr>
          <a:xfrm>
            <a:off x="713225" y="200000"/>
            <a:ext cx="1200000" cy="260000"/>
          </a:xfrm>
          <a:prstGeom prst="rect">
            <a:avLst/>
          </a:prstGeom>
          <a:noFill/>
        </p:spPr>
        <p:txBody>
          <a:bodyPr wrap="none" lIns="0" tIns="0">
            <a:spAutoFit/>
          </a:bodyPr>
          <a:lstStyle/>
          <a:p>
            <a:pPr>
              <a:defRPr sz="1100" b="1">
                <a:solidFill>
                  <a:srgbClr val="4B8D17"/>
                </a:solidFill>
                <a:latin typeface="Montserrat"/>
              </a:defRPr>
            </a:pPr>
            <a:r>
              <a:t>#05</a:t>
            </a:r>
          </a:p>
        </p:txBody>
      </p:sp>
    </p:spTree>
    <p:extLst>
      <p:ext uri="{BB962C8B-B14F-4D97-AF65-F5344CB8AC3E}">
        <p14:creationId xmlns:p14="http://schemas.microsoft.com/office/powerpoint/2010/main" val="58144335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E8F3E5"/>
        </a:solidFill>
        <a:effectLst/>
      </p:bgPr>
    </p:bg>
    <p:spTree>
      <p:nvGrpSpPr>
        <p:cNvPr id="1" name=""/>
        <p:cNvGrpSpPr/>
        <p:nvPr/>
      </p:nvGrpSpPr>
      <p:grpSpPr>
        <a:xfrm>
          <a:off x="0" y="0"/>
          <a:ext cx="0" cy="0"/>
          <a:chOff x="0" y="0"/>
          <a:chExt cx="0" cy="0"/>
        </a:xfrm>
      </p:grpSpPr>
      <p:sp>
        <p:nvSpPr>
          <p:cNvPr id="1400" name="Google Shape;1400;p109">
            <a:extLst>
              <a:ext uri="{FF2B5EF4-FFF2-40B4-BE49-F238E27FC236}">
                <a16:creationId xmlns:a16="http://schemas.microsoft.com/office/drawing/2014/main" id="{81C3B06F-B2DB-4E73-BBD9-BBC1B0354D9D}"/>
              </a:ext>
            </a:extLst>
          </p:cNvPr>
          <p:cNvSpPr>
            <a:spLocks noGrp="1"/>
          </p:cNvSpPr>
          <p:nvPr>
            <p:ph type="title"/>
          </p:nvPr>
        </p:nvSpPr>
        <p:spPr>
          <a:xfrm>
            <a:off x="714375" y="444818"/>
            <a:ext cx="7715250" cy="573405"/>
          </a:xfrm>
          <a:prstGeom prst="rect">
            <a:avLst/>
          </a:prstGeom>
        </p:spPr>
        <p:txBody>
          <a:bodyPr spcFirstLastPara="1" wrap="square" lIns="91425" tIns="91425" rIns="91425" bIns="91425" anchor="t">
            <a:normAutofit fontScale="90000"/>
          </a:bodyPr>
          <a:lstStyle/>
          <a:p>
            <a:pPr marL="0" lvl="0" indent="0" algn="l">
              <a:spcBef>
                <a:spcPts val="0"/>
              </a:spcBef>
              <a:spcAft>
                <a:spcPts val="0"/>
              </a:spcAft>
              <a:buNone/>
              <a:defRPr sz="3000" b="1">
                <a:solidFill>
                  <a:srgbClr val="111410"/>
                </a:solidFill>
                <a:latin typeface="Cambria"/>
                <a:ea typeface="Cambria"/>
                <a:cs typeface="Cambria"/>
              </a:defRPr>
            </a:pPr>
            <a:r>
              <a:rPr sz="3000" b="1">
                <a:solidFill>
                  <a:srgbClr val="111410"/>
                </a:solidFill>
                <a:latin typeface="Cambria"/>
                <a:ea typeface="Cambria"/>
                <a:cs typeface="Cambria"/>
              </a:rPr>
              <a:t>Bất biến an toàn của SenseVoice</a:t>
            </a:r>
            <a:endParaRPr/>
          </a:p>
        </p:txBody>
      </p:sp>
      <p:sp>
        <p:nvSpPr>
          <p:cNvPr id="1430" name="Rectangle: Rounded Corners 1429">
            <a:extLst>
              <a:ext uri="{FF2B5EF4-FFF2-40B4-BE49-F238E27FC236}">
                <a16:creationId xmlns:a16="http://schemas.microsoft.com/office/drawing/2014/main" id="{5955F37A-68A5-4464-8FD7-29112BE85C6F}"/>
              </a:ext>
            </a:extLst>
          </p:cNvPr>
          <p:cNvSpPr>
            <a:spLocks noGrp="1"/>
          </p:cNvSpPr>
          <p:nvPr/>
        </p:nvSpPr>
        <p:spPr>
          <a:xfrm>
            <a:off x="1000125" y="4171950"/>
            <a:ext cx="7143750" cy="457200"/>
          </a:xfrm>
          <a:prstGeom prst="roundRect">
            <a:avLst>
              <a:gd name="adj" fmla="val 50000"/>
            </a:avLst>
          </a:prstGeom>
          <a:solidFill>
            <a:srgbClr val="DFF0D6"/>
          </a:solidFill>
          <a:ln w="13335">
            <a:solidFill>
              <a:srgbClr val="4B8D17"/>
            </a:solidFill>
            <a:prstDash val="solid"/>
          </a:ln>
        </p:spPr>
        <p:txBody>
          <a:bodyPr lIns="152400" tIns="66675" rIns="152400" bIns="66675" anchor="ctr">
            <a:normAutofit/>
          </a:bodyPr>
          <a:lstStyle/>
          <a:p>
            <a:pPr algn="ctr">
              <a:buNone/>
              <a:defRPr sz="1028" b="1">
                <a:solidFill>
                  <a:srgbClr val="4B8D17"/>
                </a:solidFill>
                <a:latin typeface="Montserrat"/>
                <a:ea typeface="Montserrat"/>
                <a:cs typeface="Montserrat"/>
              </a:defRPr>
            </a:pPr>
            <a:r>
              <a:rPr sz="1028" b="1">
                <a:solidFill>
                  <a:srgbClr val="4B8D17"/>
                </a:solidFill>
                <a:latin typeface="Montserrat"/>
                <a:ea typeface="Montserrat"/>
                <a:cs typeface="Montserrat"/>
              </a:rPr>
              <a:t>Mặc định an toàn: confidence/composure = 50 (trung tính); tín hiệu giọng nói chỉ dùng để mô tả.</a:t>
            </a:r>
          </a:p>
        </p:txBody>
      </p:sp>
      <p:sp>
        <p:nvSpPr>
          <p:cNvPr id="1431" name="Rectangle: Rounded Corners 1430">
            <a:extLst>
              <a:ext uri="{FF2B5EF4-FFF2-40B4-BE49-F238E27FC236}">
                <a16:creationId xmlns:a16="http://schemas.microsoft.com/office/drawing/2014/main" id="{ADD3ADE4-BDB1-4CC9-A147-16B12708A622}"/>
              </a:ext>
            </a:extLst>
          </p:cNvPr>
          <p:cNvSpPr>
            <a:spLocks noGrp="1"/>
          </p:cNvSpPr>
          <p:nvPr/>
        </p:nvSpPr>
        <p:spPr>
          <a:xfrm>
            <a:off x="1333500" y="1154244"/>
            <a:ext cx="3143250" cy="1333500"/>
          </a:xfrm>
          <a:prstGeom prst="roundRect">
            <a:avLst>
              <a:gd name="adj" fmla="val 5714"/>
            </a:avLst>
          </a:prstGeom>
          <a:solidFill>
            <a:srgbClr val="D7E7F1"/>
          </a:solidFill>
          <a:ln w="10478">
            <a:solidFill>
              <a:srgbClr val="8B9589"/>
            </a:solidFill>
            <a:prstDash val="solid"/>
          </a:ln>
        </p:spPr>
      </p:sp>
      <p:sp>
        <p:nvSpPr>
          <p:cNvPr id="1432" name="Rectangle: Rounded Corners 1431">
            <a:extLst>
              <a:ext uri="{FF2B5EF4-FFF2-40B4-BE49-F238E27FC236}">
                <a16:creationId xmlns:a16="http://schemas.microsoft.com/office/drawing/2014/main" id="{E6D0E82E-9D2E-4E88-8BC2-FFF263750AA9}"/>
              </a:ext>
            </a:extLst>
          </p:cNvPr>
          <p:cNvSpPr>
            <a:spLocks noGrp="1"/>
          </p:cNvSpPr>
          <p:nvPr/>
        </p:nvSpPr>
        <p:spPr>
          <a:xfrm>
            <a:off x="4667250" y="1154244"/>
            <a:ext cx="3143250" cy="1333500"/>
          </a:xfrm>
          <a:prstGeom prst="roundRect">
            <a:avLst>
              <a:gd name="adj" fmla="val 5714"/>
            </a:avLst>
          </a:prstGeom>
          <a:solidFill>
            <a:srgbClr val="F7EDC8"/>
          </a:solidFill>
          <a:ln w="10478">
            <a:solidFill>
              <a:srgbClr val="8B9589"/>
            </a:solidFill>
            <a:prstDash val="solid"/>
          </a:ln>
        </p:spPr>
      </p:sp>
      <p:sp>
        <p:nvSpPr>
          <p:cNvPr id="1433" name="Rectangle: Rounded Corners 1432">
            <a:extLst>
              <a:ext uri="{FF2B5EF4-FFF2-40B4-BE49-F238E27FC236}">
                <a16:creationId xmlns:a16="http://schemas.microsoft.com/office/drawing/2014/main" id="{1735A6AC-6276-4239-92F7-F95E2E9BE0DD}"/>
              </a:ext>
            </a:extLst>
          </p:cNvPr>
          <p:cNvSpPr>
            <a:spLocks noGrp="1"/>
          </p:cNvSpPr>
          <p:nvPr/>
        </p:nvSpPr>
        <p:spPr>
          <a:xfrm>
            <a:off x="1333500" y="2573469"/>
            <a:ext cx="3143250" cy="1333500"/>
          </a:xfrm>
          <a:prstGeom prst="roundRect">
            <a:avLst>
              <a:gd name="adj" fmla="val 5714"/>
            </a:avLst>
          </a:prstGeom>
          <a:solidFill>
            <a:srgbClr val="E4D9EE"/>
          </a:solidFill>
          <a:ln w="10478">
            <a:solidFill>
              <a:srgbClr val="8B9589"/>
            </a:solidFill>
            <a:prstDash val="solid"/>
          </a:ln>
        </p:spPr>
      </p:sp>
      <p:sp>
        <p:nvSpPr>
          <p:cNvPr id="1434" name="Rectangle: Rounded Corners 1433">
            <a:extLst>
              <a:ext uri="{FF2B5EF4-FFF2-40B4-BE49-F238E27FC236}">
                <a16:creationId xmlns:a16="http://schemas.microsoft.com/office/drawing/2014/main" id="{96F2F45F-61BF-4CB1-A501-74289CCEFA09}"/>
              </a:ext>
            </a:extLst>
          </p:cNvPr>
          <p:cNvSpPr>
            <a:spLocks noGrp="1"/>
          </p:cNvSpPr>
          <p:nvPr/>
        </p:nvSpPr>
        <p:spPr>
          <a:xfrm>
            <a:off x="4667250" y="2573469"/>
            <a:ext cx="3143250" cy="1333500"/>
          </a:xfrm>
          <a:prstGeom prst="roundRect">
            <a:avLst>
              <a:gd name="adj" fmla="val 5714"/>
            </a:avLst>
          </a:prstGeom>
          <a:solidFill>
            <a:srgbClr val="DFF0D6"/>
          </a:solidFill>
          <a:ln w="10478">
            <a:solidFill>
              <a:srgbClr val="8B9589"/>
            </a:solidFill>
            <a:prstDash val="solid"/>
          </a:ln>
        </p:spPr>
      </p:sp>
      <p:sp>
        <p:nvSpPr>
          <p:cNvPr id="1435" name="Rectangle 1434">
            <a:extLst>
              <a:ext uri="{FF2B5EF4-FFF2-40B4-BE49-F238E27FC236}">
                <a16:creationId xmlns:a16="http://schemas.microsoft.com/office/drawing/2014/main" id="{A460E93B-1D21-4E66-AF64-2E7E668E4A10}"/>
              </a:ext>
            </a:extLst>
          </p:cNvPr>
          <p:cNvSpPr>
            <a:spLocks noGrp="1"/>
          </p:cNvSpPr>
          <p:nvPr/>
        </p:nvSpPr>
        <p:spPr>
          <a:xfrm>
            <a:off x="1543050" y="1325694"/>
            <a:ext cx="457200" cy="342900"/>
          </a:xfrm>
          <a:prstGeom prst="rect">
            <a:avLst/>
          </a:prstGeom>
          <a:ln w="0">
            <a:prstDash val="solid"/>
          </a:ln>
        </p:spPr>
        <p:txBody>
          <a:bodyPr lIns="28575" tIns="19050" rIns="28575" bIns="19050" anchor="ctr">
            <a:normAutofit/>
          </a:bodyPr>
          <a:lstStyle/>
          <a:p>
            <a:pPr algn="ctr">
              <a:buNone/>
              <a:defRPr sz="1500" b="1">
                <a:solidFill>
                  <a:srgbClr val="4B8D17"/>
                </a:solidFill>
                <a:latin typeface="Montserrat"/>
                <a:ea typeface="Montserrat"/>
                <a:cs typeface="Montserrat"/>
              </a:defRPr>
            </a:pPr>
            <a:r>
              <a:rPr sz="1500" b="1">
                <a:solidFill>
                  <a:srgbClr val="4B8D17"/>
                </a:solidFill>
                <a:latin typeface="Montserrat"/>
                <a:ea typeface="Montserrat"/>
                <a:cs typeface="Montserrat"/>
              </a:rPr>
              <a:t>01</a:t>
            </a:r>
          </a:p>
        </p:txBody>
      </p:sp>
      <p:sp>
        <p:nvSpPr>
          <p:cNvPr id="1436" name="Rectangle 1435">
            <a:extLst>
              <a:ext uri="{FF2B5EF4-FFF2-40B4-BE49-F238E27FC236}">
                <a16:creationId xmlns:a16="http://schemas.microsoft.com/office/drawing/2014/main" id="{77DAF07C-67A0-4A5B-ADEC-5FC8B10057EB}"/>
              </a:ext>
            </a:extLst>
          </p:cNvPr>
          <p:cNvSpPr>
            <a:spLocks noGrp="1"/>
          </p:cNvSpPr>
          <p:nvPr/>
        </p:nvSpPr>
        <p:spPr>
          <a:xfrm>
            <a:off x="2114550" y="1344744"/>
            <a:ext cx="2095500" cy="361950"/>
          </a:xfrm>
          <a:prstGeom prst="rect">
            <a:avLst/>
          </a:prstGeom>
          <a:ln w="0">
            <a:prstDash val="solid"/>
          </a:ln>
        </p:spPr>
        <p:txBody>
          <a:bodyPr lIns="28575" tIns="19050" rIns="28575" bIns="19050" anchor="ctr">
            <a:normAutofit/>
          </a:bodyPr>
          <a:lstStyle/>
          <a:p>
            <a:pPr algn="l">
              <a:buNone/>
              <a:defRPr sz="1238" b="1">
                <a:solidFill>
                  <a:srgbClr val="111410"/>
                </a:solidFill>
                <a:latin typeface="Montserrat"/>
                <a:ea typeface="Montserrat"/>
                <a:cs typeface="Montserrat"/>
              </a:defRPr>
            </a:pPr>
            <a:r>
              <a:rPr sz="1238" b="1">
                <a:solidFill>
                  <a:srgbClr val="111410"/>
                </a:solidFill>
                <a:latin typeface="Montserrat"/>
                <a:ea typeface="Montserrat"/>
                <a:cs typeface="Montserrat"/>
              </a:rPr>
              <a:t>Observation only</a:t>
            </a:r>
          </a:p>
        </p:txBody>
      </p:sp>
      <p:sp>
        <p:nvSpPr>
          <p:cNvPr id="1437" name="Rectangle 1436">
            <a:extLst>
              <a:ext uri="{FF2B5EF4-FFF2-40B4-BE49-F238E27FC236}">
                <a16:creationId xmlns:a16="http://schemas.microsoft.com/office/drawing/2014/main" id="{5AD3ABEC-4E11-438D-8565-06F0148C15F7}"/>
              </a:ext>
            </a:extLst>
          </p:cNvPr>
          <p:cNvSpPr>
            <a:spLocks noGrp="1"/>
          </p:cNvSpPr>
          <p:nvPr/>
        </p:nvSpPr>
        <p:spPr>
          <a:xfrm>
            <a:off x="2114550" y="1773369"/>
            <a:ext cx="2095500" cy="552450"/>
          </a:xfrm>
          <a:prstGeom prst="rect">
            <a:avLst/>
          </a:prstGeom>
          <a:ln w="0">
            <a:prstDash val="solid"/>
          </a:ln>
        </p:spPr>
        <p:txBody>
          <a:bodyPr lIns="28575" tIns="19050" rIns="28575" bIns="19050" anchor="ctr">
            <a:normAutofit/>
          </a:bodyPr>
          <a:lstStyle/>
          <a:p>
            <a:pPr algn="l">
              <a:buNone/>
              <a:defRPr sz="1013" b="0">
                <a:solidFill>
                  <a:srgbClr val="526052"/>
                </a:solidFill>
                <a:latin typeface="Montserrat"/>
                <a:ea typeface="Montserrat"/>
                <a:cs typeface="Montserrat"/>
              </a:defRPr>
            </a:pPr>
            <a:r>
              <a:rPr sz="1013" b="0">
                <a:solidFill>
                  <a:srgbClr val="526052"/>
                </a:solidFill>
                <a:latin typeface="Montserrat"/>
                <a:ea typeface="Montserrat"/>
                <a:cs typeface="Montserrat"/>
              </a:rPr>
              <a:t>LID/SER/AED chỉ mô tả tín hiệu.</a:t>
            </a:r>
          </a:p>
        </p:txBody>
      </p:sp>
      <p:sp>
        <p:nvSpPr>
          <p:cNvPr id="1438" name="Rectangle 1437">
            <a:extLst>
              <a:ext uri="{FF2B5EF4-FFF2-40B4-BE49-F238E27FC236}">
                <a16:creationId xmlns:a16="http://schemas.microsoft.com/office/drawing/2014/main" id="{37413885-412C-4F06-B875-B5B4C67D06AE}"/>
              </a:ext>
            </a:extLst>
          </p:cNvPr>
          <p:cNvSpPr>
            <a:spLocks noGrp="1"/>
          </p:cNvSpPr>
          <p:nvPr/>
        </p:nvSpPr>
        <p:spPr>
          <a:xfrm>
            <a:off x="4876800" y="1325694"/>
            <a:ext cx="457200" cy="342900"/>
          </a:xfrm>
          <a:prstGeom prst="rect">
            <a:avLst/>
          </a:prstGeom>
          <a:ln w="0">
            <a:prstDash val="solid"/>
          </a:ln>
        </p:spPr>
        <p:txBody>
          <a:bodyPr lIns="28575" tIns="19050" rIns="28575" bIns="19050" anchor="ctr">
            <a:normAutofit/>
          </a:bodyPr>
          <a:lstStyle/>
          <a:p>
            <a:pPr algn="ctr">
              <a:buNone/>
              <a:defRPr sz="1500" b="1">
                <a:solidFill>
                  <a:srgbClr val="4B8D17"/>
                </a:solidFill>
                <a:latin typeface="Montserrat"/>
                <a:ea typeface="Montserrat"/>
                <a:cs typeface="Montserrat"/>
              </a:defRPr>
            </a:pPr>
            <a:r>
              <a:rPr sz="1500" b="1">
                <a:solidFill>
                  <a:srgbClr val="4B8D17"/>
                </a:solidFill>
                <a:latin typeface="Montserrat"/>
                <a:ea typeface="Montserrat"/>
                <a:cs typeface="Montserrat"/>
              </a:rPr>
              <a:t>02</a:t>
            </a:r>
          </a:p>
        </p:txBody>
      </p:sp>
      <p:sp>
        <p:nvSpPr>
          <p:cNvPr id="1439" name="Rectangle 1438">
            <a:extLst>
              <a:ext uri="{FF2B5EF4-FFF2-40B4-BE49-F238E27FC236}">
                <a16:creationId xmlns:a16="http://schemas.microsoft.com/office/drawing/2014/main" id="{9148CBB4-9374-4C4A-9B84-1B8D0A130333}"/>
              </a:ext>
            </a:extLst>
          </p:cNvPr>
          <p:cNvSpPr>
            <a:spLocks noGrp="1"/>
          </p:cNvSpPr>
          <p:nvPr/>
        </p:nvSpPr>
        <p:spPr>
          <a:xfrm>
            <a:off x="5448300" y="1344744"/>
            <a:ext cx="2095500" cy="361950"/>
          </a:xfrm>
          <a:prstGeom prst="rect">
            <a:avLst/>
          </a:prstGeom>
          <a:ln w="0">
            <a:prstDash val="solid"/>
          </a:ln>
        </p:spPr>
        <p:txBody>
          <a:bodyPr lIns="28575" tIns="19050" rIns="28575" bIns="19050" anchor="ctr">
            <a:normAutofit/>
          </a:bodyPr>
          <a:lstStyle/>
          <a:p>
            <a:pPr algn="l">
              <a:buNone/>
              <a:defRPr sz="1238" b="1">
                <a:solidFill>
                  <a:srgbClr val="111410"/>
                </a:solidFill>
                <a:latin typeface="Montserrat"/>
                <a:ea typeface="Montserrat"/>
                <a:cs typeface="Montserrat"/>
              </a:defRPr>
            </a:pPr>
            <a:r>
              <a:rPr sz="1238" b="1">
                <a:solidFill>
                  <a:srgbClr val="111410"/>
                </a:solidFill>
                <a:latin typeface="Montserrat"/>
                <a:ea typeface="Montserrat"/>
                <a:cs typeface="Montserrat"/>
              </a:rPr>
              <a:t>Neutral default</a:t>
            </a:r>
          </a:p>
        </p:txBody>
      </p:sp>
      <p:sp>
        <p:nvSpPr>
          <p:cNvPr id="1440" name="Rectangle 1439">
            <a:extLst>
              <a:ext uri="{FF2B5EF4-FFF2-40B4-BE49-F238E27FC236}">
                <a16:creationId xmlns:a16="http://schemas.microsoft.com/office/drawing/2014/main" id="{892FD8B5-2B36-4A3D-8158-F97645FDF72E}"/>
              </a:ext>
            </a:extLst>
          </p:cNvPr>
          <p:cNvSpPr>
            <a:spLocks noGrp="1"/>
          </p:cNvSpPr>
          <p:nvPr/>
        </p:nvSpPr>
        <p:spPr>
          <a:xfrm>
            <a:off x="5448300" y="1773369"/>
            <a:ext cx="2095500" cy="552450"/>
          </a:xfrm>
          <a:prstGeom prst="rect">
            <a:avLst/>
          </a:prstGeom>
          <a:ln w="0">
            <a:prstDash val="solid"/>
          </a:ln>
        </p:spPr>
        <p:txBody>
          <a:bodyPr lIns="28575" tIns="19050" rIns="28575" bIns="19050" anchor="ctr">
            <a:normAutofit/>
          </a:bodyPr>
          <a:lstStyle/>
          <a:p>
            <a:pPr algn="l">
              <a:buNone/>
              <a:defRPr sz="1013" b="0">
                <a:solidFill>
                  <a:srgbClr val="526052"/>
                </a:solidFill>
                <a:latin typeface="Montserrat"/>
                <a:ea typeface="Montserrat"/>
                <a:cs typeface="Montserrat"/>
              </a:defRPr>
            </a:pPr>
            <a:r>
              <a:rPr sz="1013" b="0">
                <a:solidFill>
                  <a:srgbClr val="526052"/>
                </a:solidFill>
                <a:latin typeface="Montserrat"/>
                <a:ea typeface="Montserrat"/>
                <a:cs typeface="Montserrat"/>
              </a:rPr>
              <a:t>Confidence/composure giữ 50.</a:t>
            </a:r>
          </a:p>
        </p:txBody>
      </p:sp>
      <p:sp>
        <p:nvSpPr>
          <p:cNvPr id="1441" name="Rectangle 1440">
            <a:extLst>
              <a:ext uri="{FF2B5EF4-FFF2-40B4-BE49-F238E27FC236}">
                <a16:creationId xmlns:a16="http://schemas.microsoft.com/office/drawing/2014/main" id="{7A4A0B6C-E4C2-41ED-AACF-FFD405E322BD}"/>
              </a:ext>
            </a:extLst>
          </p:cNvPr>
          <p:cNvSpPr>
            <a:spLocks noGrp="1"/>
          </p:cNvSpPr>
          <p:nvPr/>
        </p:nvSpPr>
        <p:spPr>
          <a:xfrm>
            <a:off x="1543050" y="2744919"/>
            <a:ext cx="457200" cy="342900"/>
          </a:xfrm>
          <a:prstGeom prst="rect">
            <a:avLst/>
          </a:prstGeom>
          <a:ln w="0">
            <a:prstDash val="solid"/>
          </a:ln>
        </p:spPr>
        <p:txBody>
          <a:bodyPr lIns="28575" tIns="19050" rIns="28575" bIns="19050" anchor="ctr">
            <a:normAutofit/>
          </a:bodyPr>
          <a:lstStyle/>
          <a:p>
            <a:pPr algn="ctr">
              <a:buNone/>
              <a:defRPr sz="1500" b="1">
                <a:solidFill>
                  <a:srgbClr val="4B8D17"/>
                </a:solidFill>
                <a:latin typeface="Montserrat"/>
                <a:ea typeface="Montserrat"/>
                <a:cs typeface="Montserrat"/>
              </a:defRPr>
            </a:pPr>
            <a:r>
              <a:rPr sz="1500" b="1">
                <a:solidFill>
                  <a:srgbClr val="4B8D17"/>
                </a:solidFill>
                <a:latin typeface="Montserrat"/>
                <a:ea typeface="Montserrat"/>
                <a:cs typeface="Montserrat"/>
              </a:rPr>
              <a:t>03</a:t>
            </a:r>
          </a:p>
        </p:txBody>
      </p:sp>
      <p:sp>
        <p:nvSpPr>
          <p:cNvPr id="1442" name="Rectangle 1441">
            <a:extLst>
              <a:ext uri="{FF2B5EF4-FFF2-40B4-BE49-F238E27FC236}">
                <a16:creationId xmlns:a16="http://schemas.microsoft.com/office/drawing/2014/main" id="{EE2B57F5-EDAC-430C-9E5E-86D6F5BB839D}"/>
              </a:ext>
            </a:extLst>
          </p:cNvPr>
          <p:cNvSpPr>
            <a:spLocks noGrp="1"/>
          </p:cNvSpPr>
          <p:nvPr/>
        </p:nvSpPr>
        <p:spPr>
          <a:xfrm>
            <a:off x="2114550" y="2763969"/>
            <a:ext cx="2095500" cy="361950"/>
          </a:xfrm>
          <a:prstGeom prst="rect">
            <a:avLst/>
          </a:prstGeom>
          <a:ln w="0">
            <a:prstDash val="solid"/>
          </a:ln>
        </p:spPr>
        <p:txBody>
          <a:bodyPr lIns="28575" tIns="19050" rIns="28575" bIns="19050" anchor="ctr">
            <a:normAutofit/>
          </a:bodyPr>
          <a:lstStyle/>
          <a:p>
            <a:pPr algn="l">
              <a:buNone/>
              <a:defRPr sz="1238" b="1">
                <a:solidFill>
                  <a:srgbClr val="111410"/>
                </a:solidFill>
                <a:latin typeface="Montserrat"/>
                <a:ea typeface="Montserrat"/>
                <a:cs typeface="Montserrat"/>
              </a:defRPr>
            </a:pPr>
            <a:r>
              <a:rPr sz="1238" b="1">
                <a:solidFill>
                  <a:srgbClr val="111410"/>
                </a:solidFill>
                <a:latin typeface="Montserrat"/>
                <a:ea typeface="Montserrat"/>
                <a:cs typeface="Montserrat"/>
              </a:rPr>
              <a:t>No psychometrics</a:t>
            </a:r>
          </a:p>
        </p:txBody>
      </p:sp>
      <p:sp>
        <p:nvSpPr>
          <p:cNvPr id="1443" name="Rectangle 1442">
            <a:extLst>
              <a:ext uri="{FF2B5EF4-FFF2-40B4-BE49-F238E27FC236}">
                <a16:creationId xmlns:a16="http://schemas.microsoft.com/office/drawing/2014/main" id="{2A5CB7C7-9036-43C5-B373-F48C3EBEBFE2}"/>
              </a:ext>
            </a:extLst>
          </p:cNvPr>
          <p:cNvSpPr>
            <a:spLocks noGrp="1"/>
          </p:cNvSpPr>
          <p:nvPr/>
        </p:nvSpPr>
        <p:spPr>
          <a:xfrm>
            <a:off x="2114550" y="3192594"/>
            <a:ext cx="2095500" cy="552450"/>
          </a:xfrm>
          <a:prstGeom prst="rect">
            <a:avLst/>
          </a:prstGeom>
          <a:ln w="0">
            <a:prstDash val="solid"/>
          </a:ln>
        </p:spPr>
        <p:txBody>
          <a:bodyPr lIns="28575" tIns="19050" rIns="28575" bIns="19050" anchor="ctr">
            <a:normAutofit/>
          </a:bodyPr>
          <a:lstStyle/>
          <a:p>
            <a:pPr algn="l">
              <a:buNone/>
              <a:defRPr sz="1013" b="0">
                <a:solidFill>
                  <a:srgbClr val="526052"/>
                </a:solidFill>
                <a:latin typeface="Montserrat"/>
                <a:ea typeface="Montserrat"/>
                <a:cs typeface="Montserrat"/>
              </a:defRPr>
            </a:pPr>
            <a:r>
              <a:rPr sz="1013" b="0">
                <a:solidFill>
                  <a:srgbClr val="526052"/>
                </a:solidFill>
                <a:latin typeface="Montserrat"/>
                <a:ea typeface="Montserrat"/>
                <a:cs typeface="Montserrat"/>
              </a:rPr>
              <a:t>Không suy ra tính cách hay năng lực.</a:t>
            </a:r>
          </a:p>
        </p:txBody>
      </p:sp>
      <p:sp>
        <p:nvSpPr>
          <p:cNvPr id="1444" name="Rectangle 1443">
            <a:extLst>
              <a:ext uri="{FF2B5EF4-FFF2-40B4-BE49-F238E27FC236}">
                <a16:creationId xmlns:a16="http://schemas.microsoft.com/office/drawing/2014/main" id="{D2A3BA28-B258-4FE3-B597-924F8FC96C20}"/>
              </a:ext>
            </a:extLst>
          </p:cNvPr>
          <p:cNvSpPr>
            <a:spLocks noGrp="1"/>
          </p:cNvSpPr>
          <p:nvPr/>
        </p:nvSpPr>
        <p:spPr>
          <a:xfrm>
            <a:off x="4876800" y="2744919"/>
            <a:ext cx="457200" cy="342900"/>
          </a:xfrm>
          <a:prstGeom prst="rect">
            <a:avLst/>
          </a:prstGeom>
          <a:ln w="0">
            <a:prstDash val="solid"/>
          </a:ln>
        </p:spPr>
        <p:txBody>
          <a:bodyPr lIns="28575" tIns="19050" rIns="28575" bIns="19050" anchor="ctr">
            <a:normAutofit/>
          </a:bodyPr>
          <a:lstStyle/>
          <a:p>
            <a:pPr algn="ctr">
              <a:buNone/>
              <a:defRPr sz="1500" b="1">
                <a:solidFill>
                  <a:srgbClr val="4B8D17"/>
                </a:solidFill>
                <a:latin typeface="Montserrat"/>
                <a:ea typeface="Montserrat"/>
                <a:cs typeface="Montserrat"/>
              </a:defRPr>
            </a:pPr>
            <a:r>
              <a:rPr sz="1500" b="1">
                <a:solidFill>
                  <a:srgbClr val="4B8D17"/>
                </a:solidFill>
                <a:latin typeface="Montserrat"/>
                <a:ea typeface="Montserrat"/>
                <a:cs typeface="Montserrat"/>
              </a:rPr>
              <a:t>04</a:t>
            </a:r>
          </a:p>
        </p:txBody>
      </p:sp>
      <p:sp>
        <p:nvSpPr>
          <p:cNvPr id="1445" name="Rectangle 1444">
            <a:extLst>
              <a:ext uri="{FF2B5EF4-FFF2-40B4-BE49-F238E27FC236}">
                <a16:creationId xmlns:a16="http://schemas.microsoft.com/office/drawing/2014/main" id="{5BA5D19A-B3B3-401A-9350-BB6AB0DA269C}"/>
              </a:ext>
            </a:extLst>
          </p:cNvPr>
          <p:cNvSpPr>
            <a:spLocks noGrp="1"/>
          </p:cNvSpPr>
          <p:nvPr/>
        </p:nvSpPr>
        <p:spPr>
          <a:xfrm>
            <a:off x="5448300" y="2763969"/>
            <a:ext cx="2095500" cy="361950"/>
          </a:xfrm>
          <a:prstGeom prst="rect">
            <a:avLst/>
          </a:prstGeom>
          <a:ln w="0">
            <a:prstDash val="solid"/>
          </a:ln>
        </p:spPr>
        <p:txBody>
          <a:bodyPr lIns="28575" tIns="19050" rIns="28575" bIns="19050" anchor="ctr">
            <a:normAutofit/>
          </a:bodyPr>
          <a:lstStyle/>
          <a:p>
            <a:pPr algn="l">
              <a:buNone/>
              <a:defRPr sz="1238" b="1">
                <a:solidFill>
                  <a:srgbClr val="111410"/>
                </a:solidFill>
                <a:latin typeface="Montserrat"/>
                <a:ea typeface="Montserrat"/>
                <a:cs typeface="Montserrat"/>
              </a:defRPr>
            </a:pPr>
            <a:r>
              <a:rPr sz="1238" b="1">
                <a:solidFill>
                  <a:srgbClr val="111410"/>
                </a:solidFill>
                <a:latin typeface="Montserrat"/>
                <a:ea typeface="Montserrat"/>
                <a:cs typeface="Montserrat"/>
              </a:rPr>
              <a:t>No auto-decision</a:t>
            </a:r>
          </a:p>
        </p:txBody>
      </p:sp>
      <p:sp>
        <p:nvSpPr>
          <p:cNvPr id="1446" name="Rectangle 1445">
            <a:extLst>
              <a:ext uri="{FF2B5EF4-FFF2-40B4-BE49-F238E27FC236}">
                <a16:creationId xmlns:a16="http://schemas.microsoft.com/office/drawing/2014/main" id="{A7BFA39A-223B-410A-912A-4F8EF0112B10}"/>
              </a:ext>
            </a:extLst>
          </p:cNvPr>
          <p:cNvSpPr>
            <a:spLocks noGrp="1"/>
          </p:cNvSpPr>
          <p:nvPr/>
        </p:nvSpPr>
        <p:spPr>
          <a:xfrm>
            <a:off x="5448300" y="3192594"/>
            <a:ext cx="2095500" cy="552450"/>
          </a:xfrm>
          <a:prstGeom prst="rect">
            <a:avLst/>
          </a:prstGeom>
          <a:ln w="0">
            <a:prstDash val="solid"/>
          </a:ln>
        </p:spPr>
        <p:txBody>
          <a:bodyPr lIns="28575" tIns="19050" rIns="28575" bIns="19050" anchor="ctr">
            <a:normAutofit/>
          </a:bodyPr>
          <a:lstStyle/>
          <a:p>
            <a:pPr algn="l">
              <a:buNone/>
              <a:defRPr sz="1013" b="0">
                <a:solidFill>
                  <a:srgbClr val="526052"/>
                </a:solidFill>
                <a:latin typeface="Montserrat"/>
                <a:ea typeface="Montserrat"/>
                <a:cs typeface="Montserrat"/>
              </a:defRPr>
            </a:pPr>
            <a:r>
              <a:rPr sz="1013" b="0">
                <a:solidFill>
                  <a:srgbClr val="526052"/>
                </a:solidFill>
                <a:latin typeface="Montserrat"/>
                <a:ea typeface="Montserrat"/>
                <a:cs typeface="Montserrat"/>
              </a:rPr>
              <a:t>Không auto-hire/auto-reject.</a:t>
            </a:r>
          </a:p>
        </p:txBody>
      </p:sp>
      <p:sp>
        <p:nvSpPr>
          <p:cNvPr id="1447" name="TextBox 1446"/>
          <p:cNvSpPr txBox="1"/>
          <p:nvPr/>
        </p:nvSpPr>
        <p:spPr>
          <a:xfrm>
            <a:off x="713225" y="200000"/>
            <a:ext cx="1200000" cy="260000"/>
          </a:xfrm>
          <a:prstGeom prst="rect">
            <a:avLst/>
          </a:prstGeom>
          <a:noFill/>
        </p:spPr>
        <p:txBody>
          <a:bodyPr wrap="none" lIns="0" tIns="0">
            <a:spAutoFit/>
          </a:bodyPr>
          <a:lstStyle/>
          <a:p>
            <a:pPr>
              <a:defRPr sz="1100" b="1">
                <a:solidFill>
                  <a:srgbClr val="4B8D17"/>
                </a:solidFill>
                <a:latin typeface="Montserrat"/>
              </a:defRPr>
            </a:pPr>
            <a:r>
              <a:t>#05</a:t>
            </a:r>
          </a:p>
        </p:txBody>
      </p:sp>
    </p:spTree>
    <p:extLst>
      <p:ext uri="{BB962C8B-B14F-4D97-AF65-F5344CB8AC3E}">
        <p14:creationId xmlns:p14="http://schemas.microsoft.com/office/powerpoint/2010/main" val="57462649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ctr">
              <a:defRPr sz="2600" b="1">
                <a:solidFill>
                  <a:srgbClr val="111410"/>
                </a:solidFill>
                <a:latin typeface="Cambria"/>
              </a:defRPr>
            </a:pPr>
            <a:r>
              <a:t>Sản phẩm</a:t>
            </a:r>
          </a:p>
        </p:txBody>
      </p:sp>
      <p:sp>
        <p:nvSpPr>
          <p:cNvPr id="3" name="Title 2"/>
          <p:cNvSpPr>
            <a:spLocks noGrp="1"/>
          </p:cNvSpPr>
          <p:nvPr>
            <p:ph type="title" idx="2"/>
          </p:nvPr>
        </p:nvSpPr>
        <p:spPr/>
        <p:txBody>
          <a:bodyPr/>
          <a:lstStyle/>
          <a:p>
            <a:pPr algn="ctr">
              <a:defRPr sz="4400" b="1">
                <a:solidFill>
                  <a:srgbClr val="4B8D17"/>
                </a:solidFill>
                <a:latin typeface="Cambria"/>
              </a:defRPr>
            </a:pPr>
            <a:r>
              <a:t>04</a:t>
            </a:r>
          </a:p>
        </p:txBody>
      </p:sp>
      <p:sp>
        <p:nvSpPr>
          <p:cNvPr id="4" name="Subtitle 3"/>
          <p:cNvSpPr>
            <a:spLocks noGrp="1"/>
          </p:cNvSpPr>
          <p:nvPr>
            <p:ph type="subTitle" idx="1"/>
          </p:nvPr>
        </p:nvSpPr>
        <p:spPr/>
        <p:txBody>
          <a:bodyPr/>
          <a:lstStyle/>
          <a:p>
            <a:pPr algn="ctr">
              <a:defRPr sz="1300">
                <a:solidFill>
                  <a:srgbClr val="526052"/>
                </a:solidFill>
                <a:latin typeface="Montserrat"/>
              </a:defRPr>
            </a:pPr>
            <a:r>
              <a:t>Luồng trải nghiệm thực tế</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E8F3E5"/>
        </a:solidFill>
        <a:effectLst/>
      </p:bgPr>
    </p:bg>
    <p:spTree>
      <p:nvGrpSpPr>
        <p:cNvPr id="1" name=""/>
        <p:cNvGrpSpPr/>
        <p:nvPr/>
      </p:nvGrpSpPr>
      <p:grpSpPr>
        <a:xfrm>
          <a:off x="0" y="0"/>
          <a:ext cx="0" cy="0"/>
          <a:chOff x="0" y="0"/>
          <a:chExt cx="0" cy="0"/>
        </a:xfrm>
      </p:grpSpPr>
      <p:sp>
        <p:nvSpPr>
          <p:cNvPr id="1400" name="Google Shape;1400;p109">
            <a:extLst>
              <a:ext uri="{FF2B5EF4-FFF2-40B4-BE49-F238E27FC236}">
                <a16:creationId xmlns:a16="http://schemas.microsoft.com/office/drawing/2014/main" id="{81C3B06F-B2DB-4E73-BBD9-BBC1B0354D9D}"/>
              </a:ext>
            </a:extLst>
          </p:cNvPr>
          <p:cNvSpPr>
            <a:spLocks noGrp="1"/>
          </p:cNvSpPr>
          <p:nvPr>
            <p:ph type="title"/>
          </p:nvPr>
        </p:nvSpPr>
        <p:spPr>
          <a:xfrm>
            <a:off x="714375" y="444818"/>
            <a:ext cx="7715250" cy="573405"/>
          </a:xfrm>
          <a:prstGeom prst="rect">
            <a:avLst/>
          </a:prstGeom>
        </p:spPr>
        <p:txBody>
          <a:bodyPr spcFirstLastPara="1" wrap="square" lIns="91425" tIns="91425" rIns="91425" bIns="91425" anchor="t">
            <a:normAutofit fontScale="90000"/>
          </a:bodyPr>
          <a:lstStyle/>
          <a:p>
            <a:pPr marL="0" lvl="0" indent="0" algn="l">
              <a:spcBef>
                <a:spcPts val="0"/>
              </a:spcBef>
              <a:spcAft>
                <a:spcPts val="0"/>
              </a:spcAft>
              <a:buNone/>
              <a:defRPr sz="3000" b="1">
                <a:solidFill>
                  <a:srgbClr val="111410"/>
                </a:solidFill>
                <a:latin typeface="Cambria"/>
                <a:ea typeface="Cambria"/>
                <a:cs typeface="Cambria"/>
              </a:defRPr>
            </a:pPr>
            <a:r>
              <a:rPr sz="3000" b="1">
                <a:solidFill>
                  <a:srgbClr val="111410"/>
                </a:solidFill>
                <a:latin typeface="Cambria"/>
                <a:ea typeface="Cambria"/>
                <a:cs typeface="Cambria"/>
              </a:rPr>
              <a:t>Bốn đóng góp chính</a:t>
            </a:r>
            <a:endParaRPr/>
          </a:p>
        </p:txBody>
      </p:sp>
      <p:sp>
        <p:nvSpPr>
          <p:cNvPr id="1430" name="Rectangle: Rounded Corners 1429">
            <a:extLst>
              <a:ext uri="{FF2B5EF4-FFF2-40B4-BE49-F238E27FC236}">
                <a16:creationId xmlns:a16="http://schemas.microsoft.com/office/drawing/2014/main" id="{11BDA7B1-E6F4-44F3-9CE1-BE9BCDDA9DF3}"/>
              </a:ext>
            </a:extLst>
          </p:cNvPr>
          <p:cNvSpPr>
            <a:spLocks noGrp="1"/>
          </p:cNvSpPr>
          <p:nvPr/>
        </p:nvSpPr>
        <p:spPr>
          <a:xfrm>
            <a:off x="1000125" y="4171950"/>
            <a:ext cx="7143750" cy="457200"/>
          </a:xfrm>
          <a:prstGeom prst="roundRect">
            <a:avLst>
              <a:gd name="adj" fmla="val 50000"/>
            </a:avLst>
          </a:prstGeom>
          <a:solidFill>
            <a:srgbClr val="DFF0D6"/>
          </a:solidFill>
          <a:ln w="13335">
            <a:solidFill>
              <a:srgbClr val="4B8D17"/>
            </a:solidFill>
            <a:prstDash val="solid"/>
          </a:ln>
        </p:spPr>
        <p:txBody>
          <a:bodyPr lIns="152400" tIns="66675" rIns="152400" bIns="66675" anchor="ctr">
            <a:normAutofit/>
          </a:bodyPr>
          <a:lstStyle/>
          <a:p>
            <a:pPr algn="ctr">
              <a:buNone/>
              <a:defRPr sz="1088" b="1">
                <a:solidFill>
                  <a:srgbClr val="4B8D17"/>
                </a:solidFill>
                <a:latin typeface="Montserrat"/>
                <a:ea typeface="Montserrat"/>
                <a:cs typeface="Montserrat"/>
              </a:defRPr>
            </a:pPr>
            <a:r>
              <a:rPr sz="1088" b="1">
                <a:solidFill>
                  <a:srgbClr val="4B8D17"/>
                </a:solidFill>
                <a:latin typeface="Montserrat"/>
                <a:ea typeface="Montserrat"/>
                <a:cs typeface="Montserrat"/>
              </a:rPr>
              <a:t>Mỗi đóng góp đều có thể truy ngược về code, proto, rule và kiểm thử.</a:t>
            </a:r>
          </a:p>
        </p:txBody>
      </p:sp>
      <p:sp>
        <p:nvSpPr>
          <p:cNvPr id="1431" name="Rectangle: Rounded Corners 1430">
            <a:extLst>
              <a:ext uri="{FF2B5EF4-FFF2-40B4-BE49-F238E27FC236}">
                <a16:creationId xmlns:a16="http://schemas.microsoft.com/office/drawing/2014/main" id="{B9D0CC3E-6C26-48D3-82C9-04EEDCC903EC}"/>
              </a:ext>
            </a:extLst>
          </p:cNvPr>
          <p:cNvSpPr>
            <a:spLocks noGrp="1"/>
          </p:cNvSpPr>
          <p:nvPr/>
        </p:nvSpPr>
        <p:spPr>
          <a:xfrm>
            <a:off x="1333500" y="1161122"/>
            <a:ext cx="3143250" cy="1333500"/>
          </a:xfrm>
          <a:prstGeom prst="roundRect">
            <a:avLst>
              <a:gd name="adj" fmla="val 5714"/>
            </a:avLst>
          </a:prstGeom>
          <a:solidFill>
            <a:srgbClr val="D7E7F1"/>
          </a:solidFill>
          <a:ln w="10478">
            <a:solidFill>
              <a:srgbClr val="8B9589"/>
            </a:solidFill>
            <a:prstDash val="solid"/>
          </a:ln>
        </p:spPr>
      </p:sp>
      <p:sp>
        <p:nvSpPr>
          <p:cNvPr id="1432" name="Rectangle: Rounded Corners 1431">
            <a:extLst>
              <a:ext uri="{FF2B5EF4-FFF2-40B4-BE49-F238E27FC236}">
                <a16:creationId xmlns:a16="http://schemas.microsoft.com/office/drawing/2014/main" id="{A106947F-4D9E-4F9C-94AF-D21C9E819E58}"/>
              </a:ext>
            </a:extLst>
          </p:cNvPr>
          <p:cNvSpPr>
            <a:spLocks noGrp="1"/>
          </p:cNvSpPr>
          <p:nvPr/>
        </p:nvSpPr>
        <p:spPr>
          <a:xfrm>
            <a:off x="4667250" y="1161122"/>
            <a:ext cx="3143250" cy="1333500"/>
          </a:xfrm>
          <a:prstGeom prst="roundRect">
            <a:avLst>
              <a:gd name="adj" fmla="val 5714"/>
            </a:avLst>
          </a:prstGeom>
          <a:solidFill>
            <a:srgbClr val="F7EDC8"/>
          </a:solidFill>
          <a:ln w="10478">
            <a:solidFill>
              <a:srgbClr val="8B9589"/>
            </a:solidFill>
            <a:prstDash val="solid"/>
          </a:ln>
        </p:spPr>
      </p:sp>
      <p:sp>
        <p:nvSpPr>
          <p:cNvPr id="1433" name="Rectangle: Rounded Corners 1432">
            <a:extLst>
              <a:ext uri="{FF2B5EF4-FFF2-40B4-BE49-F238E27FC236}">
                <a16:creationId xmlns:a16="http://schemas.microsoft.com/office/drawing/2014/main" id="{4154FA0B-EABF-4BA5-B811-CB33D1FF9D2D}"/>
              </a:ext>
            </a:extLst>
          </p:cNvPr>
          <p:cNvSpPr>
            <a:spLocks noGrp="1"/>
          </p:cNvSpPr>
          <p:nvPr/>
        </p:nvSpPr>
        <p:spPr>
          <a:xfrm>
            <a:off x="1333500" y="2580347"/>
            <a:ext cx="3143250" cy="1333500"/>
          </a:xfrm>
          <a:prstGeom prst="roundRect">
            <a:avLst>
              <a:gd name="adj" fmla="val 5714"/>
            </a:avLst>
          </a:prstGeom>
          <a:solidFill>
            <a:srgbClr val="E4D9EE"/>
          </a:solidFill>
          <a:ln w="10478">
            <a:solidFill>
              <a:srgbClr val="8B9589"/>
            </a:solidFill>
            <a:prstDash val="solid"/>
          </a:ln>
        </p:spPr>
      </p:sp>
      <p:sp>
        <p:nvSpPr>
          <p:cNvPr id="1434" name="Rectangle: Rounded Corners 1433">
            <a:extLst>
              <a:ext uri="{FF2B5EF4-FFF2-40B4-BE49-F238E27FC236}">
                <a16:creationId xmlns:a16="http://schemas.microsoft.com/office/drawing/2014/main" id="{B3370B66-27EC-4E19-85A4-B2E069CE19FB}"/>
              </a:ext>
            </a:extLst>
          </p:cNvPr>
          <p:cNvSpPr>
            <a:spLocks noGrp="1"/>
          </p:cNvSpPr>
          <p:nvPr/>
        </p:nvSpPr>
        <p:spPr>
          <a:xfrm>
            <a:off x="4667250" y="2580347"/>
            <a:ext cx="3143250" cy="1333500"/>
          </a:xfrm>
          <a:prstGeom prst="roundRect">
            <a:avLst>
              <a:gd name="adj" fmla="val 5714"/>
            </a:avLst>
          </a:prstGeom>
          <a:solidFill>
            <a:srgbClr val="DFF0D6"/>
          </a:solidFill>
          <a:ln w="10478">
            <a:solidFill>
              <a:srgbClr val="8B9589"/>
            </a:solidFill>
            <a:prstDash val="solid"/>
          </a:ln>
        </p:spPr>
      </p:sp>
      <p:sp>
        <p:nvSpPr>
          <p:cNvPr id="1435" name="Rectangle 1434">
            <a:extLst>
              <a:ext uri="{FF2B5EF4-FFF2-40B4-BE49-F238E27FC236}">
                <a16:creationId xmlns:a16="http://schemas.microsoft.com/office/drawing/2014/main" id="{CE1CAA4F-66C6-4DDD-8148-5C41B43B5395}"/>
              </a:ext>
            </a:extLst>
          </p:cNvPr>
          <p:cNvSpPr>
            <a:spLocks noGrp="1"/>
          </p:cNvSpPr>
          <p:nvPr/>
        </p:nvSpPr>
        <p:spPr>
          <a:xfrm>
            <a:off x="1543050" y="1332572"/>
            <a:ext cx="457200" cy="342900"/>
          </a:xfrm>
          <a:prstGeom prst="rect">
            <a:avLst/>
          </a:prstGeom>
          <a:ln w="0">
            <a:prstDash val="solid"/>
          </a:ln>
        </p:spPr>
        <p:txBody>
          <a:bodyPr lIns="28575" tIns="19050" rIns="28575" bIns="19050" anchor="ctr">
            <a:normAutofit/>
          </a:bodyPr>
          <a:lstStyle/>
          <a:p>
            <a:pPr algn="ctr">
              <a:buNone/>
              <a:defRPr sz="1500" b="1">
                <a:solidFill>
                  <a:srgbClr val="4B8D17"/>
                </a:solidFill>
                <a:latin typeface="Montserrat"/>
                <a:ea typeface="Montserrat"/>
                <a:cs typeface="Montserrat"/>
              </a:defRPr>
            </a:pPr>
            <a:r>
              <a:rPr sz="1500" b="1">
                <a:solidFill>
                  <a:srgbClr val="4B8D17"/>
                </a:solidFill>
                <a:latin typeface="Montserrat"/>
                <a:ea typeface="Montserrat"/>
                <a:cs typeface="Montserrat"/>
              </a:rPr>
              <a:t>01</a:t>
            </a:r>
          </a:p>
        </p:txBody>
      </p:sp>
      <p:sp>
        <p:nvSpPr>
          <p:cNvPr id="1436" name="Rectangle 1435">
            <a:extLst>
              <a:ext uri="{FF2B5EF4-FFF2-40B4-BE49-F238E27FC236}">
                <a16:creationId xmlns:a16="http://schemas.microsoft.com/office/drawing/2014/main" id="{AFD3344F-E9FD-4C6A-B61C-F0534E1F3C45}"/>
              </a:ext>
            </a:extLst>
          </p:cNvPr>
          <p:cNvSpPr>
            <a:spLocks noGrp="1"/>
          </p:cNvSpPr>
          <p:nvPr/>
        </p:nvSpPr>
        <p:spPr>
          <a:xfrm>
            <a:off x="2114550" y="1351622"/>
            <a:ext cx="2095500" cy="361950"/>
          </a:xfrm>
          <a:prstGeom prst="rect">
            <a:avLst/>
          </a:prstGeom>
          <a:ln w="0">
            <a:prstDash val="solid"/>
          </a:ln>
        </p:spPr>
        <p:txBody>
          <a:bodyPr lIns="28575" tIns="19050" rIns="28575" bIns="19050" anchor="ctr">
            <a:normAutofit/>
          </a:bodyPr>
          <a:lstStyle/>
          <a:p>
            <a:pPr algn="l">
              <a:buNone/>
              <a:defRPr sz="1238" b="1">
                <a:solidFill>
                  <a:srgbClr val="111410"/>
                </a:solidFill>
                <a:latin typeface="Montserrat"/>
                <a:ea typeface="Montserrat"/>
                <a:cs typeface="Montserrat"/>
              </a:defRPr>
            </a:pPr>
            <a:r>
              <a:rPr sz="1238" b="1">
                <a:solidFill>
                  <a:srgbClr val="111410"/>
                </a:solidFill>
                <a:latin typeface="Montserrat"/>
                <a:ea typeface="Montserrat"/>
                <a:cs typeface="Montserrat"/>
              </a:rPr>
              <a:t>Kiến trúc end-to-end</a:t>
            </a:r>
          </a:p>
        </p:txBody>
      </p:sp>
      <p:sp>
        <p:nvSpPr>
          <p:cNvPr id="1437" name="Rectangle 1436">
            <a:extLst>
              <a:ext uri="{FF2B5EF4-FFF2-40B4-BE49-F238E27FC236}">
                <a16:creationId xmlns:a16="http://schemas.microsoft.com/office/drawing/2014/main" id="{E7CC34C8-51AF-470E-8F89-04E8AABE03E0}"/>
              </a:ext>
            </a:extLst>
          </p:cNvPr>
          <p:cNvSpPr>
            <a:spLocks noGrp="1"/>
          </p:cNvSpPr>
          <p:nvPr/>
        </p:nvSpPr>
        <p:spPr>
          <a:xfrm>
            <a:off x="2114550" y="1780247"/>
            <a:ext cx="2095500" cy="552450"/>
          </a:xfrm>
          <a:prstGeom prst="rect">
            <a:avLst/>
          </a:prstGeom>
          <a:ln w="0">
            <a:prstDash val="solid"/>
          </a:ln>
        </p:spPr>
        <p:txBody>
          <a:bodyPr lIns="28575" tIns="19050" rIns="28575" bIns="19050" anchor="ctr">
            <a:normAutofit/>
          </a:bodyPr>
          <a:lstStyle/>
          <a:p>
            <a:pPr algn="l">
              <a:buNone/>
              <a:defRPr sz="1013" b="0">
                <a:solidFill>
                  <a:srgbClr val="526052"/>
                </a:solidFill>
                <a:latin typeface="Montserrat"/>
                <a:ea typeface="Montserrat"/>
                <a:cs typeface="Montserrat"/>
              </a:defRPr>
            </a:pPr>
            <a:r>
              <a:rPr sz="1013" b="0">
                <a:solidFill>
                  <a:srgbClr val="526052"/>
                </a:solidFill>
                <a:latin typeface="Montserrat"/>
                <a:ea typeface="Montserrat"/>
                <a:cs typeface="Montserrat"/>
              </a:rPr>
              <a:t>Hai chế độ, ownership và vòng đời riêng.</a:t>
            </a:r>
          </a:p>
        </p:txBody>
      </p:sp>
      <p:sp>
        <p:nvSpPr>
          <p:cNvPr id="1438" name="Rectangle 1437">
            <a:extLst>
              <a:ext uri="{FF2B5EF4-FFF2-40B4-BE49-F238E27FC236}">
                <a16:creationId xmlns:a16="http://schemas.microsoft.com/office/drawing/2014/main" id="{5340AB09-06D8-45A4-8610-1BB8D19575DB}"/>
              </a:ext>
            </a:extLst>
          </p:cNvPr>
          <p:cNvSpPr>
            <a:spLocks noGrp="1"/>
          </p:cNvSpPr>
          <p:nvPr/>
        </p:nvSpPr>
        <p:spPr>
          <a:xfrm>
            <a:off x="4876800" y="1332572"/>
            <a:ext cx="457200" cy="342900"/>
          </a:xfrm>
          <a:prstGeom prst="rect">
            <a:avLst/>
          </a:prstGeom>
          <a:ln w="0">
            <a:prstDash val="solid"/>
          </a:ln>
        </p:spPr>
        <p:txBody>
          <a:bodyPr lIns="28575" tIns="19050" rIns="28575" bIns="19050" anchor="ctr">
            <a:normAutofit/>
          </a:bodyPr>
          <a:lstStyle/>
          <a:p>
            <a:pPr algn="ctr">
              <a:buNone/>
              <a:defRPr sz="1500" b="1">
                <a:solidFill>
                  <a:srgbClr val="4B8D17"/>
                </a:solidFill>
                <a:latin typeface="Montserrat"/>
                <a:ea typeface="Montserrat"/>
                <a:cs typeface="Montserrat"/>
              </a:defRPr>
            </a:pPr>
            <a:r>
              <a:rPr sz="1500" b="1">
                <a:solidFill>
                  <a:srgbClr val="4B8D17"/>
                </a:solidFill>
                <a:latin typeface="Montserrat"/>
                <a:ea typeface="Montserrat"/>
                <a:cs typeface="Montserrat"/>
              </a:rPr>
              <a:t>02</a:t>
            </a:r>
          </a:p>
        </p:txBody>
      </p:sp>
      <p:sp>
        <p:nvSpPr>
          <p:cNvPr id="1439" name="Rectangle 1438">
            <a:extLst>
              <a:ext uri="{FF2B5EF4-FFF2-40B4-BE49-F238E27FC236}">
                <a16:creationId xmlns:a16="http://schemas.microsoft.com/office/drawing/2014/main" id="{16736FB5-364B-4EDB-AACA-253506C3A967}"/>
              </a:ext>
            </a:extLst>
          </p:cNvPr>
          <p:cNvSpPr>
            <a:spLocks noGrp="1"/>
          </p:cNvSpPr>
          <p:nvPr/>
        </p:nvSpPr>
        <p:spPr>
          <a:xfrm>
            <a:off x="5448300" y="1351622"/>
            <a:ext cx="2095500" cy="361950"/>
          </a:xfrm>
          <a:prstGeom prst="rect">
            <a:avLst/>
          </a:prstGeom>
          <a:ln w="0">
            <a:prstDash val="solid"/>
          </a:ln>
        </p:spPr>
        <p:txBody>
          <a:bodyPr lIns="28575" tIns="19050" rIns="28575" bIns="19050" anchor="ctr">
            <a:normAutofit/>
          </a:bodyPr>
          <a:lstStyle/>
          <a:p>
            <a:pPr algn="l">
              <a:buNone/>
              <a:defRPr sz="1238" b="1">
                <a:solidFill>
                  <a:srgbClr val="111410"/>
                </a:solidFill>
                <a:latin typeface="Montserrat"/>
                <a:ea typeface="Montserrat"/>
                <a:cs typeface="Montserrat"/>
              </a:defRPr>
            </a:pPr>
            <a:r>
              <a:rPr sz="1238" b="1">
                <a:solidFill>
                  <a:srgbClr val="111410"/>
                </a:solidFill>
                <a:latin typeface="Montserrat"/>
                <a:ea typeface="Montserrat"/>
                <a:cs typeface="Montserrat"/>
              </a:rPr>
              <a:t>Grounded LLM</a:t>
            </a:r>
          </a:p>
        </p:txBody>
      </p:sp>
      <p:sp>
        <p:nvSpPr>
          <p:cNvPr id="1440" name="Rectangle 1439">
            <a:extLst>
              <a:ext uri="{FF2B5EF4-FFF2-40B4-BE49-F238E27FC236}">
                <a16:creationId xmlns:a16="http://schemas.microsoft.com/office/drawing/2014/main" id="{5051BF8E-2170-4B2A-A921-3F63D5B6D9DE}"/>
              </a:ext>
            </a:extLst>
          </p:cNvPr>
          <p:cNvSpPr>
            <a:spLocks noGrp="1"/>
          </p:cNvSpPr>
          <p:nvPr/>
        </p:nvSpPr>
        <p:spPr>
          <a:xfrm>
            <a:off x="5448300" y="1780247"/>
            <a:ext cx="2095500" cy="552450"/>
          </a:xfrm>
          <a:prstGeom prst="rect">
            <a:avLst/>
          </a:prstGeom>
          <a:ln w="0">
            <a:prstDash val="solid"/>
          </a:ln>
        </p:spPr>
        <p:txBody>
          <a:bodyPr lIns="28575" tIns="19050" rIns="28575" bIns="19050" anchor="ctr">
            <a:normAutofit/>
          </a:bodyPr>
          <a:lstStyle/>
          <a:p>
            <a:pPr algn="l">
              <a:buNone/>
              <a:defRPr sz="1013" b="0">
                <a:solidFill>
                  <a:srgbClr val="526052"/>
                </a:solidFill>
                <a:latin typeface="Montserrat"/>
                <a:ea typeface="Montserrat"/>
                <a:cs typeface="Montserrat"/>
              </a:defRPr>
            </a:pPr>
            <a:r>
              <a:rPr sz="1013" b="0">
                <a:solidFill>
                  <a:srgbClr val="526052"/>
                </a:solidFill>
                <a:latin typeface="Montserrat"/>
                <a:ea typeface="Montserrat"/>
                <a:cs typeface="Montserrat"/>
              </a:rPr>
              <a:t>Hybrid retrieval, schema và allow-list.</a:t>
            </a:r>
          </a:p>
        </p:txBody>
      </p:sp>
      <p:sp>
        <p:nvSpPr>
          <p:cNvPr id="1441" name="Rectangle 1440">
            <a:extLst>
              <a:ext uri="{FF2B5EF4-FFF2-40B4-BE49-F238E27FC236}">
                <a16:creationId xmlns:a16="http://schemas.microsoft.com/office/drawing/2014/main" id="{5761ADE0-B82C-492B-970E-A639BC594DC4}"/>
              </a:ext>
            </a:extLst>
          </p:cNvPr>
          <p:cNvSpPr>
            <a:spLocks noGrp="1"/>
          </p:cNvSpPr>
          <p:nvPr/>
        </p:nvSpPr>
        <p:spPr>
          <a:xfrm>
            <a:off x="1543050" y="2751797"/>
            <a:ext cx="457200" cy="342900"/>
          </a:xfrm>
          <a:prstGeom prst="rect">
            <a:avLst/>
          </a:prstGeom>
          <a:ln w="0">
            <a:prstDash val="solid"/>
          </a:ln>
        </p:spPr>
        <p:txBody>
          <a:bodyPr lIns="28575" tIns="19050" rIns="28575" bIns="19050" anchor="ctr">
            <a:normAutofit/>
          </a:bodyPr>
          <a:lstStyle/>
          <a:p>
            <a:pPr algn="ctr">
              <a:buNone/>
              <a:defRPr sz="1500" b="1">
                <a:solidFill>
                  <a:srgbClr val="4B8D17"/>
                </a:solidFill>
                <a:latin typeface="Montserrat"/>
                <a:ea typeface="Montserrat"/>
                <a:cs typeface="Montserrat"/>
              </a:defRPr>
            </a:pPr>
            <a:r>
              <a:rPr sz="1500" b="1">
                <a:solidFill>
                  <a:srgbClr val="4B8D17"/>
                </a:solidFill>
                <a:latin typeface="Montserrat"/>
                <a:ea typeface="Montserrat"/>
                <a:cs typeface="Montserrat"/>
              </a:rPr>
              <a:t>03</a:t>
            </a:r>
          </a:p>
        </p:txBody>
      </p:sp>
      <p:sp>
        <p:nvSpPr>
          <p:cNvPr id="1442" name="Rectangle 1441">
            <a:extLst>
              <a:ext uri="{FF2B5EF4-FFF2-40B4-BE49-F238E27FC236}">
                <a16:creationId xmlns:a16="http://schemas.microsoft.com/office/drawing/2014/main" id="{11F92381-9D02-466F-BA46-419FD15DAD41}"/>
              </a:ext>
            </a:extLst>
          </p:cNvPr>
          <p:cNvSpPr>
            <a:spLocks noGrp="1"/>
          </p:cNvSpPr>
          <p:nvPr/>
        </p:nvSpPr>
        <p:spPr>
          <a:xfrm>
            <a:off x="2114550" y="2770847"/>
            <a:ext cx="2095500" cy="361950"/>
          </a:xfrm>
          <a:prstGeom prst="rect">
            <a:avLst/>
          </a:prstGeom>
          <a:ln w="0">
            <a:prstDash val="solid"/>
          </a:ln>
        </p:spPr>
        <p:txBody>
          <a:bodyPr lIns="28575" tIns="19050" rIns="28575" bIns="19050" anchor="ctr">
            <a:normAutofit/>
          </a:bodyPr>
          <a:lstStyle/>
          <a:p>
            <a:pPr algn="l">
              <a:buNone/>
              <a:defRPr sz="1238" b="1">
                <a:solidFill>
                  <a:srgbClr val="111410"/>
                </a:solidFill>
                <a:latin typeface="Montserrat"/>
                <a:ea typeface="Montserrat"/>
                <a:cs typeface="Montserrat"/>
              </a:defRPr>
            </a:pPr>
            <a:r>
              <a:rPr sz="1238" b="1">
                <a:solidFill>
                  <a:srgbClr val="111410"/>
                </a:solidFill>
                <a:latin typeface="Montserrat"/>
                <a:ea typeface="Montserrat"/>
                <a:cs typeface="Montserrat"/>
              </a:rPr>
              <a:t>Speech có fallback</a:t>
            </a:r>
          </a:p>
        </p:txBody>
      </p:sp>
      <p:sp>
        <p:nvSpPr>
          <p:cNvPr id="1443" name="Rectangle 1442">
            <a:extLst>
              <a:ext uri="{FF2B5EF4-FFF2-40B4-BE49-F238E27FC236}">
                <a16:creationId xmlns:a16="http://schemas.microsoft.com/office/drawing/2014/main" id="{6B5EE027-1F96-4F43-8D55-79D19CF480BF}"/>
              </a:ext>
            </a:extLst>
          </p:cNvPr>
          <p:cNvSpPr>
            <a:spLocks noGrp="1"/>
          </p:cNvSpPr>
          <p:nvPr/>
        </p:nvSpPr>
        <p:spPr>
          <a:xfrm>
            <a:off x="2114550" y="3199472"/>
            <a:ext cx="2095500" cy="552450"/>
          </a:xfrm>
          <a:prstGeom prst="rect">
            <a:avLst/>
          </a:prstGeom>
          <a:ln w="0">
            <a:prstDash val="solid"/>
          </a:ln>
        </p:spPr>
        <p:txBody>
          <a:bodyPr lIns="28575" tIns="19050" rIns="28575" bIns="19050" anchor="ctr">
            <a:normAutofit/>
          </a:bodyPr>
          <a:lstStyle/>
          <a:p>
            <a:pPr algn="l">
              <a:buNone/>
              <a:defRPr sz="1013" b="0">
                <a:solidFill>
                  <a:srgbClr val="526052"/>
                </a:solidFill>
                <a:latin typeface="Montserrat"/>
                <a:ea typeface="Montserrat"/>
                <a:cs typeface="Montserrat"/>
              </a:defRPr>
            </a:pPr>
            <a:r>
              <a:rPr sz="1013" b="0">
                <a:solidFill>
                  <a:srgbClr val="526052"/>
                </a:solidFill>
                <a:latin typeface="Montserrat"/>
                <a:ea typeface="Montserrat"/>
                <a:cs typeface="Montserrat"/>
              </a:rPr>
              <a:t>Streaming, batch và quan sát an toàn.</a:t>
            </a:r>
          </a:p>
        </p:txBody>
      </p:sp>
      <p:sp>
        <p:nvSpPr>
          <p:cNvPr id="1444" name="Rectangle 1443">
            <a:extLst>
              <a:ext uri="{FF2B5EF4-FFF2-40B4-BE49-F238E27FC236}">
                <a16:creationId xmlns:a16="http://schemas.microsoft.com/office/drawing/2014/main" id="{EB9296B6-92A4-47CD-807E-434A1B4F7AA9}"/>
              </a:ext>
            </a:extLst>
          </p:cNvPr>
          <p:cNvSpPr>
            <a:spLocks noGrp="1"/>
          </p:cNvSpPr>
          <p:nvPr/>
        </p:nvSpPr>
        <p:spPr>
          <a:xfrm>
            <a:off x="4876800" y="2751797"/>
            <a:ext cx="457200" cy="342900"/>
          </a:xfrm>
          <a:prstGeom prst="rect">
            <a:avLst/>
          </a:prstGeom>
          <a:ln w="0">
            <a:prstDash val="solid"/>
          </a:ln>
        </p:spPr>
        <p:txBody>
          <a:bodyPr lIns="28575" tIns="19050" rIns="28575" bIns="19050" anchor="ctr">
            <a:normAutofit/>
          </a:bodyPr>
          <a:lstStyle/>
          <a:p>
            <a:pPr algn="ctr">
              <a:buNone/>
              <a:defRPr sz="1500" b="1">
                <a:solidFill>
                  <a:srgbClr val="4B8D17"/>
                </a:solidFill>
                <a:latin typeface="Montserrat"/>
                <a:ea typeface="Montserrat"/>
                <a:cs typeface="Montserrat"/>
              </a:defRPr>
            </a:pPr>
            <a:r>
              <a:rPr sz="1500" b="1">
                <a:solidFill>
                  <a:srgbClr val="4B8D17"/>
                </a:solidFill>
                <a:latin typeface="Montserrat"/>
                <a:ea typeface="Montserrat"/>
                <a:cs typeface="Montserrat"/>
              </a:rPr>
              <a:t>04</a:t>
            </a:r>
          </a:p>
        </p:txBody>
      </p:sp>
      <p:sp>
        <p:nvSpPr>
          <p:cNvPr id="1445" name="Rectangle 1444">
            <a:extLst>
              <a:ext uri="{FF2B5EF4-FFF2-40B4-BE49-F238E27FC236}">
                <a16:creationId xmlns:a16="http://schemas.microsoft.com/office/drawing/2014/main" id="{B9D1F1DD-B568-47B4-84C8-6D96F459AF61}"/>
              </a:ext>
            </a:extLst>
          </p:cNvPr>
          <p:cNvSpPr>
            <a:spLocks noGrp="1"/>
          </p:cNvSpPr>
          <p:nvPr/>
        </p:nvSpPr>
        <p:spPr>
          <a:xfrm>
            <a:off x="5448300" y="2770847"/>
            <a:ext cx="2095500" cy="361950"/>
          </a:xfrm>
          <a:prstGeom prst="rect">
            <a:avLst/>
          </a:prstGeom>
          <a:ln w="0">
            <a:prstDash val="solid"/>
          </a:ln>
        </p:spPr>
        <p:txBody>
          <a:bodyPr lIns="28575" tIns="19050" rIns="28575" bIns="19050" anchor="ctr">
            <a:normAutofit/>
          </a:bodyPr>
          <a:lstStyle/>
          <a:p>
            <a:pPr algn="l">
              <a:buNone/>
              <a:defRPr sz="1238" b="1">
                <a:solidFill>
                  <a:srgbClr val="111410"/>
                </a:solidFill>
                <a:latin typeface="Montserrat"/>
                <a:ea typeface="Montserrat"/>
                <a:cs typeface="Montserrat"/>
              </a:defRPr>
            </a:pPr>
            <a:r>
              <a:rPr sz="1238" b="1">
                <a:solidFill>
                  <a:srgbClr val="111410"/>
                </a:solidFill>
                <a:latin typeface="Montserrat"/>
                <a:ea typeface="Montserrat"/>
                <a:cs typeface="Montserrat"/>
              </a:rPr>
              <a:t>Corpus provenance</a:t>
            </a:r>
          </a:p>
        </p:txBody>
      </p:sp>
      <p:sp>
        <p:nvSpPr>
          <p:cNvPr id="1446" name="Rectangle 1445">
            <a:extLst>
              <a:ext uri="{FF2B5EF4-FFF2-40B4-BE49-F238E27FC236}">
                <a16:creationId xmlns:a16="http://schemas.microsoft.com/office/drawing/2014/main" id="{293B4D2B-4B7C-4069-AB01-198ADCBEC5D3}"/>
              </a:ext>
            </a:extLst>
          </p:cNvPr>
          <p:cNvSpPr>
            <a:spLocks noGrp="1"/>
          </p:cNvSpPr>
          <p:nvPr/>
        </p:nvSpPr>
        <p:spPr>
          <a:xfrm>
            <a:off x="5448300" y="3199472"/>
            <a:ext cx="2095500" cy="552450"/>
          </a:xfrm>
          <a:prstGeom prst="rect">
            <a:avLst/>
          </a:prstGeom>
          <a:ln w="0">
            <a:prstDash val="solid"/>
          </a:ln>
        </p:spPr>
        <p:txBody>
          <a:bodyPr lIns="28575" tIns="19050" rIns="28575" bIns="19050" anchor="ctr">
            <a:normAutofit/>
          </a:bodyPr>
          <a:lstStyle/>
          <a:p>
            <a:pPr algn="l">
              <a:buNone/>
              <a:defRPr sz="1013" b="0">
                <a:solidFill>
                  <a:srgbClr val="526052"/>
                </a:solidFill>
                <a:latin typeface="Montserrat"/>
                <a:ea typeface="Montserrat"/>
                <a:cs typeface="Montserrat"/>
              </a:defRPr>
            </a:pPr>
            <a:r>
              <a:rPr sz="1013" b="0">
                <a:solidFill>
                  <a:srgbClr val="526052"/>
                </a:solidFill>
                <a:latin typeface="Montserrat"/>
                <a:ea typeface="Montserrat"/>
                <a:cs typeface="Montserrat"/>
              </a:rPr>
              <a:t>86 rule: evidence khác blueprint.</a:t>
            </a:r>
          </a:p>
        </p:txBody>
      </p:sp>
      <p:sp>
        <p:nvSpPr>
          <p:cNvPr id="1447" name="TextBox 1446"/>
          <p:cNvSpPr txBox="1"/>
          <p:nvPr/>
        </p:nvSpPr>
        <p:spPr>
          <a:xfrm>
            <a:off x="713225" y="200000"/>
            <a:ext cx="1200000" cy="260000"/>
          </a:xfrm>
          <a:prstGeom prst="rect">
            <a:avLst/>
          </a:prstGeom>
          <a:noFill/>
        </p:spPr>
        <p:txBody>
          <a:bodyPr wrap="none" lIns="0" tIns="0">
            <a:spAutoFit/>
          </a:bodyPr>
          <a:lstStyle/>
          <a:p>
            <a:pPr>
              <a:defRPr sz="1100" b="1">
                <a:solidFill>
                  <a:srgbClr val="4B8D17"/>
                </a:solidFill>
                <a:latin typeface="Montserrat"/>
              </a:defRPr>
            </a:pPr>
            <a:r>
              <a:t>#06</a:t>
            </a:r>
          </a:p>
        </p:txBody>
      </p:sp>
    </p:spTree>
    <p:extLst>
      <p:ext uri="{BB962C8B-B14F-4D97-AF65-F5344CB8AC3E}">
        <p14:creationId xmlns:p14="http://schemas.microsoft.com/office/powerpoint/2010/main" val="57462649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E8F3E5"/>
        </a:solidFill>
        <a:effectLst/>
      </p:bgPr>
    </p:bg>
    <p:spTree>
      <p:nvGrpSpPr>
        <p:cNvPr id="1" name=""/>
        <p:cNvGrpSpPr/>
        <p:nvPr/>
      </p:nvGrpSpPr>
      <p:grpSpPr>
        <a:xfrm>
          <a:off x="0" y="0"/>
          <a:ext cx="0" cy="0"/>
          <a:chOff x="0" y="0"/>
          <a:chExt cx="0" cy="0"/>
        </a:xfrm>
      </p:grpSpPr>
      <p:sp>
        <p:nvSpPr>
          <p:cNvPr id="948" name="Google Shape;948;p91">
            <a:extLst>
              <a:ext uri="{FF2B5EF4-FFF2-40B4-BE49-F238E27FC236}">
                <a16:creationId xmlns:a16="http://schemas.microsoft.com/office/drawing/2014/main" id="{AA5FC3E1-CBE8-4BE8-B739-354116B2AFDB}"/>
              </a:ext>
            </a:extLst>
          </p:cNvPr>
          <p:cNvSpPr>
            <a:spLocks noGrp="1"/>
          </p:cNvSpPr>
          <p:nvPr>
            <p:ph type="title"/>
          </p:nvPr>
        </p:nvSpPr>
        <p:spPr>
          <a:xfrm>
            <a:off x="713225" y="445025"/>
            <a:ext cx="7717500" cy="572700"/>
          </a:xfrm>
          <a:prstGeom prst="rect">
            <a:avLst/>
          </a:prstGeom>
        </p:spPr>
        <p:txBody>
          <a:bodyPr spcFirstLastPara="1" wrap="square" lIns="91425" tIns="91425" rIns="91425" bIns="91425" anchor="t">
            <a:noAutofit/>
          </a:bodyPr>
          <a:lstStyle/>
          <a:p>
            <a:pPr marL="0" lvl="0" indent="0" algn="l">
              <a:spcBef>
                <a:spcPts val="0"/>
              </a:spcBef>
              <a:spcAft>
                <a:spcPts val="0"/>
              </a:spcAft>
              <a:buNone/>
              <a:defRPr sz="1800" b="1">
                <a:solidFill>
                  <a:srgbClr val="111410"/>
                </a:solidFill>
                <a:latin typeface="Cambria"/>
                <a:ea typeface="Cambria"/>
                <a:cs typeface="Cambria"/>
              </a:defRPr>
            </a:pPr>
            <a:r>
              <a:rPr sz="1800" b="1">
                <a:solidFill>
                  <a:srgbClr val="111410"/>
                </a:solidFill>
                <a:latin typeface="Cambria"/>
                <a:ea typeface="Cambria"/>
                <a:cs typeface="Cambria"/>
              </a:rPr>
              <a:t>Bốn cổng kiểm soát trước khi mở rộng tự động hóa</a:t>
            </a:r>
            <a:endParaRPr/>
          </a:p>
        </p:txBody>
      </p:sp>
      <p:sp>
        <p:nvSpPr>
          <p:cNvPr id="949" name="Google Shape;949;p91">
            <a:extLst>
              <a:ext uri="{FF2B5EF4-FFF2-40B4-BE49-F238E27FC236}">
                <a16:creationId xmlns:a16="http://schemas.microsoft.com/office/drawing/2014/main" id="{900CE7DC-2FE5-489D-A564-2A437FD25912}"/>
              </a:ext>
            </a:extLst>
          </p:cNvPr>
          <p:cNvSpPr>
            <a:spLocks noGrp="1"/>
          </p:cNvSpPr>
          <p:nvPr/>
        </p:nvSpPr>
        <p:spPr>
          <a:xfrm>
            <a:off x="6762750" y="1821350"/>
            <a:ext cx="1714500" cy="628650"/>
          </a:xfrm>
          <a:prstGeom prst="rect">
            <a:avLst/>
          </a:prstGeom>
          <a:noFill/>
          <a:ln>
            <a:noFill/>
          </a:ln>
        </p:spPr>
        <p:txBody>
          <a:bodyPr spcFirstLastPara="1" wrap="square" lIns="91425" tIns="91425" rIns="91425" bIns="91425" anchor="t">
            <a:noAutofit/>
          </a:bodyPr>
          <a:lstStyle/>
          <a:p>
            <a:pPr marL="0" lvl="0" indent="0" algn="ctr">
              <a:spcBef>
                <a:spcPts val="0"/>
              </a:spcBef>
              <a:spcAft>
                <a:spcPts val="0"/>
              </a:spcAft>
              <a:buNone/>
              <a:defRPr sz="1050" b="0">
                <a:solidFill>
                  <a:srgbClr val="526052"/>
                </a:solidFill>
                <a:latin typeface="Montserrat"/>
                <a:ea typeface="Montserrat"/>
                <a:cs typeface="Montserrat"/>
              </a:defRPr>
            </a:pPr>
            <a:r>
              <a:rPr sz="1050" b="0">
                <a:solidFill>
                  <a:srgbClr val="526052"/>
                </a:solidFill>
                <a:latin typeface="Montserrat"/>
                <a:ea typeface="Montserrat"/>
                <a:cs typeface="Montserrat"/>
              </a:rPr>
              <a:t>Validity, fairness, legal review</a:t>
            </a:r>
            <a:endParaRPr>
              <a:solidFill>
                <a:schemeClr val="dk1"/>
              </a:solidFill>
              <a:latin typeface="Montserrat"/>
              <a:ea typeface="Montserrat"/>
              <a:cs typeface="Montserrat"/>
            </a:endParaRPr>
          </a:p>
        </p:txBody>
      </p:sp>
      <p:sp>
        <p:nvSpPr>
          <p:cNvPr id="950" name="Google Shape;950;p91">
            <a:extLst>
              <a:ext uri="{FF2B5EF4-FFF2-40B4-BE49-F238E27FC236}">
                <a16:creationId xmlns:a16="http://schemas.microsoft.com/office/drawing/2014/main" id="{BEEAB31E-9846-482A-BBC3-6EDE3334C5CD}"/>
              </a:ext>
            </a:extLst>
          </p:cNvPr>
          <p:cNvSpPr>
            <a:spLocks noGrp="1"/>
          </p:cNvSpPr>
          <p:nvPr/>
        </p:nvSpPr>
        <p:spPr>
          <a:xfrm>
            <a:off x="2667000" y="1821350"/>
            <a:ext cx="1714500" cy="628650"/>
          </a:xfrm>
          <a:prstGeom prst="rect">
            <a:avLst/>
          </a:prstGeom>
          <a:noFill/>
          <a:ln>
            <a:noFill/>
          </a:ln>
        </p:spPr>
        <p:txBody>
          <a:bodyPr spcFirstLastPara="1" wrap="square" lIns="91425" tIns="91425" rIns="91425" bIns="91425" anchor="t">
            <a:noAutofit/>
          </a:bodyPr>
          <a:lstStyle/>
          <a:p>
            <a:pPr marL="0" lvl="0" indent="0" algn="ctr">
              <a:spcBef>
                <a:spcPts val="0"/>
              </a:spcBef>
              <a:spcAft>
                <a:spcPts val="0"/>
              </a:spcAft>
              <a:buClr>
                <a:schemeClr val="dk2"/>
              </a:buClr>
              <a:buSzPts val="1100"/>
              <a:buFont typeface="Arial"/>
              <a:buNone/>
              <a:defRPr sz="1050" b="0">
                <a:solidFill>
                  <a:srgbClr val="526052"/>
                </a:solidFill>
                <a:latin typeface="Montserrat"/>
                <a:ea typeface="Montserrat"/>
                <a:cs typeface="Montserrat"/>
              </a:defRPr>
            </a:pPr>
            <a:r>
              <a:rPr sz="1050" b="0">
                <a:solidFill>
                  <a:srgbClr val="526052"/>
                </a:solidFill>
                <a:latin typeface="Montserrat"/>
                <a:ea typeface="Montserrat"/>
                <a:cs typeface="Montserrat"/>
              </a:rPr>
              <a:t>1–2 profile có SME, BARS</a:t>
            </a:r>
            <a:endParaRPr>
              <a:solidFill>
                <a:schemeClr val="dk1"/>
              </a:solidFill>
              <a:latin typeface="Montserrat"/>
              <a:ea typeface="Montserrat"/>
              <a:cs typeface="Montserrat"/>
            </a:endParaRPr>
          </a:p>
        </p:txBody>
      </p:sp>
      <p:sp>
        <p:nvSpPr>
          <p:cNvPr id="951" name="Google Shape;951;p91">
            <a:extLst>
              <a:ext uri="{FF2B5EF4-FFF2-40B4-BE49-F238E27FC236}">
                <a16:creationId xmlns:a16="http://schemas.microsoft.com/office/drawing/2014/main" id="{2F706B36-FFE7-4D4F-8CF7-E1E70E547FC8}"/>
              </a:ext>
            </a:extLst>
          </p:cNvPr>
          <p:cNvSpPr>
            <a:spLocks noGrp="1"/>
          </p:cNvSpPr>
          <p:nvPr/>
        </p:nvSpPr>
        <p:spPr>
          <a:xfrm>
            <a:off x="4714875" y="3278675"/>
            <a:ext cx="1714500" cy="381000"/>
          </a:xfrm>
          <a:prstGeom prst="rect">
            <a:avLst/>
          </a:prstGeom>
          <a:noFill/>
          <a:ln>
            <a:noFill/>
          </a:ln>
        </p:spPr>
        <p:txBody>
          <a:bodyPr spcFirstLastPara="1" wrap="square" lIns="91425" tIns="91425" rIns="91425" bIns="91425" anchor="ctr">
            <a:noAutofit/>
          </a:bodyPr>
          <a:lstStyle/>
          <a:p>
            <a:pPr marL="0" lvl="0" indent="0" algn="ctr">
              <a:spcBef>
                <a:spcPts val="0"/>
              </a:spcBef>
              <a:spcAft>
                <a:spcPts val="0"/>
              </a:spcAft>
              <a:buNone/>
              <a:defRPr sz="1425" b="1">
                <a:solidFill>
                  <a:srgbClr val="111410"/>
                </a:solidFill>
                <a:latin typeface="Montserrat"/>
                <a:ea typeface="Montserrat"/>
                <a:cs typeface="Montserrat"/>
              </a:defRPr>
            </a:pPr>
            <a:r>
              <a:rPr sz="1425" b="1">
                <a:solidFill>
                  <a:srgbClr val="111410"/>
                </a:solidFill>
                <a:latin typeface="Montserrat"/>
                <a:ea typeface="Montserrat"/>
                <a:cs typeface="Montserrat"/>
              </a:rPr>
              <a:t>Decision support</a:t>
            </a:r>
            <a:endParaRPr sz="2400">
              <a:solidFill>
                <a:schemeClr val="dk1"/>
              </a:solidFill>
              <a:latin typeface="Cambria"/>
              <a:ea typeface="Cambria"/>
              <a:cs typeface="Cambria"/>
            </a:endParaRPr>
          </a:p>
        </p:txBody>
      </p:sp>
      <p:sp>
        <p:nvSpPr>
          <p:cNvPr id="952" name="Google Shape;952;p91">
            <a:extLst>
              <a:ext uri="{FF2B5EF4-FFF2-40B4-BE49-F238E27FC236}">
                <a16:creationId xmlns:a16="http://schemas.microsoft.com/office/drawing/2014/main" id="{50020273-8937-464F-BBE8-37E4821F4E79}"/>
              </a:ext>
            </a:extLst>
          </p:cNvPr>
          <p:cNvSpPr>
            <a:spLocks noGrp="1"/>
          </p:cNvSpPr>
          <p:nvPr/>
        </p:nvSpPr>
        <p:spPr>
          <a:xfrm>
            <a:off x="4714875" y="3678725"/>
            <a:ext cx="1714500" cy="628650"/>
          </a:xfrm>
          <a:prstGeom prst="rect">
            <a:avLst/>
          </a:prstGeom>
          <a:noFill/>
          <a:ln>
            <a:noFill/>
          </a:ln>
        </p:spPr>
        <p:txBody>
          <a:bodyPr spcFirstLastPara="1" wrap="square" lIns="91425" tIns="91425" rIns="91425" bIns="91425" anchor="t">
            <a:noAutofit/>
          </a:bodyPr>
          <a:lstStyle/>
          <a:p>
            <a:pPr marL="0" lvl="0" indent="0" algn="ctr">
              <a:spcBef>
                <a:spcPts val="0"/>
              </a:spcBef>
              <a:spcAft>
                <a:spcPts val="0"/>
              </a:spcAft>
              <a:buNone/>
              <a:defRPr sz="1050" b="0">
                <a:solidFill>
                  <a:srgbClr val="526052"/>
                </a:solidFill>
                <a:latin typeface="Montserrat"/>
                <a:ea typeface="Montserrat"/>
                <a:cs typeface="Montserrat"/>
              </a:defRPr>
            </a:pPr>
            <a:r>
              <a:rPr sz="1050" b="0">
                <a:solidFill>
                  <a:srgbClr val="526052"/>
                </a:solidFill>
                <a:latin typeface="Montserrat"/>
                <a:ea typeface="Montserrat"/>
                <a:cs typeface="Montserrat"/>
              </a:rPr>
              <a:t>Evidence-first; không auto-reject</a:t>
            </a:r>
            <a:endParaRPr>
              <a:solidFill>
                <a:schemeClr val="dk1"/>
              </a:solidFill>
              <a:latin typeface="Montserrat"/>
              <a:ea typeface="Montserrat"/>
              <a:cs typeface="Montserrat"/>
            </a:endParaRPr>
          </a:p>
        </p:txBody>
      </p:sp>
      <p:sp>
        <p:nvSpPr>
          <p:cNvPr id="953" name="Google Shape;953;p91">
            <a:extLst>
              <a:ext uri="{FF2B5EF4-FFF2-40B4-BE49-F238E27FC236}">
                <a16:creationId xmlns:a16="http://schemas.microsoft.com/office/drawing/2014/main" id="{66B2BEBE-EBBA-4359-BB69-D808DCB73E10}"/>
              </a:ext>
            </a:extLst>
          </p:cNvPr>
          <p:cNvSpPr>
            <a:spLocks noGrp="1"/>
          </p:cNvSpPr>
          <p:nvPr/>
        </p:nvSpPr>
        <p:spPr>
          <a:xfrm>
            <a:off x="619125" y="3278675"/>
            <a:ext cx="1714500" cy="381000"/>
          </a:xfrm>
          <a:prstGeom prst="rect">
            <a:avLst/>
          </a:prstGeom>
          <a:noFill/>
          <a:ln>
            <a:noFill/>
          </a:ln>
        </p:spPr>
        <p:txBody>
          <a:bodyPr spcFirstLastPara="1" wrap="square" lIns="91425" tIns="91425" rIns="91425" bIns="91425" anchor="ctr">
            <a:noAutofit/>
          </a:bodyPr>
          <a:lstStyle/>
          <a:p>
            <a:pPr marL="0" lvl="0" indent="0" algn="ctr">
              <a:spcBef>
                <a:spcPts val="0"/>
              </a:spcBef>
              <a:spcAft>
                <a:spcPts val="0"/>
              </a:spcAft>
              <a:buNone/>
              <a:defRPr sz="1425" b="1">
                <a:solidFill>
                  <a:srgbClr val="111410"/>
                </a:solidFill>
                <a:latin typeface="Montserrat"/>
                <a:ea typeface="Montserrat"/>
                <a:cs typeface="Montserrat"/>
              </a:defRPr>
            </a:pPr>
            <a:r>
              <a:rPr sz="1425" b="1">
                <a:solidFill>
                  <a:srgbClr val="111410"/>
                </a:solidFill>
                <a:latin typeface="Montserrat"/>
                <a:ea typeface="Montserrat"/>
                <a:cs typeface="Montserrat"/>
              </a:rPr>
              <a:t>Practice hardening</a:t>
            </a:r>
            <a:endParaRPr sz="2400">
              <a:solidFill>
                <a:schemeClr val="dk1"/>
              </a:solidFill>
              <a:latin typeface="Cambria"/>
              <a:ea typeface="Cambria"/>
              <a:cs typeface="Cambria"/>
            </a:endParaRPr>
          </a:p>
        </p:txBody>
      </p:sp>
      <p:sp>
        <p:nvSpPr>
          <p:cNvPr id="954" name="Google Shape;954;p91">
            <a:extLst>
              <a:ext uri="{FF2B5EF4-FFF2-40B4-BE49-F238E27FC236}">
                <a16:creationId xmlns:a16="http://schemas.microsoft.com/office/drawing/2014/main" id="{B58B84BE-A32F-4A56-A6CD-CB8EC254205F}"/>
              </a:ext>
            </a:extLst>
          </p:cNvPr>
          <p:cNvSpPr>
            <a:spLocks noGrp="1"/>
          </p:cNvSpPr>
          <p:nvPr/>
        </p:nvSpPr>
        <p:spPr>
          <a:xfrm>
            <a:off x="619125" y="3678725"/>
            <a:ext cx="1714500" cy="628650"/>
          </a:xfrm>
          <a:prstGeom prst="rect">
            <a:avLst/>
          </a:prstGeom>
          <a:noFill/>
          <a:ln>
            <a:noFill/>
          </a:ln>
        </p:spPr>
        <p:txBody>
          <a:bodyPr spcFirstLastPara="1" wrap="square" lIns="91425" tIns="91425" rIns="91425" bIns="91425" anchor="t">
            <a:noAutofit/>
          </a:bodyPr>
          <a:lstStyle/>
          <a:p>
            <a:pPr marL="0" lvl="0" indent="0" algn="ctr">
              <a:spcBef>
                <a:spcPts val="0"/>
              </a:spcBef>
              <a:spcAft>
                <a:spcPts val="0"/>
              </a:spcAft>
              <a:buNone/>
              <a:defRPr sz="1050" b="0">
                <a:solidFill>
                  <a:srgbClr val="526052"/>
                </a:solidFill>
                <a:latin typeface="Montserrat"/>
                <a:ea typeface="Montserrat"/>
                <a:cs typeface="Montserrat"/>
              </a:defRPr>
            </a:pPr>
            <a:r>
              <a:rPr sz="1050" b="0">
                <a:solidFill>
                  <a:srgbClr val="526052"/>
                </a:solidFill>
                <a:latin typeface="Montserrat"/>
                <a:ea typeface="Montserrat"/>
                <a:cs typeface="Montserrat"/>
              </a:rPr>
              <a:t>Security, E2E, delete, UI clarity</a:t>
            </a:r>
            <a:endParaRPr>
              <a:solidFill>
                <a:schemeClr val="dk1"/>
              </a:solidFill>
              <a:latin typeface="Montserrat"/>
              <a:ea typeface="Montserrat"/>
              <a:cs typeface="Montserrat"/>
            </a:endParaRPr>
          </a:p>
        </p:txBody>
      </p:sp>
      <p:cxnSp>
        <p:nvCxnSpPr>
          <p:cNvPr id="1143" name="Google Shape;956;p91"/>
          <p:cNvCxnSpPr>
            <a:stCxn id="957" idx="3"/>
            <a:endCxn id="958" idx="1"/>
          </p:cNvCxnSpPr>
          <p:nvPr/>
        </p:nvCxnSpPr>
        <p:spPr>
          <a:xfrm>
            <a:off x="1876425" y="2745275"/>
            <a:ext cx="1247775" cy="0"/>
          </a:xfrm>
          <a:prstGeom prst="straightConnector1">
            <a:avLst/>
          </a:prstGeom>
          <a:ln w="28575" cap="flat">
            <a:solidFill>
              <a:schemeClr val="accent2"/>
            </a:solidFill>
            <a:prstDash val="solid"/>
            <a:round/>
            <a:headEnd type="none" w="med" len="med"/>
            <a:tailEnd type="none" w="med" len="med"/>
          </a:ln>
        </p:spPr>
      </p:cxnSp>
      <p:cxnSp>
        <p:nvCxnSpPr>
          <p:cNvPr id="1144" name="Google Shape;959;p91"/>
          <p:cNvCxnSpPr>
            <a:stCxn id="958" idx="3"/>
            <a:endCxn id="960" idx="1"/>
          </p:cNvCxnSpPr>
          <p:nvPr/>
        </p:nvCxnSpPr>
        <p:spPr>
          <a:xfrm>
            <a:off x="3924300" y="2745275"/>
            <a:ext cx="1247775" cy="0"/>
          </a:xfrm>
          <a:prstGeom prst="straightConnector1">
            <a:avLst/>
          </a:prstGeom>
          <a:ln w="28575" cap="flat">
            <a:solidFill>
              <a:schemeClr val="accent2"/>
            </a:solidFill>
            <a:prstDash val="solid"/>
            <a:round/>
            <a:headEnd type="none" w="med" len="med"/>
            <a:tailEnd type="none" w="med" len="med"/>
          </a:ln>
        </p:spPr>
      </p:cxnSp>
      <p:cxnSp>
        <p:nvCxnSpPr>
          <p:cNvPr id="1145" name="Google Shape;961;p91"/>
          <p:cNvCxnSpPr>
            <a:stCxn id="960" idx="3"/>
            <a:endCxn id="962" idx="1"/>
          </p:cNvCxnSpPr>
          <p:nvPr/>
        </p:nvCxnSpPr>
        <p:spPr>
          <a:xfrm>
            <a:off x="5972175" y="2745275"/>
            <a:ext cx="1247775" cy="0"/>
          </a:xfrm>
          <a:prstGeom prst="straightConnector1">
            <a:avLst/>
          </a:prstGeom>
          <a:ln w="28575" cap="flat">
            <a:solidFill>
              <a:schemeClr val="accent2"/>
            </a:solidFill>
            <a:prstDash val="solid"/>
            <a:round/>
            <a:headEnd type="none" w="med" len="med"/>
            <a:tailEnd type="none" w="med" len="med"/>
          </a:ln>
        </p:spPr>
      </p:cxnSp>
      <p:sp>
        <p:nvSpPr>
          <p:cNvPr id="957" name="Google Shape;957;p91">
            <a:extLst>
              <a:ext uri="{FF2B5EF4-FFF2-40B4-BE49-F238E27FC236}">
                <a16:creationId xmlns:a16="http://schemas.microsoft.com/office/drawing/2014/main" id="{F0E57F4A-C262-4BC8-BDAD-7908115439C9}"/>
              </a:ext>
            </a:extLst>
          </p:cNvPr>
          <p:cNvSpPr>
            <a:spLocks noGrp="1"/>
          </p:cNvSpPr>
          <p:nvPr/>
        </p:nvSpPr>
        <p:spPr>
          <a:xfrm>
            <a:off x="1076325" y="2402375"/>
            <a:ext cx="800100" cy="685800"/>
          </a:xfrm>
          <a:prstGeom prst="rect">
            <a:avLst/>
          </a:prstGeom>
          <a:noFill/>
          <a:ln>
            <a:noFill/>
          </a:ln>
        </p:spPr>
        <p:txBody>
          <a:bodyPr spcFirstLastPara="1" wrap="square" lIns="91425" tIns="91425" rIns="91425" bIns="91425" anchor="ctr">
            <a:noAutofit/>
          </a:bodyPr>
          <a:lstStyle/>
          <a:p>
            <a:pPr marL="0" lvl="0" indent="0" algn="ctr">
              <a:spcBef>
                <a:spcPts val="0"/>
              </a:spcBef>
              <a:spcAft>
                <a:spcPts val="0"/>
              </a:spcAft>
              <a:buNone/>
              <a:defRPr sz="2250" b="1">
                <a:solidFill>
                  <a:srgbClr val="4B8D17"/>
                </a:solidFill>
                <a:latin typeface="Montserrat"/>
                <a:ea typeface="Montserrat"/>
                <a:cs typeface="Montserrat"/>
              </a:defRPr>
            </a:pPr>
            <a:r>
              <a:rPr sz="2250" b="1">
                <a:solidFill>
                  <a:srgbClr val="4B8D17"/>
                </a:solidFill>
                <a:latin typeface="Montserrat"/>
                <a:ea typeface="Montserrat"/>
                <a:cs typeface="Montserrat"/>
              </a:rPr>
              <a:t>01</a:t>
            </a:r>
            <a:endParaRPr sz="3500">
              <a:solidFill>
                <a:schemeClr val="accent1"/>
              </a:solidFill>
              <a:latin typeface="Cambria"/>
              <a:ea typeface="Cambria"/>
              <a:cs typeface="Cambria"/>
            </a:endParaRPr>
          </a:p>
        </p:txBody>
      </p:sp>
      <p:sp>
        <p:nvSpPr>
          <p:cNvPr id="958" name="Google Shape;958;p91">
            <a:extLst>
              <a:ext uri="{FF2B5EF4-FFF2-40B4-BE49-F238E27FC236}">
                <a16:creationId xmlns:a16="http://schemas.microsoft.com/office/drawing/2014/main" id="{E2423EA8-9916-4540-A7A7-D90EC08F18BF}"/>
              </a:ext>
            </a:extLst>
          </p:cNvPr>
          <p:cNvSpPr>
            <a:spLocks noGrp="1"/>
          </p:cNvSpPr>
          <p:nvPr/>
        </p:nvSpPr>
        <p:spPr>
          <a:xfrm>
            <a:off x="3124200" y="2402375"/>
            <a:ext cx="800100" cy="685800"/>
          </a:xfrm>
          <a:prstGeom prst="rect">
            <a:avLst/>
          </a:prstGeom>
          <a:noFill/>
          <a:ln>
            <a:noFill/>
          </a:ln>
        </p:spPr>
        <p:txBody>
          <a:bodyPr spcFirstLastPara="1" wrap="square" lIns="91425" tIns="91425" rIns="91425" bIns="91425" anchor="ctr">
            <a:noAutofit/>
          </a:bodyPr>
          <a:lstStyle/>
          <a:p>
            <a:pPr marL="0" lvl="0" indent="0" algn="ctr">
              <a:spcBef>
                <a:spcPts val="0"/>
              </a:spcBef>
              <a:spcAft>
                <a:spcPts val="0"/>
              </a:spcAft>
              <a:buNone/>
              <a:defRPr sz="2250" b="1">
                <a:solidFill>
                  <a:srgbClr val="4B8D17"/>
                </a:solidFill>
                <a:latin typeface="Montserrat"/>
                <a:ea typeface="Montserrat"/>
                <a:cs typeface="Montserrat"/>
              </a:defRPr>
            </a:pPr>
            <a:r>
              <a:rPr sz="2250" b="1">
                <a:solidFill>
                  <a:srgbClr val="4B8D17"/>
                </a:solidFill>
                <a:latin typeface="Montserrat"/>
                <a:ea typeface="Montserrat"/>
                <a:cs typeface="Montserrat"/>
              </a:rPr>
              <a:t>02</a:t>
            </a:r>
            <a:endParaRPr sz="3500">
              <a:solidFill>
                <a:schemeClr val="accent1"/>
              </a:solidFill>
              <a:latin typeface="Cambria"/>
              <a:ea typeface="Cambria"/>
              <a:cs typeface="Cambria"/>
            </a:endParaRPr>
          </a:p>
        </p:txBody>
      </p:sp>
      <p:sp>
        <p:nvSpPr>
          <p:cNvPr id="960" name="Google Shape;960;p91">
            <a:extLst>
              <a:ext uri="{FF2B5EF4-FFF2-40B4-BE49-F238E27FC236}">
                <a16:creationId xmlns:a16="http://schemas.microsoft.com/office/drawing/2014/main" id="{271E3F0B-7A3C-4203-910D-7CA0946FE57A}"/>
              </a:ext>
            </a:extLst>
          </p:cNvPr>
          <p:cNvSpPr>
            <a:spLocks noGrp="1"/>
          </p:cNvSpPr>
          <p:nvPr/>
        </p:nvSpPr>
        <p:spPr>
          <a:xfrm>
            <a:off x="5172075" y="2402375"/>
            <a:ext cx="800100" cy="685800"/>
          </a:xfrm>
          <a:prstGeom prst="rect">
            <a:avLst/>
          </a:prstGeom>
          <a:noFill/>
          <a:ln>
            <a:noFill/>
          </a:ln>
        </p:spPr>
        <p:txBody>
          <a:bodyPr spcFirstLastPara="1" wrap="square" lIns="91425" tIns="91425" rIns="91425" bIns="91425" anchor="ctr">
            <a:noAutofit/>
          </a:bodyPr>
          <a:lstStyle/>
          <a:p>
            <a:pPr marL="0" lvl="0" indent="0" algn="ctr">
              <a:spcBef>
                <a:spcPts val="0"/>
              </a:spcBef>
              <a:spcAft>
                <a:spcPts val="0"/>
              </a:spcAft>
              <a:buNone/>
              <a:defRPr sz="2250" b="1">
                <a:solidFill>
                  <a:srgbClr val="4B8D17"/>
                </a:solidFill>
                <a:latin typeface="Montserrat"/>
                <a:ea typeface="Montserrat"/>
                <a:cs typeface="Montserrat"/>
              </a:defRPr>
            </a:pPr>
            <a:r>
              <a:rPr sz="2250" b="1">
                <a:solidFill>
                  <a:srgbClr val="4B8D17"/>
                </a:solidFill>
                <a:latin typeface="Montserrat"/>
                <a:ea typeface="Montserrat"/>
                <a:cs typeface="Montserrat"/>
              </a:rPr>
              <a:t>03</a:t>
            </a:r>
            <a:endParaRPr sz="3500">
              <a:solidFill>
                <a:schemeClr val="accent1"/>
              </a:solidFill>
              <a:latin typeface="Cambria"/>
              <a:ea typeface="Cambria"/>
              <a:cs typeface="Cambria"/>
            </a:endParaRPr>
          </a:p>
        </p:txBody>
      </p:sp>
      <p:sp>
        <p:nvSpPr>
          <p:cNvPr id="962" name="Google Shape;962;p91">
            <a:extLst>
              <a:ext uri="{FF2B5EF4-FFF2-40B4-BE49-F238E27FC236}">
                <a16:creationId xmlns:a16="http://schemas.microsoft.com/office/drawing/2014/main" id="{380BA578-2654-4013-9B64-DDCCFAAA2C69}"/>
              </a:ext>
            </a:extLst>
          </p:cNvPr>
          <p:cNvSpPr>
            <a:spLocks noGrp="1"/>
          </p:cNvSpPr>
          <p:nvPr/>
        </p:nvSpPr>
        <p:spPr>
          <a:xfrm>
            <a:off x="7219950" y="2402375"/>
            <a:ext cx="800100" cy="685800"/>
          </a:xfrm>
          <a:prstGeom prst="rect">
            <a:avLst/>
          </a:prstGeom>
          <a:noFill/>
          <a:ln>
            <a:noFill/>
          </a:ln>
        </p:spPr>
        <p:txBody>
          <a:bodyPr spcFirstLastPara="1" wrap="square" lIns="91425" tIns="91425" rIns="91425" bIns="91425" anchor="ctr">
            <a:noAutofit/>
          </a:bodyPr>
          <a:lstStyle/>
          <a:p>
            <a:pPr marL="0" lvl="0" indent="0" algn="ctr">
              <a:spcBef>
                <a:spcPts val="0"/>
              </a:spcBef>
              <a:spcAft>
                <a:spcPts val="0"/>
              </a:spcAft>
              <a:buNone/>
              <a:defRPr sz="2250" b="1">
                <a:solidFill>
                  <a:srgbClr val="4B8D17"/>
                </a:solidFill>
                <a:latin typeface="Montserrat"/>
                <a:ea typeface="Montserrat"/>
                <a:cs typeface="Montserrat"/>
              </a:defRPr>
            </a:pPr>
            <a:r>
              <a:rPr sz="2250" b="1">
                <a:solidFill>
                  <a:srgbClr val="4B8D17"/>
                </a:solidFill>
                <a:latin typeface="Montserrat"/>
                <a:ea typeface="Montserrat"/>
                <a:cs typeface="Montserrat"/>
              </a:rPr>
              <a:t>04</a:t>
            </a:r>
            <a:endParaRPr sz="3500">
              <a:solidFill>
                <a:schemeClr val="accent1"/>
              </a:solidFill>
              <a:latin typeface="Cambria"/>
              <a:ea typeface="Cambria"/>
              <a:cs typeface="Cambria"/>
            </a:endParaRPr>
          </a:p>
        </p:txBody>
      </p:sp>
      <p:sp>
        <p:nvSpPr>
          <p:cNvPr id="963" name="Google Shape;963;p91">
            <a:extLst>
              <a:ext uri="{FF2B5EF4-FFF2-40B4-BE49-F238E27FC236}">
                <a16:creationId xmlns:a16="http://schemas.microsoft.com/office/drawing/2014/main" id="{1B262B84-B534-4F3B-AF9F-C490CFB5D056}"/>
              </a:ext>
            </a:extLst>
          </p:cNvPr>
          <p:cNvSpPr>
            <a:spLocks noGrp="1"/>
          </p:cNvSpPr>
          <p:nvPr/>
        </p:nvSpPr>
        <p:spPr>
          <a:xfrm>
            <a:off x="2667000" y="1421300"/>
            <a:ext cx="1714500" cy="381000"/>
          </a:xfrm>
          <a:prstGeom prst="rect">
            <a:avLst/>
          </a:prstGeom>
          <a:noFill/>
          <a:ln>
            <a:noFill/>
          </a:ln>
        </p:spPr>
        <p:txBody>
          <a:bodyPr spcFirstLastPara="1" wrap="square" lIns="91425" tIns="91425" rIns="91425" bIns="91425" anchor="ctr">
            <a:noAutofit/>
          </a:bodyPr>
          <a:lstStyle/>
          <a:p>
            <a:pPr marL="0" lvl="0" indent="0" algn="ctr">
              <a:spcBef>
                <a:spcPts val="0"/>
              </a:spcBef>
              <a:spcAft>
                <a:spcPts val="0"/>
              </a:spcAft>
              <a:buNone/>
              <a:defRPr sz="1425" b="1">
                <a:solidFill>
                  <a:srgbClr val="111410"/>
                </a:solidFill>
                <a:latin typeface="Montserrat"/>
                <a:ea typeface="Montserrat"/>
                <a:cs typeface="Montserrat"/>
              </a:defRPr>
            </a:pPr>
            <a:r>
              <a:rPr sz="1425" b="1">
                <a:solidFill>
                  <a:srgbClr val="111410"/>
                </a:solidFill>
                <a:latin typeface="Montserrat"/>
                <a:ea typeface="Montserrat"/>
                <a:cs typeface="Montserrat"/>
              </a:rPr>
              <a:t>Profile pilot</a:t>
            </a:r>
            <a:endParaRPr sz="2400">
              <a:solidFill>
                <a:schemeClr val="dk1"/>
              </a:solidFill>
              <a:latin typeface="Cambria"/>
              <a:ea typeface="Cambria"/>
              <a:cs typeface="Cambria"/>
            </a:endParaRPr>
          </a:p>
        </p:txBody>
      </p:sp>
      <p:sp>
        <p:nvSpPr>
          <p:cNvPr id="964" name="Google Shape;964;p91">
            <a:extLst>
              <a:ext uri="{FF2B5EF4-FFF2-40B4-BE49-F238E27FC236}">
                <a16:creationId xmlns:a16="http://schemas.microsoft.com/office/drawing/2014/main" id="{56EF52C0-78DB-451D-8FB8-744453A7B16D}"/>
              </a:ext>
            </a:extLst>
          </p:cNvPr>
          <p:cNvSpPr>
            <a:spLocks noGrp="1"/>
          </p:cNvSpPr>
          <p:nvPr/>
        </p:nvSpPr>
        <p:spPr>
          <a:xfrm>
            <a:off x="6762750" y="1421300"/>
            <a:ext cx="1714500" cy="381000"/>
          </a:xfrm>
          <a:prstGeom prst="rect">
            <a:avLst/>
          </a:prstGeom>
          <a:noFill/>
          <a:ln>
            <a:noFill/>
          </a:ln>
        </p:spPr>
        <p:txBody>
          <a:bodyPr spcFirstLastPara="1" wrap="square" lIns="91425" tIns="91425" rIns="91425" bIns="91425" anchor="ctr">
            <a:noAutofit/>
          </a:bodyPr>
          <a:lstStyle/>
          <a:p>
            <a:pPr marL="0" lvl="0" indent="0" algn="ctr">
              <a:spcBef>
                <a:spcPts val="0"/>
              </a:spcBef>
              <a:spcAft>
                <a:spcPts val="0"/>
              </a:spcAft>
              <a:buNone/>
              <a:defRPr sz="1425" b="1">
                <a:solidFill>
                  <a:srgbClr val="111410"/>
                </a:solidFill>
                <a:latin typeface="Montserrat"/>
                <a:ea typeface="Montserrat"/>
                <a:cs typeface="Montserrat"/>
              </a:defRPr>
            </a:pPr>
            <a:r>
              <a:rPr sz="1425" b="1">
                <a:solidFill>
                  <a:srgbClr val="111410"/>
                </a:solidFill>
                <a:latin typeface="Montserrat"/>
                <a:ea typeface="Montserrat"/>
                <a:cs typeface="Montserrat"/>
              </a:rPr>
              <a:t>Controlled scale</a:t>
            </a:r>
            <a:endParaRPr sz="2400">
              <a:solidFill>
                <a:schemeClr val="dk1"/>
              </a:solidFill>
              <a:latin typeface="Cambria"/>
              <a:ea typeface="Cambria"/>
              <a:cs typeface="Cambria"/>
            </a:endParaRPr>
          </a:p>
        </p:txBody>
      </p:sp>
      <p:sp>
        <p:nvSpPr>
          <p:cNvPr id="1005" name="Rectangle 1004">
            <a:extLst>
              <a:ext uri="{FF2B5EF4-FFF2-40B4-BE49-F238E27FC236}">
                <a16:creationId xmlns:a16="http://schemas.microsoft.com/office/drawing/2014/main" id="{D981410C-8AE8-4B2A-ACC8-81F54A53AF17}"/>
              </a:ext>
            </a:extLst>
          </p:cNvPr>
          <p:cNvSpPr>
            <a:spLocks noGrp="1"/>
          </p:cNvSpPr>
          <p:nvPr/>
        </p:nvSpPr>
        <p:spPr>
          <a:xfrm>
            <a:off x="457200" y="827950"/>
            <a:ext cx="5334000" cy="266700"/>
          </a:xfrm>
          <a:prstGeom prst="rect">
            <a:avLst/>
          </a:prstGeom>
          <a:ln w="0">
            <a:prstDash val="solid"/>
          </a:ln>
        </p:spPr>
        <p:txBody>
          <a:bodyPr lIns="28575" tIns="19050" rIns="28575" bIns="19050" anchor="ctr">
            <a:normAutofit/>
          </a:bodyPr>
          <a:lstStyle/>
          <a:p>
            <a:pPr algn="ctr">
              <a:buNone/>
              <a:defRPr sz="1050" b="0">
                <a:solidFill>
                  <a:srgbClr val="526052"/>
                </a:solidFill>
                <a:latin typeface="Montserrat"/>
                <a:ea typeface="Montserrat"/>
                <a:cs typeface="Montserrat"/>
              </a:defRPr>
            </a:pPr>
            <a:r>
              <a:rPr sz="1050" b="0">
                <a:solidFill>
                  <a:srgbClr val="526052"/>
                </a:solidFill>
                <a:latin typeface="Montserrat"/>
                <a:ea typeface="Montserrat"/>
                <a:cs typeface="Montserrat"/>
              </a:rPr>
              <a:t>Mỗi giai đoạn có một gate bắt buộc trước khi tăng mức tự động hóa.</a:t>
            </a:r>
          </a:p>
        </p:txBody>
      </p:sp>
      <p:sp>
        <p:nvSpPr>
          <p:cNvPr id="1146" name="TextBox 1145"/>
          <p:cNvSpPr txBox="1"/>
          <p:nvPr/>
        </p:nvSpPr>
        <p:spPr>
          <a:xfrm>
            <a:off x="713225" y="200000"/>
            <a:ext cx="1200000" cy="260000"/>
          </a:xfrm>
          <a:prstGeom prst="rect">
            <a:avLst/>
          </a:prstGeom>
          <a:noFill/>
        </p:spPr>
        <p:txBody>
          <a:bodyPr wrap="none" lIns="0" tIns="0">
            <a:spAutoFit/>
          </a:bodyPr>
          <a:lstStyle/>
          <a:p>
            <a:pPr>
              <a:defRPr sz="1100" b="1">
                <a:solidFill>
                  <a:srgbClr val="4B8D17"/>
                </a:solidFill>
                <a:latin typeface="Montserrat"/>
              </a:defRPr>
            </a:pPr>
            <a:r>
              <a:t>#06</a:t>
            </a:r>
          </a:p>
        </p:txBody>
      </p:sp>
    </p:spTree>
    <p:extLst>
      <p:ext uri="{BB962C8B-B14F-4D97-AF65-F5344CB8AC3E}">
        <p14:creationId xmlns:p14="http://schemas.microsoft.com/office/powerpoint/2010/main" val="14237247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E8F3E5"/>
        </a:solidFill>
        <a:effectLst/>
      </p:bgPr>
    </p:bg>
    <p:spTree>
      <p:nvGrpSpPr>
        <p:cNvPr id="1" name=""/>
        <p:cNvGrpSpPr/>
        <p:nvPr/>
      </p:nvGrpSpPr>
      <p:grpSpPr>
        <a:xfrm>
          <a:off x="0" y="0"/>
          <a:ext cx="0" cy="0"/>
          <a:chOff x="0" y="0"/>
          <a:chExt cx="0" cy="0"/>
        </a:xfrm>
      </p:grpSpPr>
      <p:sp>
        <p:nvSpPr>
          <p:cNvPr id="1568" name="Google Shape;1568;p123">
            <a:extLst>
              <a:ext uri="{FF2B5EF4-FFF2-40B4-BE49-F238E27FC236}">
                <a16:creationId xmlns:a16="http://schemas.microsoft.com/office/drawing/2014/main" id="{DBD0216F-CDFA-47B9-84FB-51A2B45D2449}"/>
              </a:ext>
            </a:extLst>
          </p:cNvPr>
          <p:cNvSpPr>
            <a:spLocks noGrp="1"/>
          </p:cNvSpPr>
          <p:nvPr>
            <p:ph type="title"/>
          </p:nvPr>
        </p:nvSpPr>
        <p:spPr>
          <a:xfrm>
            <a:off x="2286000" y="1200150"/>
            <a:ext cx="4572000" cy="742950"/>
          </a:xfrm>
          <a:prstGeom prst="rect">
            <a:avLst/>
          </a:prstGeom>
        </p:spPr>
        <p:txBody>
          <a:bodyPr spcFirstLastPara="1" wrap="square" lIns="91425" tIns="91425" rIns="91425" bIns="91425" anchor="ctr">
            <a:noAutofit/>
          </a:bodyPr>
          <a:lstStyle/>
          <a:p>
            <a:pPr marL="0" lvl="0" indent="0" algn="ctr">
              <a:spcBef>
                <a:spcPts val="0"/>
              </a:spcBef>
              <a:spcAft>
                <a:spcPts val="0"/>
              </a:spcAft>
              <a:buNone/>
              <a:defRPr sz="2700" b="1">
                <a:solidFill>
                  <a:srgbClr val="111410"/>
                </a:solidFill>
                <a:latin typeface="Cambria"/>
                <a:ea typeface="Cambria"/>
                <a:cs typeface="Cambria"/>
              </a:defRPr>
            </a:pPr>
            <a:r>
              <a:rPr sz="2700" b="1">
                <a:solidFill>
                  <a:srgbClr val="111410"/>
                </a:solidFill>
                <a:latin typeface="Cambria"/>
                <a:ea typeface="Cambria"/>
                <a:cs typeface="Cambria"/>
              </a:rPr>
              <a:t>Cảm ơn Hội đồng</a:t>
            </a:r>
            <a:endParaRPr/>
          </a:p>
        </p:txBody>
      </p:sp>
      <p:sp>
        <p:nvSpPr>
          <p:cNvPr id="1569" name="Google Shape;1569;p123">
            <a:extLst>
              <a:ext uri="{FF2B5EF4-FFF2-40B4-BE49-F238E27FC236}">
                <a16:creationId xmlns:a16="http://schemas.microsoft.com/office/drawing/2014/main" id="{658C6DB3-B8B9-4F37-A102-C974A9734432}"/>
              </a:ext>
            </a:extLst>
          </p:cNvPr>
          <p:cNvSpPr>
            <a:spLocks noGrp="1"/>
          </p:cNvSpPr>
          <p:nvPr>
            <p:ph type="subTitle" idx="1"/>
          </p:nvPr>
        </p:nvSpPr>
        <p:spPr>
          <a:xfrm>
            <a:off x="2381250" y="1892400"/>
            <a:ext cx="4381500" cy="533400"/>
          </a:xfrm>
          <a:prstGeom prst="rect">
            <a:avLst/>
          </a:prstGeom>
        </p:spPr>
        <p:txBody>
          <a:bodyPr spcFirstLastPara="1" wrap="square" lIns="91425" tIns="91425" rIns="91425" bIns="91425" anchor="ctr">
            <a:noAutofit/>
          </a:bodyPr>
          <a:lstStyle/>
          <a:p>
            <a:pPr marL="0" lvl="0" indent="0" algn="ctr">
              <a:spcBef>
                <a:spcPts val="0"/>
              </a:spcBef>
              <a:spcAft>
                <a:spcPts val="0"/>
              </a:spcAft>
              <a:buNone/>
              <a:defRPr sz="1275" b="0">
                <a:solidFill>
                  <a:srgbClr val="526052"/>
                </a:solidFill>
                <a:latin typeface="Montserrat"/>
                <a:ea typeface="Montserrat"/>
                <a:cs typeface="Montserrat"/>
              </a:defRPr>
            </a:pPr>
            <a:r>
              <a:rPr sz="1275" b="0" dirty="0">
                <a:solidFill>
                  <a:srgbClr val="526052"/>
                </a:solidFill>
                <a:latin typeface="Montserrat"/>
                <a:ea typeface="Montserrat"/>
                <a:cs typeface="Montserrat"/>
              </a:rPr>
              <a:t>Em </a:t>
            </a:r>
            <a:r>
              <a:rPr sz="1275" b="0" dirty="0" err="1">
                <a:solidFill>
                  <a:srgbClr val="526052"/>
                </a:solidFill>
                <a:latin typeface="Montserrat"/>
                <a:ea typeface="Montserrat"/>
                <a:cs typeface="Montserrat"/>
              </a:rPr>
              <a:t>xin</a:t>
            </a:r>
            <a:r>
              <a:rPr sz="1275" b="0" dirty="0">
                <a:solidFill>
                  <a:srgbClr val="526052"/>
                </a:solidFill>
                <a:latin typeface="Montserrat"/>
                <a:ea typeface="Montserrat"/>
                <a:cs typeface="Montserrat"/>
              </a:rPr>
              <a:t> </a:t>
            </a:r>
            <a:r>
              <a:rPr sz="1275" b="0" dirty="0" err="1">
                <a:solidFill>
                  <a:srgbClr val="526052"/>
                </a:solidFill>
                <a:latin typeface="Montserrat"/>
                <a:ea typeface="Montserrat"/>
                <a:cs typeface="Montserrat"/>
              </a:rPr>
              <a:t>tiếp</a:t>
            </a:r>
            <a:r>
              <a:rPr sz="1275" b="0" dirty="0">
                <a:solidFill>
                  <a:srgbClr val="526052"/>
                </a:solidFill>
                <a:latin typeface="Montserrat"/>
                <a:ea typeface="Montserrat"/>
                <a:cs typeface="Montserrat"/>
              </a:rPr>
              <a:t> </a:t>
            </a:r>
            <a:r>
              <a:rPr sz="1275" b="0" dirty="0" err="1">
                <a:solidFill>
                  <a:srgbClr val="526052"/>
                </a:solidFill>
                <a:latin typeface="Montserrat"/>
                <a:ea typeface="Montserrat"/>
                <a:cs typeface="Montserrat"/>
              </a:rPr>
              <a:t>nhận</a:t>
            </a:r>
            <a:r>
              <a:rPr sz="1275" b="0" dirty="0">
                <a:solidFill>
                  <a:srgbClr val="526052"/>
                </a:solidFill>
                <a:latin typeface="Montserrat"/>
                <a:ea typeface="Montserrat"/>
                <a:cs typeface="Montserrat"/>
              </a:rPr>
              <a:t> </a:t>
            </a:r>
            <a:r>
              <a:rPr sz="1275" b="0" dirty="0" err="1">
                <a:solidFill>
                  <a:srgbClr val="526052"/>
                </a:solidFill>
                <a:latin typeface="Montserrat"/>
                <a:ea typeface="Montserrat"/>
                <a:cs typeface="Montserrat"/>
              </a:rPr>
              <a:t>câu</a:t>
            </a:r>
            <a:r>
              <a:rPr sz="1275" b="0" dirty="0">
                <a:solidFill>
                  <a:srgbClr val="526052"/>
                </a:solidFill>
                <a:latin typeface="Montserrat"/>
                <a:ea typeface="Montserrat"/>
                <a:cs typeface="Montserrat"/>
              </a:rPr>
              <a:t> </a:t>
            </a:r>
            <a:r>
              <a:rPr sz="1275" b="0" dirty="0" err="1">
                <a:solidFill>
                  <a:srgbClr val="526052"/>
                </a:solidFill>
                <a:latin typeface="Montserrat"/>
                <a:ea typeface="Montserrat"/>
                <a:cs typeface="Montserrat"/>
              </a:rPr>
              <a:t>hỏi</a:t>
            </a:r>
            <a:r>
              <a:rPr sz="1275" b="0" dirty="0">
                <a:solidFill>
                  <a:srgbClr val="526052"/>
                </a:solidFill>
                <a:latin typeface="Montserrat"/>
                <a:ea typeface="Montserrat"/>
                <a:cs typeface="Montserrat"/>
              </a:rPr>
              <a:t> </a:t>
            </a:r>
            <a:r>
              <a:rPr sz="1275" b="0" dirty="0" err="1">
                <a:solidFill>
                  <a:srgbClr val="526052"/>
                </a:solidFill>
                <a:latin typeface="Montserrat"/>
                <a:ea typeface="Montserrat"/>
                <a:cs typeface="Montserrat"/>
              </a:rPr>
              <a:t>và</a:t>
            </a:r>
            <a:r>
              <a:rPr sz="1275" b="0" dirty="0">
                <a:solidFill>
                  <a:srgbClr val="526052"/>
                </a:solidFill>
                <a:latin typeface="Montserrat"/>
                <a:ea typeface="Montserrat"/>
                <a:cs typeface="Montserrat"/>
              </a:rPr>
              <a:t> </a:t>
            </a:r>
            <a:r>
              <a:rPr sz="1275" b="0" dirty="0" err="1">
                <a:solidFill>
                  <a:srgbClr val="526052"/>
                </a:solidFill>
                <a:latin typeface="Montserrat"/>
                <a:ea typeface="Montserrat"/>
                <a:cs typeface="Montserrat"/>
              </a:rPr>
              <a:t>góp</a:t>
            </a:r>
            <a:r>
              <a:rPr sz="1275" b="0" dirty="0">
                <a:solidFill>
                  <a:srgbClr val="526052"/>
                </a:solidFill>
                <a:latin typeface="Montserrat"/>
                <a:ea typeface="Montserrat"/>
                <a:cs typeface="Montserrat"/>
              </a:rPr>
              <a:t> ý.</a:t>
            </a:r>
            <a:endParaRPr dirty="0"/>
          </a:p>
        </p:txBody>
      </p:sp>
      <p:sp>
        <p:nvSpPr>
          <p:cNvPr id="1570" name="Rectangle: Rounded Corners 1569">
            <a:extLst>
              <a:ext uri="{FF2B5EF4-FFF2-40B4-BE49-F238E27FC236}">
                <a16:creationId xmlns:a16="http://schemas.microsoft.com/office/drawing/2014/main" id="{7B744195-86F5-423D-B69D-732D1FD21A1F}"/>
              </a:ext>
            </a:extLst>
          </p:cNvPr>
          <p:cNvSpPr>
            <a:spLocks noGrp="1"/>
          </p:cNvSpPr>
          <p:nvPr/>
        </p:nvSpPr>
        <p:spPr>
          <a:xfrm>
            <a:off x="3143250" y="2521765"/>
            <a:ext cx="2857500" cy="895350"/>
          </a:xfrm>
          <a:prstGeom prst="roundRect">
            <a:avLst>
              <a:gd name="adj" fmla="val 50000"/>
            </a:avLst>
          </a:prstGeom>
          <a:solidFill>
            <a:srgbClr val="DFF0D6"/>
          </a:solidFill>
          <a:ln w="17145">
            <a:solidFill>
              <a:srgbClr val="4B8D17"/>
            </a:solidFill>
            <a:prstDash val="solid"/>
          </a:ln>
        </p:spPr>
        <p:txBody>
          <a:bodyPr anchor="ctr"/>
          <a:lstStyle/>
          <a:p>
            <a:pPr algn="ctr">
              <a:defRPr sz="2550" b="1">
                <a:solidFill>
                  <a:srgbClr val="4B8D17"/>
                </a:solidFill>
                <a:latin typeface="Cambria"/>
                <a:ea typeface="Cambria"/>
                <a:cs typeface="Cambria"/>
              </a:defRPr>
            </a:pPr>
            <a:r>
              <a:rPr sz="2550" b="1">
                <a:solidFill>
                  <a:srgbClr val="4B8D17"/>
                </a:solidFill>
                <a:latin typeface="Cambria"/>
                <a:ea typeface="Cambria"/>
                <a:cs typeface="Cambria"/>
              </a:rPr>
              <a:t>Q&amp;A</a:t>
            </a:r>
          </a:p>
        </p:txBody>
      </p:sp>
      <p:sp>
        <p:nvSpPr>
          <p:cNvPr id="1571" name="Rectangle 1570">
            <a:extLst>
              <a:ext uri="{FF2B5EF4-FFF2-40B4-BE49-F238E27FC236}">
                <a16:creationId xmlns:a16="http://schemas.microsoft.com/office/drawing/2014/main" id="{E1860632-87FC-4C1C-9B59-F77B060C67ED}"/>
              </a:ext>
            </a:extLst>
          </p:cNvPr>
          <p:cNvSpPr>
            <a:spLocks noGrp="1"/>
          </p:cNvSpPr>
          <p:nvPr/>
        </p:nvSpPr>
        <p:spPr>
          <a:xfrm>
            <a:off x="2857500" y="3683815"/>
            <a:ext cx="3429000" cy="266700"/>
          </a:xfrm>
          <a:prstGeom prst="rect">
            <a:avLst/>
          </a:prstGeom>
          <a:ln w="0">
            <a:prstDash val="solid"/>
          </a:ln>
        </p:spPr>
        <p:txBody>
          <a:bodyPr lIns="19050" tIns="19050" rIns="19050" bIns="19050" anchor="ctr">
            <a:normAutofit/>
          </a:bodyPr>
          <a:lstStyle/>
          <a:p>
            <a:pPr algn="ctr">
              <a:defRPr sz="825" b="0">
                <a:solidFill>
                  <a:srgbClr val="526052"/>
                </a:solidFill>
                <a:latin typeface="Montserrat"/>
                <a:ea typeface="Montserrat"/>
                <a:cs typeface="Montserrat"/>
              </a:defRPr>
            </a:pPr>
            <a:r>
              <a:rPr sz="825" b="0" dirty="0" err="1">
                <a:solidFill>
                  <a:srgbClr val="526052"/>
                </a:solidFill>
                <a:latin typeface="Montserrat"/>
                <a:ea typeface="Montserrat"/>
                <a:cs typeface="Montserrat"/>
              </a:rPr>
              <a:t>InterV</a:t>
            </a:r>
            <a:r>
              <a:rPr sz="825" b="0" dirty="0">
                <a:solidFill>
                  <a:srgbClr val="526052"/>
                </a:solidFill>
                <a:latin typeface="Montserrat"/>
                <a:ea typeface="Montserrat"/>
                <a:cs typeface="Montserrat"/>
              </a:rPr>
              <a:t> • Lê Minh Duy</a:t>
            </a:r>
            <a:r>
              <a:rPr lang="vi-VN" sz="825" b="0" dirty="0">
                <a:solidFill>
                  <a:srgbClr val="526052"/>
                </a:solidFill>
                <a:latin typeface="Montserrat"/>
                <a:ea typeface="Montserrat"/>
                <a:cs typeface="Montserrat"/>
              </a:rPr>
              <a:t> • @leemjnnkdzuy</a:t>
            </a:r>
            <a:endParaRPr sz="825" b="0" dirty="0">
              <a:solidFill>
                <a:srgbClr val="526052"/>
              </a:solidFill>
              <a:latin typeface="Montserrat"/>
              <a:ea typeface="Montserrat"/>
              <a:cs typeface="Montserrat"/>
            </a:endParaRPr>
          </a:p>
        </p:txBody>
      </p:sp>
      <p:sp>
        <p:nvSpPr>
          <p:cNvPr id="1572" name="TextBox 1571"/>
          <p:cNvSpPr txBox="1"/>
          <p:nvPr/>
        </p:nvSpPr>
        <p:spPr>
          <a:xfrm>
            <a:off x="713225" y="200000"/>
            <a:ext cx="1200000" cy="260000"/>
          </a:xfrm>
          <a:prstGeom prst="rect">
            <a:avLst/>
          </a:prstGeom>
          <a:noFill/>
        </p:spPr>
        <p:txBody>
          <a:bodyPr wrap="none" lIns="0" tIns="0">
            <a:spAutoFit/>
          </a:bodyPr>
          <a:lstStyle/>
          <a:p>
            <a:pPr>
              <a:defRPr sz="1100" b="1">
                <a:solidFill>
                  <a:srgbClr val="4B8D17"/>
                </a:solidFill>
                <a:latin typeface="Montserrat"/>
              </a:defRPr>
            </a:pPr>
            <a:r>
              <a:t>#06</a:t>
            </a:r>
          </a:p>
        </p:txBody>
      </p:sp>
    </p:spTree>
    <p:extLst>
      <p:ext uri="{BB962C8B-B14F-4D97-AF65-F5344CB8AC3E}">
        <p14:creationId xmlns:p14="http://schemas.microsoft.com/office/powerpoint/2010/main" val="121279257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ctr">
              <a:defRPr sz="2600" b="1">
                <a:solidFill>
                  <a:srgbClr val="111410"/>
                </a:solidFill>
                <a:latin typeface="Cambria"/>
              </a:defRPr>
            </a:pPr>
            <a:r>
              <a:t>Bài toán</a:t>
            </a:r>
          </a:p>
        </p:txBody>
      </p:sp>
      <p:sp>
        <p:nvSpPr>
          <p:cNvPr id="3" name="Title 2"/>
          <p:cNvSpPr>
            <a:spLocks noGrp="1"/>
          </p:cNvSpPr>
          <p:nvPr>
            <p:ph type="title" idx="2"/>
          </p:nvPr>
        </p:nvSpPr>
        <p:spPr/>
        <p:txBody>
          <a:bodyPr/>
          <a:lstStyle/>
          <a:p>
            <a:pPr algn="ctr">
              <a:defRPr sz="4400" b="1">
                <a:solidFill>
                  <a:srgbClr val="4B8D17"/>
                </a:solidFill>
                <a:latin typeface="Cambria"/>
              </a:defRPr>
            </a:pPr>
            <a:r>
              <a:t>01</a:t>
            </a:r>
          </a:p>
        </p:txBody>
      </p:sp>
      <p:sp>
        <p:nvSpPr>
          <p:cNvPr id="4" name="Subtitle 3"/>
          <p:cNvSpPr>
            <a:spLocks noGrp="1"/>
          </p:cNvSpPr>
          <p:nvPr>
            <p:ph type="subTitle" idx="1"/>
          </p:nvPr>
        </p:nvSpPr>
        <p:spPr/>
        <p:txBody>
          <a:bodyPr/>
          <a:lstStyle/>
          <a:p>
            <a:pPr algn="ctr">
              <a:defRPr sz="1300">
                <a:solidFill>
                  <a:srgbClr val="526052"/>
                </a:solidFill>
                <a:latin typeface="Montserrat"/>
              </a:defRPr>
            </a:pPr>
            <a:r>
              <a:t>Bối cảnh, đối tượng, mục tiêu</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ctr">
              <a:defRPr sz="2600" b="1">
                <a:solidFill>
                  <a:srgbClr val="111410"/>
                </a:solidFill>
                <a:latin typeface="Cambria"/>
              </a:defRPr>
            </a:pPr>
            <a:r>
              <a:t>Thiết kế</a:t>
            </a:r>
          </a:p>
        </p:txBody>
      </p:sp>
      <p:sp>
        <p:nvSpPr>
          <p:cNvPr id="3" name="Title 2"/>
          <p:cNvSpPr>
            <a:spLocks noGrp="1"/>
          </p:cNvSpPr>
          <p:nvPr>
            <p:ph type="title" idx="2"/>
          </p:nvPr>
        </p:nvSpPr>
        <p:spPr/>
        <p:txBody>
          <a:bodyPr/>
          <a:lstStyle/>
          <a:p>
            <a:pPr algn="ctr">
              <a:defRPr sz="4400" b="1">
                <a:solidFill>
                  <a:srgbClr val="4B8D17"/>
                </a:solidFill>
                <a:latin typeface="Cambria"/>
              </a:defRPr>
            </a:pPr>
            <a:r>
              <a:t>03</a:t>
            </a:r>
          </a:p>
        </p:txBody>
      </p:sp>
      <p:sp>
        <p:nvSpPr>
          <p:cNvPr id="4" name="Subtitle 3"/>
          <p:cNvSpPr>
            <a:spLocks noGrp="1"/>
          </p:cNvSpPr>
          <p:nvPr>
            <p:ph type="subTitle" idx="1"/>
          </p:nvPr>
        </p:nvSpPr>
        <p:spPr/>
        <p:txBody>
          <a:bodyPr/>
          <a:lstStyle/>
          <a:p>
            <a:pPr algn="ctr">
              <a:defRPr sz="1300">
                <a:solidFill>
                  <a:srgbClr val="526052"/>
                </a:solidFill>
                <a:latin typeface="Montserrat"/>
              </a:defRPr>
            </a:pPr>
            <a:r>
              <a:t>Kiến trúc, dữ liệu, pipeline</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ctr">
              <a:defRPr sz="2600" b="1">
                <a:solidFill>
                  <a:srgbClr val="111410"/>
                </a:solidFill>
                <a:latin typeface="Cambria"/>
              </a:defRPr>
            </a:pPr>
            <a:r>
              <a:t>Bằng chứng</a:t>
            </a:r>
          </a:p>
        </p:txBody>
      </p:sp>
      <p:sp>
        <p:nvSpPr>
          <p:cNvPr id="3" name="Title 2"/>
          <p:cNvSpPr>
            <a:spLocks noGrp="1"/>
          </p:cNvSpPr>
          <p:nvPr>
            <p:ph type="title" idx="2"/>
          </p:nvPr>
        </p:nvSpPr>
        <p:spPr/>
        <p:txBody>
          <a:bodyPr/>
          <a:lstStyle/>
          <a:p>
            <a:pPr algn="ctr">
              <a:defRPr sz="4400" b="1">
                <a:solidFill>
                  <a:srgbClr val="4B8D17"/>
                </a:solidFill>
                <a:latin typeface="Cambria"/>
              </a:defRPr>
            </a:pPr>
            <a:r>
              <a:t>05</a:t>
            </a:r>
          </a:p>
        </p:txBody>
      </p:sp>
      <p:sp>
        <p:nvSpPr>
          <p:cNvPr id="4" name="Subtitle 3"/>
          <p:cNvSpPr>
            <a:spLocks noGrp="1"/>
          </p:cNvSpPr>
          <p:nvPr>
            <p:ph type="subTitle" idx="1"/>
          </p:nvPr>
        </p:nvSpPr>
        <p:spPr/>
        <p:txBody>
          <a:bodyPr/>
          <a:lstStyle/>
          <a:p>
            <a:pPr algn="ctr">
              <a:defRPr sz="1300">
                <a:solidFill>
                  <a:srgbClr val="526052"/>
                </a:solidFill>
                <a:latin typeface="Montserrat"/>
              </a:defRPr>
            </a:pPr>
            <a:r>
              <a:t>Quy mô và kiểm thử</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itle 2"/>
          <p:cNvSpPr>
            <a:spLocks noGrp="1"/>
          </p:cNvSpPr>
          <p:nvPr>
            <p:ph type="title" idx="2"/>
          </p:nvPr>
        </p:nvSpPr>
        <p:spPr/>
        <p:txBody>
          <a:bodyPr/>
          <a:lstStyle/>
          <a:p/>
        </p:txBody>
      </p:sp>
      <p:sp>
        <p:nvSpPr>
          <p:cNvPr id="4" name="Subtitle 3"/>
          <p:cNvSpPr>
            <a:spLocks noGrp="1"/>
          </p:cNvSpPr>
          <p:nvPr>
            <p:ph type="subTitle" idx="1"/>
          </p:nvPr>
        </p:nvSpPr>
        <p:spPr/>
        <p:txBody>
          <a:bodyPr/>
          <a:lstStyle/>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itle 2"/>
          <p:cNvSpPr>
            <a:spLocks noGrp="1"/>
          </p:cNvSpPr>
          <p:nvPr>
            <p:ph type="title" idx="2"/>
          </p:nvPr>
        </p:nvSpPr>
        <p:spPr/>
        <p:txBody>
          <a:bodyPr/>
          <a:lstStyle/>
          <a:p/>
        </p:txBody>
      </p:sp>
      <p:sp>
        <p:nvSpPr>
          <p:cNvPr id="4" name="Subtitle 3"/>
          <p:cNvSpPr>
            <a:spLocks noGrp="1"/>
          </p:cNvSpPr>
          <p:nvPr>
            <p:ph type="subTitle" idx="1"/>
          </p:nvPr>
        </p:nvSpPr>
        <p:spPr/>
        <p:txBody>
          <a:bodyPr/>
          <a:lstStyle/>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itle 2"/>
          <p:cNvSpPr>
            <a:spLocks noGrp="1"/>
          </p:cNvSpPr>
          <p:nvPr>
            <p:ph type="title" idx="2"/>
          </p:nvPr>
        </p:nvSpPr>
        <p:spPr/>
        <p:txBody>
          <a:bodyPr/>
          <a:lstStyle/>
          <a:p/>
        </p:txBody>
      </p:sp>
      <p:sp>
        <p:nvSpPr>
          <p:cNvPr id="4" name="Subtitle 3"/>
          <p:cNvSpPr>
            <a:spLocks noGrp="1"/>
          </p:cNvSpPr>
          <p:nvPr>
            <p:ph type="subTitle" idx="1"/>
          </p:nvPr>
        </p:nvSpPr>
        <p:spPr/>
        <p:txBody>
          <a:bodyPr/>
          <a:lstStyle/>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itle 2"/>
          <p:cNvSpPr>
            <a:spLocks noGrp="1"/>
          </p:cNvSpPr>
          <p:nvPr>
            <p:ph type="title" idx="2"/>
          </p:nvPr>
        </p:nvSpPr>
        <p:spPr/>
        <p:txBody>
          <a:bodyPr/>
          <a:lstStyle/>
          <a:p/>
        </p:txBody>
      </p:sp>
      <p:sp>
        <p:nvSpPr>
          <p:cNvPr id="4" name="Subtitle 3"/>
          <p:cNvSpPr>
            <a:spLocks noGrp="1"/>
          </p:cNvSpPr>
          <p:nvPr>
            <p:ph type="subTitle" idx="1"/>
          </p:nvPr>
        </p:nvSpPr>
        <p:spPr/>
        <p:txBody>
          <a:bodyPr/>
          <a:lstStyle/>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itle 2"/>
          <p:cNvSpPr>
            <a:spLocks noGrp="1"/>
          </p:cNvSpPr>
          <p:nvPr>
            <p:ph type="title" idx="2"/>
          </p:nvPr>
        </p:nvSpPr>
        <p:spPr/>
        <p:txBody>
          <a:bodyPr/>
          <a:lstStyle/>
          <a:p/>
        </p:txBody>
      </p:sp>
      <p:sp>
        <p:nvSpPr>
          <p:cNvPr id="4" name="Subtitle 3"/>
          <p:cNvSpPr>
            <a:spLocks noGrp="1"/>
          </p:cNvSpPr>
          <p:nvPr>
            <p:ph type="subTitle" idx="1"/>
          </p:nvPr>
        </p:nvSpPr>
        <p:spPr/>
        <p:txBody>
          <a:bodyPr/>
          <a:lstStyle/>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itle 2"/>
          <p:cNvSpPr>
            <a:spLocks noGrp="1"/>
          </p:cNvSpPr>
          <p:nvPr>
            <p:ph type="title" idx="2"/>
          </p:nvPr>
        </p:nvSpPr>
        <p:spPr/>
        <p:txBody>
          <a:bodyPr/>
          <a:lstStyle/>
          <a:p/>
        </p:txBody>
      </p:sp>
      <p:sp>
        <p:nvSpPr>
          <p:cNvPr id="4" name="Subtitle 3"/>
          <p:cNvSpPr>
            <a:spLocks noGrp="1"/>
          </p:cNvSpPr>
          <p:nvPr>
            <p:ph type="subTitle" idx="1"/>
          </p:nvPr>
        </p:nvSpPr>
        <p:spPr/>
        <p:txBody>
          <a:bodyPr/>
          <a:lstStyle/>
          <a:p/>
        </p:txBody>
      </p:sp>
    </p:spTree>
  </p:cSld>
  <p:clrMapOvr>
    <a:masterClrMapping/>
  </p:clrMapOvr>
</p:sld>
</file>

<file path=ppt/theme/theme1.xml><?xml version="1.0" encoding="utf-8"?>
<a:theme xmlns:a="http://schemas.openxmlformats.org/drawingml/2006/main" name="Minimalist Business Slides XL by Slidesgo">
  <a:themeElements>
    <a:clrScheme name="Simple Light">
      <a:dk1>
        <a:srgbClr val="000000"/>
      </a:dk1>
      <a:lt1>
        <a:srgbClr val="E3F1E2"/>
      </a:lt1>
      <a:dk2>
        <a:srgbClr val="000000"/>
      </a:dk2>
      <a:lt2>
        <a:srgbClr val="E3F1E2"/>
      </a:lt2>
      <a:accent1>
        <a:srgbClr val="3F3533"/>
      </a:accent1>
      <a:accent2>
        <a:srgbClr val="3F3533"/>
      </a:accent2>
      <a:accent3>
        <a:srgbClr val="3F3533"/>
      </a:accent3>
      <a:accent4>
        <a:srgbClr val="3F3533"/>
      </a:accent4>
      <a:accent5>
        <a:srgbClr val="3F3533"/>
      </a:accent5>
      <a:accent6>
        <a:srgbClr val="3F3533"/>
      </a:accent6>
      <a:hlink>
        <a:srgbClr val="00000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imple Ligh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Slidesgo Final Pages">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imple Ligh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Slidesgo Final Pages">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869FB2"/>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imple Ligh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Minimalist Business Slides XL by Slidesgo">
  <a:themeElements>
    <a:clrScheme name="Simple Light">
      <a:dk1>
        <a:srgbClr val="000000"/>
      </a:dk1>
      <a:lt1>
        <a:srgbClr val="E3F1E2"/>
      </a:lt1>
      <a:dk2>
        <a:srgbClr val="000000"/>
      </a:dk2>
      <a:lt2>
        <a:srgbClr val="E3F1E2"/>
      </a:lt2>
      <a:accent1>
        <a:srgbClr val="3F3533"/>
      </a:accent1>
      <a:accent2>
        <a:srgbClr val="3F3533"/>
      </a:accent2>
      <a:accent3>
        <a:srgbClr val="3F3533"/>
      </a:accent3>
      <a:accent4>
        <a:srgbClr val="3F3533"/>
      </a:accent4>
      <a:accent5>
        <a:srgbClr val="3F3533"/>
      </a:accent5>
      <a:accent6>
        <a:srgbClr val="3F3533"/>
      </a:accent6>
      <a:hlink>
        <a:srgbClr val="00000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imple Ligh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190</TotalTime>
  <Words>4440</Words>
  <Application>Microsoft Office PowerPoint</Application>
  <DocSecurity>0</DocSecurity>
  <PresentationFormat>On-screen Show (16:9)</PresentationFormat>
  <Paragraphs>617</Paragraphs>
  <Slides>32</Slides>
  <Notes>32</Notes>
  <HiddenSlides>0</HiddenSlides>
  <MMClips>0</MMClips>
  <ScaleCrop>false</ScaleCrop>
  <HeadingPairs>
    <vt:vector size="6" baseType="variant">
      <vt:variant>
        <vt:lpstr>Fonts Used</vt:lpstr>
      </vt:variant>
      <vt:variant>
        <vt:i4>13</vt:i4>
      </vt:variant>
      <vt:variant>
        <vt:lpstr>Theme</vt:lpstr>
      </vt:variant>
      <vt:variant>
        <vt:i4>3</vt:i4>
      </vt:variant>
      <vt:variant>
        <vt:lpstr>Slide Titles</vt:lpstr>
      </vt:variant>
      <vt:variant>
        <vt:i4>32</vt:i4>
      </vt:variant>
    </vt:vector>
  </HeadingPairs>
  <TitlesOfParts>
    <vt:vector size="48" baseType="lpstr">
      <vt:lpstr>Open Sans SemiBold</vt:lpstr>
      <vt:lpstr>Merriweather Light</vt:lpstr>
      <vt:lpstr>Open Sans</vt:lpstr>
      <vt:lpstr>Russo One</vt:lpstr>
      <vt:lpstr>Montserrat</vt:lpstr>
      <vt:lpstr>Arial</vt:lpstr>
      <vt:lpstr>Mako</vt:lpstr>
      <vt:lpstr>Proxima Nova</vt:lpstr>
      <vt:lpstr>Cambria</vt:lpstr>
      <vt:lpstr>Proxima Nova Semibold</vt:lpstr>
      <vt:lpstr>Crimson Text</vt:lpstr>
      <vt:lpstr>Josefin Sans</vt:lpstr>
      <vt:lpstr>Lato</vt:lpstr>
      <vt:lpstr>Minimalist Business Slides XL by Slidesgo</vt:lpstr>
      <vt:lpstr>Slidesgo Final Pages</vt:lpstr>
      <vt:lpstr>Slidesgo Final Pages</vt:lpstr>
      <vt:lpstr>NGHIÊN CỨU THIẾT KẾ VÀ PHÁT TRIỂN KIẾN TRÚC HỆ THỐNG PHỎNG VẤN NĂNG LỰC TỰ ĐỘNG TÍCH HỢP XỬ LÝ GIỌNG NÓI ĐA TẦNG, TRUY XUẤT TRI THỨC TĂNG CƯỜNG (RAG) VÀ MÔ HÌNH NGÔN NGỮ LỚN</vt:lpstr>
      <vt:lpstr>Lộ trình trình bày</vt:lpstr>
      <vt:lpstr>Bài toán: chuẩn hóa mà không loại bỏ phán đoán con người</vt:lpstr>
      <vt:lpstr>Ba nhóm người dùng, ba ranh giới trách nhiệm</vt:lpstr>
      <vt:lpstr>Mục tiêu và câu hỏi nghiên cứu</vt:lpstr>
      <vt:lpstr>Phạm vi đề tài được khóa bằng bốn nguyên tắc</vt:lpstr>
      <vt:lpstr>Phương pháp tách rõ “chạy đúng” và “đo lường có hiệu lực”</vt:lpstr>
      <vt:lpstr>Lý thuyết được chuyển thành cơ chế phần mềm</vt:lpstr>
      <vt:lpstr>Kiến trúc InterV: các biên trách nhiệm có hợp đồng</vt:lpstr>
      <vt:lpstr>Mô hình dữ liệu giữ ownership và provenance</vt:lpstr>
      <vt:lpstr>PowerPoint Presentation</vt:lpstr>
      <vt:lpstr>PowerPoint Presentation</vt:lpstr>
      <vt:lpstr>PowerPoint Presentation</vt:lpstr>
      <vt:lpstr>Vòng đời tài liệu RAG có provenance</vt:lpstr>
      <vt:lpstr>Pipeline tiếng nói nhiều tầng: Realtime &amp; Hậu kỳ phỏng vấn</vt:lpstr>
      <vt:lpstr>An toàn, quan sát và khả năng phục hồi</vt:lpstr>
      <vt:lpstr>Hợp đồng typed giữ TypeScript ↔ Python nhất quán</vt:lpstr>
      <vt:lpstr>Phân rã module theo ranh giới nghiệp vụ</vt:lpstr>
      <vt:lpstr>RBAC giữ quyền quyết định ở đúng actor</vt:lpstr>
      <vt:lpstr>State machine giữ phiên luyện tập nhất quán</vt:lpstr>
      <vt:lpstr>Vòng đời tuyển dụng tách mời, phiên và đánh giá</vt:lpstr>
      <vt:lpstr>Fallback giữ phiên tiếp tục khi provider lỗi</vt:lpstr>
      <vt:lpstr>Stack công nghệ theo ranh giới trách nhiệm</vt:lpstr>
      <vt:lpstr>PowerPoint Presentation</vt:lpstr>
      <vt:lpstr>Xác minh kỹ thuật đạt; hiệu lực tuyển dụng chưa được chứng minh</vt:lpstr>
      <vt:lpstr>DeepSeek/RAG được kiểm soát ở ba điểm</vt:lpstr>
      <vt:lpstr>Bất biến an toàn của SenseVoice</vt:lpstr>
      <vt:lpstr>Bốn đóng góp chính</vt:lpstr>
      <vt:lpstr>Giới hạn cần được đọc cùng kết quả</vt:lpstr>
      <vt:lpstr>Bốn cổng kiểm soát trước khi mở rộng tự động hóa</vt:lpstr>
      <vt:lpstr>InterV đã đạt nền tảng kỹ thuật khả thi cho nghiên cứu và triển khai có kiểm soát</vt:lpstr>
      <vt:lpstr>Cảm ơn Hội đồng</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Duy Lê</cp:lastModifiedBy>
  <cp:revision>11</cp:revision>
  <dcterms:created xsi:type="dcterms:W3CDTF">2026-08-14T17:29:12Z</dcterms:created>
  <dcterms:modified xsi:type="dcterms:W3CDTF">2026-08-24T20:34:04Z</dcterms:modified>
</cp:coreProperties>
</file>